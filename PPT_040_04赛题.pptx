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6.xml" ContentType="application/vnd.openxmlformats-officedocument.presentationml.tags+xml"/>
  <Override PartName="/ppt/slideLayouts/slideLayout49.xml" ContentType="application/vnd.openxmlformats-officedocument.presentationml.slideLayout+xml"/>
  <Override PartName="/ppt/theme/theme6.xml" ContentType="application/vnd.openxmlformats-officedocument.theme+xml"/>
  <Override PartName="/ppt/tags/tag7.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1" r:id="rId2"/>
    <p:sldMasterId id="2147483673" r:id="rId3"/>
    <p:sldMasterId id="2147483695" r:id="rId4"/>
    <p:sldMasterId id="2147483698" r:id="rId5"/>
    <p:sldMasterId id="2147483701" r:id="rId6"/>
  </p:sldMasterIdLst>
  <p:notesMasterIdLst>
    <p:notesMasterId r:id="rId23"/>
  </p:notesMasterIdLst>
  <p:handoutMasterIdLst>
    <p:handoutMasterId r:id="rId24"/>
  </p:handoutMasterIdLst>
  <p:sldIdLst>
    <p:sldId id="16143019" r:id="rId7"/>
    <p:sldId id="16143017" r:id="rId8"/>
    <p:sldId id="16143021" r:id="rId9"/>
    <p:sldId id="16143022" r:id="rId10"/>
    <p:sldId id="16143043" r:id="rId11"/>
    <p:sldId id="16143023" r:id="rId12"/>
    <p:sldId id="16143024" r:id="rId13"/>
    <p:sldId id="16143030" r:id="rId14"/>
    <p:sldId id="16143038" r:id="rId15"/>
    <p:sldId id="16143046" r:id="rId16"/>
    <p:sldId id="16143037" r:id="rId17"/>
    <p:sldId id="16143039" r:id="rId18"/>
    <p:sldId id="16143031" r:id="rId19"/>
    <p:sldId id="16143032" r:id="rId20"/>
    <p:sldId id="16143048" r:id="rId21"/>
    <p:sldId id="16142988" r:id="rId22"/>
  </p:sldIdLst>
  <p:sldSz cx="12192000" cy="6858000"/>
  <p:notesSz cx="6858000" cy="9144000"/>
  <p:embeddedFontLst>
    <p:embeddedFont>
      <p:font typeface="汉仪粗仿宋简" panose="02010600030101010101" charset="-122"/>
      <p:regular r:id="rId25"/>
    </p:embeddedFont>
    <p:embeddedFont>
      <p:font typeface="汉仪劲楷简" panose="02010600030101010101" charset="-122"/>
      <p:regular r:id="rId26"/>
    </p:embeddedFont>
    <p:embeddedFont>
      <p:font typeface="Century Gothic" panose="020B0502020202020204" pitchFamily="34" charset="0"/>
      <p:regular r:id="rId27"/>
      <p:bold r:id="rId28"/>
      <p:italic r:id="rId29"/>
      <p:boldItalic r:id="rId30"/>
    </p:embeddedFont>
  </p:embeddedFontLst>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135C6B42-4C1F-44B2-9D8C-7B16680513A0}">
          <p14:sldIdLst>
            <p14:sldId id="16143019"/>
            <p14:sldId id="16143017"/>
            <p14:sldId id="16143021"/>
            <p14:sldId id="16143022"/>
            <p14:sldId id="16143043"/>
            <p14:sldId id="16143023"/>
            <p14:sldId id="16143024"/>
            <p14:sldId id="16143030"/>
            <p14:sldId id="16143038"/>
            <p14:sldId id="16143046"/>
            <p14:sldId id="16143037"/>
            <p14:sldId id="16143039"/>
            <p14:sldId id="16143031"/>
            <p14:sldId id="16143032"/>
            <p14:sldId id="16143048"/>
            <p14:sldId id="1614298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37BA"/>
    <a:srgbClr val="7F406D"/>
    <a:srgbClr val="BB39A0"/>
    <a:srgbClr val="8EA0CC"/>
    <a:srgbClr val="B07BD7"/>
    <a:srgbClr val="A5B3D6"/>
    <a:srgbClr val="D5C2DE"/>
    <a:srgbClr val="FFFFFF"/>
    <a:srgbClr val="57B7FF"/>
    <a:srgbClr val="FFC8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14" autoAdjust="0"/>
    <p:restoredTop sz="96192" autoAdjust="0"/>
  </p:normalViewPr>
  <p:slideViewPr>
    <p:cSldViewPr snapToGrid="0">
      <p:cViewPr varScale="1">
        <p:scale>
          <a:sx n="106" d="100"/>
          <a:sy n="106" d="100"/>
        </p:scale>
        <p:origin x="76" y="516"/>
      </p:cViewPr>
      <p:guideLst/>
    </p:cSldViewPr>
  </p:slideViewPr>
  <p:outlineViewPr>
    <p:cViewPr>
      <p:scale>
        <a:sx n="33" d="100"/>
        <a:sy n="33" d="100"/>
      </p:scale>
      <p:origin x="0" y="0"/>
    </p:cViewPr>
  </p:outlineViewPr>
  <p:notesTextViewPr>
    <p:cViewPr>
      <p:scale>
        <a:sx n="400" d="100"/>
        <a:sy n="4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font" Target="fonts/font2.fntdata"/><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handoutMaster" Target="handoutMasters/handoutMaster1.xml"/><Relationship Id="rId32"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2025/11/16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OPPOSans R" panose="00020600040101010101" pitchFamily="18" charset="-122"/>
                <a:ea typeface="OPPOSans R" panose="00020600040101010101" pitchFamily="18"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OPPOSans R" panose="00020600040101010101" pitchFamily="18" charset="-122"/>
                <a:ea typeface="OPPOSans R" panose="00020600040101010101" pitchFamily="18" charset="-122"/>
              </a:defRPr>
            </a:lvl1pPr>
          </a:lstStyle>
          <a:p>
            <a:fld id="{A92AB938-D788-467E-9F82-62B50737B4F1}" type="datetimeFigureOut">
              <a:rPr lang="zh-CN" altLang="en-US" smtClean="0"/>
              <a:t>2025/11/16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OPPOSans R" panose="00020600040101010101" pitchFamily="18" charset="-122"/>
                <a:ea typeface="OPPOSans R" panose="00020600040101010101" pitchFamily="18"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OPPOSans R" panose="00020600040101010101" pitchFamily="18" charset="-122"/>
                <a:ea typeface="OPPOSans R" panose="00020600040101010101" pitchFamily="18" charset="-122"/>
              </a:defRPr>
            </a:lvl1pPr>
          </a:lstStyle>
          <a:p>
            <a:fld id="{FA8D56DE-F214-4909-B04E-2309401BE9E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1pPr>
    <a:lvl2pPr marL="45720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2pPr>
    <a:lvl3pPr marL="91440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3pPr>
    <a:lvl4pPr marL="137160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4pPr>
    <a:lvl5pPr marL="182880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空白">
    <p:spTree>
      <p:nvGrpSpPr>
        <p:cNvPr id="1" name=""/>
        <p:cNvGrpSpPr/>
        <p:nvPr/>
      </p:nvGrpSpPr>
      <p:grpSpPr>
        <a:xfrm>
          <a:off x="0" y="0"/>
          <a:ext cx="0" cy="0"/>
          <a:chOff x="0" y="0"/>
          <a:chExt cx="0" cy="0"/>
        </a:xfrm>
      </p:grpSpPr>
      <p:sp>
        <p:nvSpPr>
          <p:cNvPr id="32" name="幻灯片编号"/>
          <p:cNvSpPr txBox="1">
            <a:spLocks noGrp="1"/>
          </p:cNvSpPr>
          <p:nvPr>
            <p:ph type="sldNum" sz="quarter" idx="2"/>
          </p:nvPr>
        </p:nvSpPr>
        <p:spPr>
          <a:xfrm>
            <a:off x="5997574" y="6540499"/>
            <a:ext cx="190603" cy="187301"/>
          </a:xfrm>
          <a:prstGeom prst="rect">
            <a:avLst/>
          </a:prstGeom>
        </p:spPr>
        <p:txBody>
          <a:bodyPr wrap="none" anchor="b"/>
          <a:lstStyle>
            <a:lvl1pPr algn="ctr" defTabSz="292100">
              <a:defRPr sz="900" b="0">
                <a:latin typeface="Helvetica Neue" panose="02000503000000020004"/>
                <a:ea typeface="Helvetica Neue" panose="02000503000000020004"/>
                <a:cs typeface="Helvetica Neue" panose="02000503000000020004"/>
                <a:sym typeface="Helvetica Neue" panose="02000503000000020004"/>
              </a:defRPr>
            </a:lvl1pPr>
          </a:lstStyle>
          <a:p>
            <a:fld id="{86CB4B4D-7CA3-9044-876B-883B54F8677D}" type="slidenum">
              <a:rPr/>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10493829" y="6139543"/>
            <a:ext cx="1698171" cy="718457"/>
          </a:xfrm>
          <a:prstGeom prst="rect">
            <a:avLst/>
          </a:prstGeom>
          <a:solidFill>
            <a:srgbClr val="F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_list-Item">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Blank">
    <p:bg>
      <p:bgPr>
        <a:solidFill>
          <a:schemeClr val="bg1"/>
        </a:solidFill>
        <a:effectLst/>
      </p:bgPr>
    </p:bg>
    <p:spTree>
      <p:nvGrpSpPr>
        <p:cNvPr id="1" name=""/>
        <p:cNvGrpSpPr/>
        <p:nvPr/>
      </p:nvGrpSpPr>
      <p:grpSpPr>
        <a:xfrm>
          <a:off x="0" y="0"/>
          <a:ext cx="0" cy="0"/>
          <a:chOff x="0" y="0"/>
          <a:chExt cx="0" cy="0"/>
        </a:xfrm>
      </p:grpSpPr>
      <p:sp>
        <p:nvSpPr>
          <p:cNvPr id="32" name="Picture Placeholder 31"/>
          <p:cNvSpPr>
            <a:spLocks noGrp="1"/>
          </p:cNvSpPr>
          <p:nvPr>
            <p:ph type="pic" sz="quarter" idx="10" hasCustomPrompt="1"/>
          </p:nvPr>
        </p:nvSpPr>
        <p:spPr>
          <a:xfrm>
            <a:off x="9336617" y="3816930"/>
            <a:ext cx="362514" cy="362514"/>
          </a:xfrm>
          <a:custGeom>
            <a:avLst/>
            <a:gdLst>
              <a:gd name="connsiteX0" fmla="*/ 181257 w 362514"/>
              <a:gd name="connsiteY0" fmla="*/ 0 h 362514"/>
              <a:gd name="connsiteX1" fmla="*/ 362514 w 362514"/>
              <a:gd name="connsiteY1" fmla="*/ 181257 h 362514"/>
              <a:gd name="connsiteX2" fmla="*/ 181257 w 362514"/>
              <a:gd name="connsiteY2" fmla="*/ 362514 h 362514"/>
              <a:gd name="connsiteX3" fmla="*/ 0 w 362514"/>
              <a:gd name="connsiteY3" fmla="*/ 181257 h 362514"/>
              <a:gd name="connsiteX4" fmla="*/ 181257 w 362514"/>
              <a:gd name="connsiteY4" fmla="*/ 0 h 362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514" h="362514">
                <a:moveTo>
                  <a:pt x="181257" y="0"/>
                </a:moveTo>
                <a:cubicBezTo>
                  <a:pt x="281362" y="0"/>
                  <a:pt x="362514" y="81152"/>
                  <a:pt x="362514" y="181257"/>
                </a:cubicBezTo>
                <a:cubicBezTo>
                  <a:pt x="362514" y="281362"/>
                  <a:pt x="281362" y="362514"/>
                  <a:pt x="181257" y="362514"/>
                </a:cubicBezTo>
                <a:cubicBezTo>
                  <a:pt x="81152" y="362514"/>
                  <a:pt x="0" y="281362"/>
                  <a:pt x="0" y="181257"/>
                </a:cubicBezTo>
                <a:cubicBezTo>
                  <a:pt x="0" y="81152"/>
                  <a:pt x="81152" y="0"/>
                  <a:pt x="181257" y="0"/>
                </a:cubicBezTo>
                <a:close/>
              </a:path>
            </a:pathLst>
          </a:custGeom>
        </p:spPr>
        <p:txBody>
          <a:bodyPr wrap="square">
            <a:noAutofit/>
          </a:bodyPr>
          <a:lstStyle>
            <a:lvl1pPr marL="0" indent="0">
              <a:buNone/>
              <a:defRPr/>
            </a:lvl1pPr>
          </a:lstStyle>
          <a:p>
            <a:r>
              <a:rPr lang="en-US" dirty="0"/>
              <a:t> </a:t>
            </a:r>
          </a:p>
        </p:txBody>
      </p:sp>
      <p:sp>
        <p:nvSpPr>
          <p:cNvPr id="33" name="Picture Placeholder 32"/>
          <p:cNvSpPr>
            <a:spLocks noGrp="1"/>
          </p:cNvSpPr>
          <p:nvPr>
            <p:ph type="pic" sz="quarter" idx="11" hasCustomPrompt="1"/>
          </p:nvPr>
        </p:nvSpPr>
        <p:spPr>
          <a:xfrm>
            <a:off x="9337111" y="4443373"/>
            <a:ext cx="362514" cy="362514"/>
          </a:xfrm>
          <a:custGeom>
            <a:avLst/>
            <a:gdLst>
              <a:gd name="connsiteX0" fmla="*/ 181257 w 362514"/>
              <a:gd name="connsiteY0" fmla="*/ 0 h 362514"/>
              <a:gd name="connsiteX1" fmla="*/ 362514 w 362514"/>
              <a:gd name="connsiteY1" fmla="*/ 181257 h 362514"/>
              <a:gd name="connsiteX2" fmla="*/ 181257 w 362514"/>
              <a:gd name="connsiteY2" fmla="*/ 362514 h 362514"/>
              <a:gd name="connsiteX3" fmla="*/ 0 w 362514"/>
              <a:gd name="connsiteY3" fmla="*/ 181257 h 362514"/>
              <a:gd name="connsiteX4" fmla="*/ 181257 w 362514"/>
              <a:gd name="connsiteY4" fmla="*/ 0 h 362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514" h="362514">
                <a:moveTo>
                  <a:pt x="181257" y="0"/>
                </a:moveTo>
                <a:cubicBezTo>
                  <a:pt x="281362" y="0"/>
                  <a:pt x="362514" y="81152"/>
                  <a:pt x="362514" y="181257"/>
                </a:cubicBezTo>
                <a:cubicBezTo>
                  <a:pt x="362514" y="281362"/>
                  <a:pt x="281362" y="362514"/>
                  <a:pt x="181257" y="362514"/>
                </a:cubicBezTo>
                <a:cubicBezTo>
                  <a:pt x="81152" y="362514"/>
                  <a:pt x="0" y="281362"/>
                  <a:pt x="0" y="181257"/>
                </a:cubicBezTo>
                <a:cubicBezTo>
                  <a:pt x="0" y="81152"/>
                  <a:pt x="81152" y="0"/>
                  <a:pt x="181257" y="0"/>
                </a:cubicBezTo>
                <a:close/>
              </a:path>
            </a:pathLst>
          </a:custGeom>
        </p:spPr>
        <p:txBody>
          <a:bodyPr wrap="square">
            <a:noAutofit/>
          </a:bodyPr>
          <a:lstStyle>
            <a:lvl1pPr marL="0" indent="0">
              <a:buNone/>
              <a:defRPr/>
            </a:lvl1pPr>
          </a:lstStyle>
          <a:p>
            <a:r>
              <a:rPr lang="en-US" dirty="0"/>
              <a:t> </a:t>
            </a:r>
          </a:p>
        </p:txBody>
      </p:sp>
      <p:sp>
        <p:nvSpPr>
          <p:cNvPr id="34" name="Picture Placeholder 33"/>
          <p:cNvSpPr>
            <a:spLocks noGrp="1"/>
          </p:cNvSpPr>
          <p:nvPr>
            <p:ph type="pic" sz="quarter" idx="12" hasCustomPrompt="1"/>
          </p:nvPr>
        </p:nvSpPr>
        <p:spPr>
          <a:xfrm>
            <a:off x="9337111" y="5069816"/>
            <a:ext cx="362514" cy="362514"/>
          </a:xfrm>
          <a:custGeom>
            <a:avLst/>
            <a:gdLst>
              <a:gd name="connsiteX0" fmla="*/ 181257 w 362514"/>
              <a:gd name="connsiteY0" fmla="*/ 0 h 362514"/>
              <a:gd name="connsiteX1" fmla="*/ 362514 w 362514"/>
              <a:gd name="connsiteY1" fmla="*/ 181257 h 362514"/>
              <a:gd name="connsiteX2" fmla="*/ 181257 w 362514"/>
              <a:gd name="connsiteY2" fmla="*/ 362514 h 362514"/>
              <a:gd name="connsiteX3" fmla="*/ 0 w 362514"/>
              <a:gd name="connsiteY3" fmla="*/ 181257 h 362514"/>
              <a:gd name="connsiteX4" fmla="*/ 181257 w 362514"/>
              <a:gd name="connsiteY4" fmla="*/ 0 h 362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514" h="362514">
                <a:moveTo>
                  <a:pt x="181257" y="0"/>
                </a:moveTo>
                <a:cubicBezTo>
                  <a:pt x="281362" y="0"/>
                  <a:pt x="362514" y="81152"/>
                  <a:pt x="362514" y="181257"/>
                </a:cubicBezTo>
                <a:cubicBezTo>
                  <a:pt x="362514" y="281362"/>
                  <a:pt x="281362" y="362514"/>
                  <a:pt x="181257" y="362514"/>
                </a:cubicBezTo>
                <a:cubicBezTo>
                  <a:pt x="81152" y="362514"/>
                  <a:pt x="0" y="281362"/>
                  <a:pt x="0" y="181257"/>
                </a:cubicBezTo>
                <a:cubicBezTo>
                  <a:pt x="0" y="81152"/>
                  <a:pt x="81152" y="0"/>
                  <a:pt x="181257" y="0"/>
                </a:cubicBezTo>
                <a:close/>
              </a:path>
            </a:pathLst>
          </a:custGeom>
        </p:spPr>
        <p:txBody>
          <a:bodyPr wrap="square">
            <a:noAutofit/>
          </a:bodyPr>
          <a:lstStyle>
            <a:lvl1pPr marL="0" indent="0">
              <a:buNone/>
              <a:defRPr/>
            </a:lvl1pPr>
          </a:lstStyle>
          <a:p>
            <a:r>
              <a:rPr lang="en-US" dirty="0"/>
              <a:t> </a:t>
            </a:r>
          </a:p>
        </p:txBody>
      </p:sp>
      <p:sp>
        <p:nvSpPr>
          <p:cNvPr id="35" name="Picture Placeholder 34"/>
          <p:cNvSpPr>
            <a:spLocks noGrp="1"/>
          </p:cNvSpPr>
          <p:nvPr>
            <p:ph type="pic" sz="quarter" idx="13" hasCustomPrompt="1"/>
          </p:nvPr>
        </p:nvSpPr>
        <p:spPr>
          <a:xfrm>
            <a:off x="9337111" y="5696260"/>
            <a:ext cx="362514" cy="362514"/>
          </a:xfrm>
          <a:custGeom>
            <a:avLst/>
            <a:gdLst>
              <a:gd name="connsiteX0" fmla="*/ 181257 w 362514"/>
              <a:gd name="connsiteY0" fmla="*/ 0 h 362514"/>
              <a:gd name="connsiteX1" fmla="*/ 362514 w 362514"/>
              <a:gd name="connsiteY1" fmla="*/ 181257 h 362514"/>
              <a:gd name="connsiteX2" fmla="*/ 181257 w 362514"/>
              <a:gd name="connsiteY2" fmla="*/ 362514 h 362514"/>
              <a:gd name="connsiteX3" fmla="*/ 0 w 362514"/>
              <a:gd name="connsiteY3" fmla="*/ 181257 h 362514"/>
              <a:gd name="connsiteX4" fmla="*/ 181257 w 362514"/>
              <a:gd name="connsiteY4" fmla="*/ 0 h 362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514" h="362514">
                <a:moveTo>
                  <a:pt x="181257" y="0"/>
                </a:moveTo>
                <a:cubicBezTo>
                  <a:pt x="281362" y="0"/>
                  <a:pt x="362514" y="81152"/>
                  <a:pt x="362514" y="181257"/>
                </a:cubicBezTo>
                <a:cubicBezTo>
                  <a:pt x="362514" y="281362"/>
                  <a:pt x="281362" y="362514"/>
                  <a:pt x="181257" y="362514"/>
                </a:cubicBezTo>
                <a:cubicBezTo>
                  <a:pt x="81152" y="362514"/>
                  <a:pt x="0" y="281362"/>
                  <a:pt x="0" y="181257"/>
                </a:cubicBezTo>
                <a:cubicBezTo>
                  <a:pt x="0" y="81152"/>
                  <a:pt x="81152" y="0"/>
                  <a:pt x="181257" y="0"/>
                </a:cubicBezTo>
                <a:close/>
              </a:path>
            </a:pathLst>
          </a:custGeom>
        </p:spPr>
        <p:txBody>
          <a:bodyPr wrap="square">
            <a:noAutofit/>
          </a:bodyPr>
          <a:lstStyle>
            <a:lvl1pPr marL="0" indent="0">
              <a:buNone/>
              <a:defRPr/>
            </a:lvl1pPr>
          </a:lstStyle>
          <a:p>
            <a:r>
              <a:rPr lang="en-US" dirty="0"/>
              <a:t>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lank">
    <p:bg>
      <p:bgPr>
        <a:solidFill>
          <a:schemeClr val="bg1"/>
        </a:solidFill>
        <a:effectLst/>
      </p:bgPr>
    </p:bg>
    <p:spTree>
      <p:nvGrpSpPr>
        <p:cNvPr id="1" name=""/>
        <p:cNvGrpSpPr/>
        <p:nvPr/>
      </p:nvGrpSpPr>
      <p:grpSpPr>
        <a:xfrm>
          <a:off x="0" y="0"/>
          <a:ext cx="0" cy="0"/>
          <a:chOff x="0" y="0"/>
          <a:chExt cx="0" cy="0"/>
        </a:xfrm>
      </p:grpSpPr>
      <p:sp>
        <p:nvSpPr>
          <p:cNvPr id="34" name="Picture Placeholder 33"/>
          <p:cNvSpPr>
            <a:spLocks noGrp="1"/>
          </p:cNvSpPr>
          <p:nvPr>
            <p:ph type="pic" sz="quarter" idx="10" hasCustomPrompt="1"/>
          </p:nvPr>
        </p:nvSpPr>
        <p:spPr>
          <a:xfrm>
            <a:off x="384784" y="1105898"/>
            <a:ext cx="1517168" cy="1405164"/>
          </a:xfrm>
          <a:custGeom>
            <a:avLst/>
            <a:gdLst>
              <a:gd name="connsiteX0" fmla="*/ 101818 w 1517168"/>
              <a:gd name="connsiteY0" fmla="*/ 0 h 1405164"/>
              <a:gd name="connsiteX1" fmla="*/ 1415350 w 1517168"/>
              <a:gd name="connsiteY1" fmla="*/ 0 h 1405164"/>
              <a:gd name="connsiteX2" fmla="*/ 1517168 w 1517168"/>
              <a:gd name="connsiteY2" fmla="*/ 101818 h 1405164"/>
              <a:gd name="connsiteX3" fmla="*/ 1517168 w 1517168"/>
              <a:gd name="connsiteY3" fmla="*/ 1303346 h 1405164"/>
              <a:gd name="connsiteX4" fmla="*/ 1415350 w 1517168"/>
              <a:gd name="connsiteY4" fmla="*/ 1405164 h 1405164"/>
              <a:gd name="connsiteX5" fmla="*/ 101818 w 1517168"/>
              <a:gd name="connsiteY5" fmla="*/ 1405164 h 1405164"/>
              <a:gd name="connsiteX6" fmla="*/ 0 w 1517168"/>
              <a:gd name="connsiteY6" fmla="*/ 1303346 h 1405164"/>
              <a:gd name="connsiteX7" fmla="*/ 0 w 1517168"/>
              <a:gd name="connsiteY7" fmla="*/ 101818 h 1405164"/>
              <a:gd name="connsiteX8" fmla="*/ 101818 w 1517168"/>
              <a:gd name="connsiteY8" fmla="*/ 0 h 1405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7168" h="1405164">
                <a:moveTo>
                  <a:pt x="101818" y="0"/>
                </a:moveTo>
                <a:lnTo>
                  <a:pt x="1415350" y="0"/>
                </a:lnTo>
                <a:cubicBezTo>
                  <a:pt x="1471583" y="0"/>
                  <a:pt x="1517168" y="45585"/>
                  <a:pt x="1517168" y="101818"/>
                </a:cubicBezTo>
                <a:lnTo>
                  <a:pt x="1517168" y="1303346"/>
                </a:lnTo>
                <a:cubicBezTo>
                  <a:pt x="1517168" y="1359579"/>
                  <a:pt x="1471583" y="1405164"/>
                  <a:pt x="1415350" y="1405164"/>
                </a:cubicBezTo>
                <a:lnTo>
                  <a:pt x="101818" y="1405164"/>
                </a:lnTo>
                <a:cubicBezTo>
                  <a:pt x="45585" y="1405164"/>
                  <a:pt x="0" y="1359579"/>
                  <a:pt x="0" y="1303346"/>
                </a:cubicBezTo>
                <a:lnTo>
                  <a:pt x="0" y="101818"/>
                </a:lnTo>
                <a:cubicBezTo>
                  <a:pt x="0" y="45585"/>
                  <a:pt x="45585" y="0"/>
                  <a:pt x="101818" y="0"/>
                </a:cubicBezTo>
                <a:close/>
              </a:path>
            </a:pathLst>
          </a:custGeom>
        </p:spPr>
        <p:txBody>
          <a:bodyPr wrap="square">
            <a:noAutofit/>
          </a:bodyPr>
          <a:lstStyle>
            <a:lvl1pPr marL="0" indent="0">
              <a:buNone/>
              <a:defRPr/>
            </a:lvl1pPr>
          </a:lstStyle>
          <a:p>
            <a:r>
              <a:rPr lang="en-US" dirty="0"/>
              <a:t> </a:t>
            </a:r>
          </a:p>
        </p:txBody>
      </p:sp>
      <p:sp>
        <p:nvSpPr>
          <p:cNvPr id="41" name="Picture Placeholder 34"/>
          <p:cNvSpPr>
            <a:spLocks noGrp="1"/>
          </p:cNvSpPr>
          <p:nvPr>
            <p:ph type="pic" sz="quarter" idx="11" hasCustomPrompt="1"/>
          </p:nvPr>
        </p:nvSpPr>
        <p:spPr>
          <a:xfrm>
            <a:off x="6547941" y="1957945"/>
            <a:ext cx="497500" cy="460772"/>
          </a:xfrm>
          <a:custGeom>
            <a:avLst/>
            <a:gdLst>
              <a:gd name="connsiteX0" fmla="*/ 33388 w 497500"/>
              <a:gd name="connsiteY0" fmla="*/ 0 h 460772"/>
              <a:gd name="connsiteX1" fmla="*/ 464112 w 497500"/>
              <a:gd name="connsiteY1" fmla="*/ 0 h 460772"/>
              <a:gd name="connsiteX2" fmla="*/ 497500 w 497500"/>
              <a:gd name="connsiteY2" fmla="*/ 33388 h 460772"/>
              <a:gd name="connsiteX3" fmla="*/ 497500 w 497500"/>
              <a:gd name="connsiteY3" fmla="*/ 427384 h 460772"/>
              <a:gd name="connsiteX4" fmla="*/ 464112 w 497500"/>
              <a:gd name="connsiteY4" fmla="*/ 460772 h 460772"/>
              <a:gd name="connsiteX5" fmla="*/ 33388 w 497500"/>
              <a:gd name="connsiteY5" fmla="*/ 460772 h 460772"/>
              <a:gd name="connsiteX6" fmla="*/ 0 w 497500"/>
              <a:gd name="connsiteY6" fmla="*/ 427384 h 460772"/>
              <a:gd name="connsiteX7" fmla="*/ 0 w 497500"/>
              <a:gd name="connsiteY7" fmla="*/ 33388 h 460772"/>
              <a:gd name="connsiteX8" fmla="*/ 33388 w 497500"/>
              <a:gd name="connsiteY8" fmla="*/ 0 h 460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500" h="460772">
                <a:moveTo>
                  <a:pt x="33388" y="0"/>
                </a:moveTo>
                <a:lnTo>
                  <a:pt x="464112" y="0"/>
                </a:lnTo>
                <a:cubicBezTo>
                  <a:pt x="482552" y="0"/>
                  <a:pt x="497500" y="14948"/>
                  <a:pt x="497500" y="33388"/>
                </a:cubicBezTo>
                <a:lnTo>
                  <a:pt x="497500" y="427384"/>
                </a:lnTo>
                <a:cubicBezTo>
                  <a:pt x="497500" y="445824"/>
                  <a:pt x="482552" y="460772"/>
                  <a:pt x="464112" y="460772"/>
                </a:cubicBezTo>
                <a:lnTo>
                  <a:pt x="33388" y="460772"/>
                </a:lnTo>
                <a:cubicBezTo>
                  <a:pt x="14948" y="460772"/>
                  <a:pt x="0" y="445824"/>
                  <a:pt x="0" y="427384"/>
                </a:cubicBezTo>
                <a:lnTo>
                  <a:pt x="0" y="33388"/>
                </a:lnTo>
                <a:cubicBezTo>
                  <a:pt x="0" y="14948"/>
                  <a:pt x="14948" y="0"/>
                  <a:pt x="33388" y="0"/>
                </a:cubicBezTo>
                <a:close/>
              </a:path>
            </a:pathLst>
          </a:custGeom>
        </p:spPr>
        <p:txBody>
          <a:bodyPr wrap="square">
            <a:noAutofit/>
          </a:bodyPr>
          <a:lstStyle>
            <a:lvl1pPr marL="0" indent="0" rtl="0">
              <a:buNone/>
              <a:defRPr/>
            </a:lvl1pPr>
          </a:lstStyle>
          <a:p>
            <a:r>
              <a:rPr lang="en-US" dirty="0"/>
              <a:t> </a:t>
            </a:r>
          </a:p>
        </p:txBody>
      </p:sp>
      <p:sp>
        <p:nvSpPr>
          <p:cNvPr id="42" name="Picture Placeholder 35"/>
          <p:cNvSpPr>
            <a:spLocks noGrp="1"/>
          </p:cNvSpPr>
          <p:nvPr>
            <p:ph type="pic" sz="quarter" idx="12" hasCustomPrompt="1"/>
          </p:nvPr>
        </p:nvSpPr>
        <p:spPr>
          <a:xfrm>
            <a:off x="6547941" y="2683175"/>
            <a:ext cx="497500" cy="460772"/>
          </a:xfrm>
          <a:custGeom>
            <a:avLst/>
            <a:gdLst>
              <a:gd name="connsiteX0" fmla="*/ 33388 w 497500"/>
              <a:gd name="connsiteY0" fmla="*/ 0 h 460772"/>
              <a:gd name="connsiteX1" fmla="*/ 464112 w 497500"/>
              <a:gd name="connsiteY1" fmla="*/ 0 h 460772"/>
              <a:gd name="connsiteX2" fmla="*/ 497500 w 497500"/>
              <a:gd name="connsiteY2" fmla="*/ 33388 h 460772"/>
              <a:gd name="connsiteX3" fmla="*/ 497500 w 497500"/>
              <a:gd name="connsiteY3" fmla="*/ 427384 h 460772"/>
              <a:gd name="connsiteX4" fmla="*/ 464112 w 497500"/>
              <a:gd name="connsiteY4" fmla="*/ 460772 h 460772"/>
              <a:gd name="connsiteX5" fmla="*/ 33388 w 497500"/>
              <a:gd name="connsiteY5" fmla="*/ 460772 h 460772"/>
              <a:gd name="connsiteX6" fmla="*/ 0 w 497500"/>
              <a:gd name="connsiteY6" fmla="*/ 427384 h 460772"/>
              <a:gd name="connsiteX7" fmla="*/ 0 w 497500"/>
              <a:gd name="connsiteY7" fmla="*/ 33388 h 460772"/>
              <a:gd name="connsiteX8" fmla="*/ 33388 w 497500"/>
              <a:gd name="connsiteY8" fmla="*/ 0 h 460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500" h="460772">
                <a:moveTo>
                  <a:pt x="33388" y="0"/>
                </a:moveTo>
                <a:lnTo>
                  <a:pt x="464112" y="0"/>
                </a:lnTo>
                <a:cubicBezTo>
                  <a:pt x="482552" y="0"/>
                  <a:pt x="497500" y="14948"/>
                  <a:pt x="497500" y="33388"/>
                </a:cubicBezTo>
                <a:lnTo>
                  <a:pt x="497500" y="427384"/>
                </a:lnTo>
                <a:cubicBezTo>
                  <a:pt x="497500" y="445824"/>
                  <a:pt x="482552" y="460772"/>
                  <a:pt x="464112" y="460772"/>
                </a:cubicBezTo>
                <a:lnTo>
                  <a:pt x="33388" y="460772"/>
                </a:lnTo>
                <a:cubicBezTo>
                  <a:pt x="14948" y="460772"/>
                  <a:pt x="0" y="445824"/>
                  <a:pt x="0" y="427384"/>
                </a:cubicBezTo>
                <a:lnTo>
                  <a:pt x="0" y="33388"/>
                </a:lnTo>
                <a:cubicBezTo>
                  <a:pt x="0" y="14948"/>
                  <a:pt x="14948" y="0"/>
                  <a:pt x="33388" y="0"/>
                </a:cubicBezTo>
                <a:close/>
              </a:path>
            </a:pathLst>
          </a:custGeom>
        </p:spPr>
        <p:txBody>
          <a:bodyPr wrap="square">
            <a:noAutofit/>
          </a:bodyPr>
          <a:lstStyle>
            <a:lvl1pPr marL="0" indent="0" rtl="0">
              <a:buNone/>
              <a:defRPr/>
            </a:lvl1pPr>
          </a:lstStyle>
          <a:p>
            <a:r>
              <a:rPr lang="en-US" dirty="0"/>
              <a:t> </a:t>
            </a:r>
          </a:p>
        </p:txBody>
      </p:sp>
      <p:sp>
        <p:nvSpPr>
          <p:cNvPr id="43" name="Picture Placeholder 36"/>
          <p:cNvSpPr>
            <a:spLocks noGrp="1"/>
          </p:cNvSpPr>
          <p:nvPr>
            <p:ph type="pic" sz="quarter" idx="13" hasCustomPrompt="1"/>
          </p:nvPr>
        </p:nvSpPr>
        <p:spPr>
          <a:xfrm>
            <a:off x="6547941" y="3408405"/>
            <a:ext cx="497500" cy="460772"/>
          </a:xfrm>
          <a:custGeom>
            <a:avLst/>
            <a:gdLst>
              <a:gd name="connsiteX0" fmla="*/ 33388 w 497500"/>
              <a:gd name="connsiteY0" fmla="*/ 0 h 460772"/>
              <a:gd name="connsiteX1" fmla="*/ 464112 w 497500"/>
              <a:gd name="connsiteY1" fmla="*/ 0 h 460772"/>
              <a:gd name="connsiteX2" fmla="*/ 497500 w 497500"/>
              <a:gd name="connsiteY2" fmla="*/ 33388 h 460772"/>
              <a:gd name="connsiteX3" fmla="*/ 497500 w 497500"/>
              <a:gd name="connsiteY3" fmla="*/ 427384 h 460772"/>
              <a:gd name="connsiteX4" fmla="*/ 464112 w 497500"/>
              <a:gd name="connsiteY4" fmla="*/ 460772 h 460772"/>
              <a:gd name="connsiteX5" fmla="*/ 33388 w 497500"/>
              <a:gd name="connsiteY5" fmla="*/ 460772 h 460772"/>
              <a:gd name="connsiteX6" fmla="*/ 0 w 497500"/>
              <a:gd name="connsiteY6" fmla="*/ 427384 h 460772"/>
              <a:gd name="connsiteX7" fmla="*/ 0 w 497500"/>
              <a:gd name="connsiteY7" fmla="*/ 33388 h 460772"/>
              <a:gd name="connsiteX8" fmla="*/ 33388 w 497500"/>
              <a:gd name="connsiteY8" fmla="*/ 0 h 460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500" h="460772">
                <a:moveTo>
                  <a:pt x="33388" y="0"/>
                </a:moveTo>
                <a:lnTo>
                  <a:pt x="464112" y="0"/>
                </a:lnTo>
                <a:cubicBezTo>
                  <a:pt x="482552" y="0"/>
                  <a:pt x="497500" y="14948"/>
                  <a:pt x="497500" y="33388"/>
                </a:cubicBezTo>
                <a:lnTo>
                  <a:pt x="497500" y="427384"/>
                </a:lnTo>
                <a:cubicBezTo>
                  <a:pt x="497500" y="445824"/>
                  <a:pt x="482552" y="460772"/>
                  <a:pt x="464112" y="460772"/>
                </a:cubicBezTo>
                <a:lnTo>
                  <a:pt x="33388" y="460772"/>
                </a:lnTo>
                <a:cubicBezTo>
                  <a:pt x="14948" y="460772"/>
                  <a:pt x="0" y="445824"/>
                  <a:pt x="0" y="427384"/>
                </a:cubicBezTo>
                <a:lnTo>
                  <a:pt x="0" y="33388"/>
                </a:lnTo>
                <a:cubicBezTo>
                  <a:pt x="0" y="14948"/>
                  <a:pt x="14948" y="0"/>
                  <a:pt x="33388" y="0"/>
                </a:cubicBezTo>
                <a:close/>
              </a:path>
            </a:pathLst>
          </a:custGeom>
        </p:spPr>
        <p:txBody>
          <a:bodyPr wrap="square">
            <a:noAutofit/>
          </a:bodyPr>
          <a:lstStyle>
            <a:lvl1pPr marL="0" indent="0" rtl="0">
              <a:buNone/>
              <a:defRPr/>
            </a:lvl1pPr>
          </a:lstStyle>
          <a:p>
            <a:r>
              <a:rPr lang="en-US" dirty="0"/>
              <a:t> </a:t>
            </a:r>
          </a:p>
        </p:txBody>
      </p:sp>
      <p:sp>
        <p:nvSpPr>
          <p:cNvPr id="44" name="Picture Placeholder 37"/>
          <p:cNvSpPr>
            <a:spLocks noGrp="1"/>
          </p:cNvSpPr>
          <p:nvPr>
            <p:ph type="pic" sz="quarter" idx="14" hasCustomPrompt="1"/>
          </p:nvPr>
        </p:nvSpPr>
        <p:spPr>
          <a:xfrm>
            <a:off x="6547941" y="4133635"/>
            <a:ext cx="497500" cy="460772"/>
          </a:xfrm>
          <a:custGeom>
            <a:avLst/>
            <a:gdLst>
              <a:gd name="connsiteX0" fmla="*/ 33388 w 497500"/>
              <a:gd name="connsiteY0" fmla="*/ 0 h 460772"/>
              <a:gd name="connsiteX1" fmla="*/ 464112 w 497500"/>
              <a:gd name="connsiteY1" fmla="*/ 0 h 460772"/>
              <a:gd name="connsiteX2" fmla="*/ 497500 w 497500"/>
              <a:gd name="connsiteY2" fmla="*/ 33388 h 460772"/>
              <a:gd name="connsiteX3" fmla="*/ 497500 w 497500"/>
              <a:gd name="connsiteY3" fmla="*/ 427384 h 460772"/>
              <a:gd name="connsiteX4" fmla="*/ 464112 w 497500"/>
              <a:gd name="connsiteY4" fmla="*/ 460772 h 460772"/>
              <a:gd name="connsiteX5" fmla="*/ 33388 w 497500"/>
              <a:gd name="connsiteY5" fmla="*/ 460772 h 460772"/>
              <a:gd name="connsiteX6" fmla="*/ 0 w 497500"/>
              <a:gd name="connsiteY6" fmla="*/ 427384 h 460772"/>
              <a:gd name="connsiteX7" fmla="*/ 0 w 497500"/>
              <a:gd name="connsiteY7" fmla="*/ 33388 h 460772"/>
              <a:gd name="connsiteX8" fmla="*/ 33388 w 497500"/>
              <a:gd name="connsiteY8" fmla="*/ 0 h 460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500" h="460772">
                <a:moveTo>
                  <a:pt x="33388" y="0"/>
                </a:moveTo>
                <a:lnTo>
                  <a:pt x="464112" y="0"/>
                </a:lnTo>
                <a:cubicBezTo>
                  <a:pt x="482552" y="0"/>
                  <a:pt x="497500" y="14948"/>
                  <a:pt x="497500" y="33388"/>
                </a:cubicBezTo>
                <a:lnTo>
                  <a:pt x="497500" y="427384"/>
                </a:lnTo>
                <a:cubicBezTo>
                  <a:pt x="497500" y="445824"/>
                  <a:pt x="482552" y="460772"/>
                  <a:pt x="464112" y="460772"/>
                </a:cubicBezTo>
                <a:lnTo>
                  <a:pt x="33388" y="460772"/>
                </a:lnTo>
                <a:cubicBezTo>
                  <a:pt x="14948" y="460772"/>
                  <a:pt x="0" y="445824"/>
                  <a:pt x="0" y="427384"/>
                </a:cubicBezTo>
                <a:lnTo>
                  <a:pt x="0" y="33388"/>
                </a:lnTo>
                <a:cubicBezTo>
                  <a:pt x="0" y="14948"/>
                  <a:pt x="14948" y="0"/>
                  <a:pt x="33388" y="0"/>
                </a:cubicBezTo>
                <a:close/>
              </a:path>
            </a:pathLst>
          </a:custGeom>
        </p:spPr>
        <p:txBody>
          <a:bodyPr wrap="square">
            <a:noAutofit/>
          </a:bodyPr>
          <a:lstStyle>
            <a:lvl1pPr marL="0" indent="0" rtl="0">
              <a:buNone/>
              <a:defRPr/>
            </a:lvl1pPr>
          </a:lstStyle>
          <a:p>
            <a:r>
              <a:rPr lang="en-US" dirty="0"/>
              <a:t> </a:t>
            </a:r>
          </a:p>
        </p:txBody>
      </p:sp>
      <p:sp>
        <p:nvSpPr>
          <p:cNvPr id="45" name="Picture Placeholder 36"/>
          <p:cNvSpPr>
            <a:spLocks noGrp="1"/>
          </p:cNvSpPr>
          <p:nvPr>
            <p:ph type="pic" sz="quarter" idx="15" hasCustomPrompt="1"/>
          </p:nvPr>
        </p:nvSpPr>
        <p:spPr>
          <a:xfrm>
            <a:off x="6547941" y="4852779"/>
            <a:ext cx="497500" cy="460772"/>
          </a:xfrm>
          <a:custGeom>
            <a:avLst/>
            <a:gdLst>
              <a:gd name="connsiteX0" fmla="*/ 33388 w 497500"/>
              <a:gd name="connsiteY0" fmla="*/ 0 h 460772"/>
              <a:gd name="connsiteX1" fmla="*/ 464112 w 497500"/>
              <a:gd name="connsiteY1" fmla="*/ 0 h 460772"/>
              <a:gd name="connsiteX2" fmla="*/ 497500 w 497500"/>
              <a:gd name="connsiteY2" fmla="*/ 33388 h 460772"/>
              <a:gd name="connsiteX3" fmla="*/ 497500 w 497500"/>
              <a:gd name="connsiteY3" fmla="*/ 427384 h 460772"/>
              <a:gd name="connsiteX4" fmla="*/ 464112 w 497500"/>
              <a:gd name="connsiteY4" fmla="*/ 460772 h 460772"/>
              <a:gd name="connsiteX5" fmla="*/ 33388 w 497500"/>
              <a:gd name="connsiteY5" fmla="*/ 460772 h 460772"/>
              <a:gd name="connsiteX6" fmla="*/ 0 w 497500"/>
              <a:gd name="connsiteY6" fmla="*/ 427384 h 460772"/>
              <a:gd name="connsiteX7" fmla="*/ 0 w 497500"/>
              <a:gd name="connsiteY7" fmla="*/ 33388 h 460772"/>
              <a:gd name="connsiteX8" fmla="*/ 33388 w 497500"/>
              <a:gd name="connsiteY8" fmla="*/ 0 h 460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500" h="460772">
                <a:moveTo>
                  <a:pt x="33388" y="0"/>
                </a:moveTo>
                <a:lnTo>
                  <a:pt x="464112" y="0"/>
                </a:lnTo>
                <a:cubicBezTo>
                  <a:pt x="482552" y="0"/>
                  <a:pt x="497500" y="14948"/>
                  <a:pt x="497500" y="33388"/>
                </a:cubicBezTo>
                <a:lnTo>
                  <a:pt x="497500" y="427384"/>
                </a:lnTo>
                <a:cubicBezTo>
                  <a:pt x="497500" y="445824"/>
                  <a:pt x="482552" y="460772"/>
                  <a:pt x="464112" y="460772"/>
                </a:cubicBezTo>
                <a:lnTo>
                  <a:pt x="33388" y="460772"/>
                </a:lnTo>
                <a:cubicBezTo>
                  <a:pt x="14948" y="460772"/>
                  <a:pt x="0" y="445824"/>
                  <a:pt x="0" y="427384"/>
                </a:cubicBezTo>
                <a:lnTo>
                  <a:pt x="0" y="33388"/>
                </a:lnTo>
                <a:cubicBezTo>
                  <a:pt x="0" y="14948"/>
                  <a:pt x="14948" y="0"/>
                  <a:pt x="33388" y="0"/>
                </a:cubicBezTo>
                <a:close/>
              </a:path>
            </a:pathLst>
          </a:custGeom>
        </p:spPr>
        <p:txBody>
          <a:bodyPr wrap="square">
            <a:noAutofit/>
          </a:bodyPr>
          <a:lstStyle>
            <a:lvl1pPr marL="0" indent="0" rtl="0">
              <a:buNone/>
              <a:defRPr/>
            </a:lvl1pPr>
          </a:lstStyle>
          <a:p>
            <a:r>
              <a:rPr lang="en-US" dirty="0"/>
              <a:t> </a:t>
            </a:r>
          </a:p>
        </p:txBody>
      </p:sp>
      <p:sp>
        <p:nvSpPr>
          <p:cNvPr id="46" name="Picture Placeholder 37"/>
          <p:cNvSpPr>
            <a:spLocks noGrp="1"/>
          </p:cNvSpPr>
          <p:nvPr>
            <p:ph type="pic" sz="quarter" idx="16" hasCustomPrompt="1"/>
          </p:nvPr>
        </p:nvSpPr>
        <p:spPr>
          <a:xfrm>
            <a:off x="6547941" y="5578009"/>
            <a:ext cx="497500" cy="460772"/>
          </a:xfrm>
          <a:custGeom>
            <a:avLst/>
            <a:gdLst>
              <a:gd name="connsiteX0" fmla="*/ 33388 w 497500"/>
              <a:gd name="connsiteY0" fmla="*/ 0 h 460772"/>
              <a:gd name="connsiteX1" fmla="*/ 464112 w 497500"/>
              <a:gd name="connsiteY1" fmla="*/ 0 h 460772"/>
              <a:gd name="connsiteX2" fmla="*/ 497500 w 497500"/>
              <a:gd name="connsiteY2" fmla="*/ 33388 h 460772"/>
              <a:gd name="connsiteX3" fmla="*/ 497500 w 497500"/>
              <a:gd name="connsiteY3" fmla="*/ 427384 h 460772"/>
              <a:gd name="connsiteX4" fmla="*/ 464112 w 497500"/>
              <a:gd name="connsiteY4" fmla="*/ 460772 h 460772"/>
              <a:gd name="connsiteX5" fmla="*/ 33388 w 497500"/>
              <a:gd name="connsiteY5" fmla="*/ 460772 h 460772"/>
              <a:gd name="connsiteX6" fmla="*/ 0 w 497500"/>
              <a:gd name="connsiteY6" fmla="*/ 427384 h 460772"/>
              <a:gd name="connsiteX7" fmla="*/ 0 w 497500"/>
              <a:gd name="connsiteY7" fmla="*/ 33388 h 460772"/>
              <a:gd name="connsiteX8" fmla="*/ 33388 w 497500"/>
              <a:gd name="connsiteY8" fmla="*/ 0 h 460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500" h="460772">
                <a:moveTo>
                  <a:pt x="33388" y="0"/>
                </a:moveTo>
                <a:lnTo>
                  <a:pt x="464112" y="0"/>
                </a:lnTo>
                <a:cubicBezTo>
                  <a:pt x="482552" y="0"/>
                  <a:pt x="497500" y="14948"/>
                  <a:pt x="497500" y="33388"/>
                </a:cubicBezTo>
                <a:lnTo>
                  <a:pt x="497500" y="427384"/>
                </a:lnTo>
                <a:cubicBezTo>
                  <a:pt x="497500" y="445824"/>
                  <a:pt x="482552" y="460772"/>
                  <a:pt x="464112" y="460772"/>
                </a:cubicBezTo>
                <a:lnTo>
                  <a:pt x="33388" y="460772"/>
                </a:lnTo>
                <a:cubicBezTo>
                  <a:pt x="14948" y="460772"/>
                  <a:pt x="0" y="445824"/>
                  <a:pt x="0" y="427384"/>
                </a:cubicBezTo>
                <a:lnTo>
                  <a:pt x="0" y="33388"/>
                </a:lnTo>
                <a:cubicBezTo>
                  <a:pt x="0" y="14948"/>
                  <a:pt x="14948" y="0"/>
                  <a:pt x="33388" y="0"/>
                </a:cubicBezTo>
                <a:close/>
              </a:path>
            </a:pathLst>
          </a:custGeom>
        </p:spPr>
        <p:txBody>
          <a:bodyPr wrap="square">
            <a:noAutofit/>
          </a:bodyPr>
          <a:lstStyle>
            <a:lvl1pPr marL="0" indent="0" rtl="0">
              <a:buNone/>
              <a:defRPr/>
            </a:lvl1pPr>
          </a:lstStyle>
          <a:p>
            <a:r>
              <a:rPr lang="en-US" dirty="0"/>
              <a:t> </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lank">
    <p:bg>
      <p:bgPr>
        <a:solidFill>
          <a:schemeClr val="bg1"/>
        </a:solidFill>
        <a:effectLst/>
      </p:bgPr>
    </p:bg>
    <p:spTree>
      <p:nvGrpSpPr>
        <p:cNvPr id="1" name=""/>
        <p:cNvGrpSpPr/>
        <p:nvPr/>
      </p:nvGrpSpPr>
      <p:grpSpPr>
        <a:xfrm>
          <a:off x="0" y="0"/>
          <a:ext cx="0" cy="0"/>
          <a:chOff x="0" y="0"/>
          <a:chExt cx="0" cy="0"/>
        </a:xfrm>
      </p:grpSpPr>
      <p:sp>
        <p:nvSpPr>
          <p:cNvPr id="31" name="Picture Placeholder 30"/>
          <p:cNvSpPr>
            <a:spLocks noGrp="1"/>
          </p:cNvSpPr>
          <p:nvPr>
            <p:ph type="pic" sz="quarter" idx="10" hasCustomPrompt="1"/>
          </p:nvPr>
        </p:nvSpPr>
        <p:spPr>
          <a:xfrm>
            <a:off x="8969239" y="1526984"/>
            <a:ext cx="1046480" cy="1046480"/>
          </a:xfrm>
          <a:custGeom>
            <a:avLst/>
            <a:gdLst>
              <a:gd name="connsiteX0" fmla="*/ 523240 w 1046480"/>
              <a:gd name="connsiteY0" fmla="*/ 0 h 1046480"/>
              <a:gd name="connsiteX1" fmla="*/ 1046480 w 1046480"/>
              <a:gd name="connsiteY1" fmla="*/ 523240 h 1046480"/>
              <a:gd name="connsiteX2" fmla="*/ 523240 w 1046480"/>
              <a:gd name="connsiteY2" fmla="*/ 1046480 h 1046480"/>
              <a:gd name="connsiteX3" fmla="*/ 0 w 1046480"/>
              <a:gd name="connsiteY3" fmla="*/ 523240 h 1046480"/>
              <a:gd name="connsiteX4" fmla="*/ 523240 w 1046480"/>
              <a:gd name="connsiteY4" fmla="*/ 0 h 1046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6480" h="1046480">
                <a:moveTo>
                  <a:pt x="523240" y="0"/>
                </a:moveTo>
                <a:cubicBezTo>
                  <a:pt x="812217" y="0"/>
                  <a:pt x="1046480" y="234263"/>
                  <a:pt x="1046480" y="523240"/>
                </a:cubicBezTo>
                <a:cubicBezTo>
                  <a:pt x="1046480" y="812217"/>
                  <a:pt x="812217" y="1046480"/>
                  <a:pt x="523240" y="1046480"/>
                </a:cubicBezTo>
                <a:cubicBezTo>
                  <a:pt x="234263" y="1046480"/>
                  <a:pt x="0" y="812217"/>
                  <a:pt x="0" y="523240"/>
                </a:cubicBezTo>
                <a:cubicBezTo>
                  <a:pt x="0" y="234263"/>
                  <a:pt x="234263" y="0"/>
                  <a:pt x="523240" y="0"/>
                </a:cubicBezTo>
                <a:close/>
              </a:path>
            </a:pathLst>
          </a:custGeom>
        </p:spPr>
        <p:txBody>
          <a:bodyPr wrap="square">
            <a:noAutofit/>
          </a:bodyPr>
          <a:lstStyle/>
          <a:p>
            <a:r>
              <a:rPr lang="en-US" dirty="0"/>
              <a:t> </a:t>
            </a:r>
          </a:p>
        </p:txBody>
      </p:sp>
      <p:sp>
        <p:nvSpPr>
          <p:cNvPr id="32" name="Picture Placeholder 31"/>
          <p:cNvSpPr>
            <a:spLocks noGrp="1"/>
          </p:cNvSpPr>
          <p:nvPr>
            <p:ph type="pic" sz="quarter" idx="11" hasCustomPrompt="1"/>
          </p:nvPr>
        </p:nvSpPr>
        <p:spPr>
          <a:xfrm>
            <a:off x="7461693" y="4355473"/>
            <a:ext cx="529550" cy="529550"/>
          </a:xfrm>
          <a:custGeom>
            <a:avLst/>
            <a:gdLst>
              <a:gd name="connsiteX0" fmla="*/ 264775 w 529550"/>
              <a:gd name="connsiteY0" fmla="*/ 0 h 529550"/>
              <a:gd name="connsiteX1" fmla="*/ 529550 w 529550"/>
              <a:gd name="connsiteY1" fmla="*/ 264775 h 529550"/>
              <a:gd name="connsiteX2" fmla="*/ 264775 w 529550"/>
              <a:gd name="connsiteY2" fmla="*/ 529550 h 529550"/>
              <a:gd name="connsiteX3" fmla="*/ 0 w 529550"/>
              <a:gd name="connsiteY3" fmla="*/ 264775 h 529550"/>
              <a:gd name="connsiteX4" fmla="*/ 264775 w 529550"/>
              <a:gd name="connsiteY4" fmla="*/ 0 h 52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550" h="529550">
                <a:moveTo>
                  <a:pt x="264775" y="0"/>
                </a:moveTo>
                <a:cubicBezTo>
                  <a:pt x="411006" y="0"/>
                  <a:pt x="529550" y="118544"/>
                  <a:pt x="529550" y="264775"/>
                </a:cubicBezTo>
                <a:cubicBezTo>
                  <a:pt x="529550" y="411006"/>
                  <a:pt x="411006" y="529550"/>
                  <a:pt x="264775" y="529550"/>
                </a:cubicBezTo>
                <a:cubicBezTo>
                  <a:pt x="118544" y="529550"/>
                  <a:pt x="0" y="411006"/>
                  <a:pt x="0" y="264775"/>
                </a:cubicBezTo>
                <a:cubicBezTo>
                  <a:pt x="0" y="118544"/>
                  <a:pt x="118544" y="0"/>
                  <a:pt x="264775" y="0"/>
                </a:cubicBezTo>
                <a:close/>
              </a:path>
            </a:pathLst>
          </a:custGeom>
        </p:spPr>
        <p:txBody>
          <a:bodyPr wrap="square">
            <a:noAutofit/>
          </a:bodyPr>
          <a:lstStyle>
            <a:lvl1pPr rtl="0">
              <a:defRPr/>
            </a:lvl1pPr>
          </a:lstStyle>
          <a:p>
            <a:r>
              <a:rPr lang="en-US" dirty="0"/>
              <a:t> </a:t>
            </a:r>
          </a:p>
        </p:txBody>
      </p:sp>
      <p:sp>
        <p:nvSpPr>
          <p:cNvPr id="33" name="Picture Placeholder 32"/>
          <p:cNvSpPr>
            <a:spLocks noGrp="1"/>
          </p:cNvSpPr>
          <p:nvPr>
            <p:ph type="pic" sz="quarter" idx="12" hasCustomPrompt="1"/>
          </p:nvPr>
        </p:nvSpPr>
        <p:spPr>
          <a:xfrm>
            <a:off x="7461693" y="5343105"/>
            <a:ext cx="529550" cy="529550"/>
          </a:xfrm>
          <a:custGeom>
            <a:avLst/>
            <a:gdLst>
              <a:gd name="connsiteX0" fmla="*/ 264775 w 529550"/>
              <a:gd name="connsiteY0" fmla="*/ 0 h 529550"/>
              <a:gd name="connsiteX1" fmla="*/ 529550 w 529550"/>
              <a:gd name="connsiteY1" fmla="*/ 264775 h 529550"/>
              <a:gd name="connsiteX2" fmla="*/ 264775 w 529550"/>
              <a:gd name="connsiteY2" fmla="*/ 529550 h 529550"/>
              <a:gd name="connsiteX3" fmla="*/ 0 w 529550"/>
              <a:gd name="connsiteY3" fmla="*/ 264775 h 529550"/>
              <a:gd name="connsiteX4" fmla="*/ 264775 w 529550"/>
              <a:gd name="connsiteY4" fmla="*/ 0 h 52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550" h="529550">
                <a:moveTo>
                  <a:pt x="264775" y="0"/>
                </a:moveTo>
                <a:cubicBezTo>
                  <a:pt x="411006" y="0"/>
                  <a:pt x="529550" y="118544"/>
                  <a:pt x="529550" y="264775"/>
                </a:cubicBezTo>
                <a:cubicBezTo>
                  <a:pt x="529550" y="411006"/>
                  <a:pt x="411006" y="529550"/>
                  <a:pt x="264775" y="529550"/>
                </a:cubicBezTo>
                <a:cubicBezTo>
                  <a:pt x="118544" y="529550"/>
                  <a:pt x="0" y="411006"/>
                  <a:pt x="0" y="264775"/>
                </a:cubicBezTo>
                <a:cubicBezTo>
                  <a:pt x="0" y="118544"/>
                  <a:pt x="118544" y="0"/>
                  <a:pt x="264775" y="0"/>
                </a:cubicBezTo>
                <a:close/>
              </a:path>
            </a:pathLst>
          </a:custGeom>
        </p:spPr>
        <p:txBody>
          <a:bodyPr wrap="square">
            <a:noAutofit/>
          </a:bodyPr>
          <a:lstStyle>
            <a:lvl1pPr rtl="0">
              <a:defRPr/>
            </a:lvl1pPr>
          </a:lstStyle>
          <a:p>
            <a:r>
              <a:rPr lang="en-US" dirty="0"/>
              <a:t> </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Blank">
    <p:bg>
      <p:bgPr>
        <a:solidFill>
          <a:schemeClr val="bg1"/>
        </a:solidFill>
        <a:effectLst/>
      </p:bgPr>
    </p:bg>
    <p:spTree>
      <p:nvGrpSpPr>
        <p:cNvPr id="1" name=""/>
        <p:cNvGrpSpPr/>
        <p:nvPr/>
      </p:nvGrpSpPr>
      <p:grpSpPr>
        <a:xfrm>
          <a:off x="0" y="0"/>
          <a:ext cx="0" cy="0"/>
          <a:chOff x="0" y="0"/>
          <a:chExt cx="0" cy="0"/>
        </a:xfrm>
      </p:grpSpPr>
      <p:sp>
        <p:nvSpPr>
          <p:cNvPr id="30" name="Picture Placeholder 29"/>
          <p:cNvSpPr>
            <a:spLocks noGrp="1"/>
          </p:cNvSpPr>
          <p:nvPr>
            <p:ph type="pic" sz="quarter" idx="10" hasCustomPrompt="1"/>
          </p:nvPr>
        </p:nvSpPr>
        <p:spPr>
          <a:xfrm>
            <a:off x="6463184" y="4182812"/>
            <a:ext cx="1626879" cy="1049589"/>
          </a:xfrm>
          <a:custGeom>
            <a:avLst/>
            <a:gdLst>
              <a:gd name="connsiteX0" fmla="*/ 59123 w 1626879"/>
              <a:gd name="connsiteY0" fmla="*/ 0 h 1049589"/>
              <a:gd name="connsiteX1" fmla="*/ 1567756 w 1626879"/>
              <a:gd name="connsiteY1" fmla="*/ 0 h 1049589"/>
              <a:gd name="connsiteX2" fmla="*/ 1626879 w 1626879"/>
              <a:gd name="connsiteY2" fmla="*/ 59123 h 1049589"/>
              <a:gd name="connsiteX3" fmla="*/ 1626879 w 1626879"/>
              <a:gd name="connsiteY3" fmla="*/ 990466 h 1049589"/>
              <a:gd name="connsiteX4" fmla="*/ 1567756 w 1626879"/>
              <a:gd name="connsiteY4" fmla="*/ 1049589 h 1049589"/>
              <a:gd name="connsiteX5" fmla="*/ 59123 w 1626879"/>
              <a:gd name="connsiteY5" fmla="*/ 1049589 h 1049589"/>
              <a:gd name="connsiteX6" fmla="*/ 0 w 1626879"/>
              <a:gd name="connsiteY6" fmla="*/ 990466 h 1049589"/>
              <a:gd name="connsiteX7" fmla="*/ 0 w 1626879"/>
              <a:gd name="connsiteY7" fmla="*/ 59123 h 1049589"/>
              <a:gd name="connsiteX8" fmla="*/ 59123 w 1626879"/>
              <a:gd name="connsiteY8" fmla="*/ 0 h 104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6879" h="1049589">
                <a:moveTo>
                  <a:pt x="59123" y="0"/>
                </a:moveTo>
                <a:lnTo>
                  <a:pt x="1567756" y="0"/>
                </a:lnTo>
                <a:cubicBezTo>
                  <a:pt x="1600409" y="0"/>
                  <a:pt x="1626879" y="26470"/>
                  <a:pt x="1626879" y="59123"/>
                </a:cubicBezTo>
                <a:lnTo>
                  <a:pt x="1626879" y="990466"/>
                </a:lnTo>
                <a:cubicBezTo>
                  <a:pt x="1626879" y="1023119"/>
                  <a:pt x="1600409" y="1049589"/>
                  <a:pt x="1567756" y="1049589"/>
                </a:cubicBezTo>
                <a:lnTo>
                  <a:pt x="59123" y="1049589"/>
                </a:lnTo>
                <a:cubicBezTo>
                  <a:pt x="26470" y="1049589"/>
                  <a:pt x="0" y="1023119"/>
                  <a:pt x="0" y="990466"/>
                </a:cubicBezTo>
                <a:lnTo>
                  <a:pt x="0" y="59123"/>
                </a:lnTo>
                <a:cubicBezTo>
                  <a:pt x="0" y="26470"/>
                  <a:pt x="26470" y="0"/>
                  <a:pt x="59123" y="0"/>
                </a:cubicBezTo>
                <a:close/>
              </a:path>
            </a:pathLst>
          </a:custGeom>
        </p:spPr>
        <p:txBody>
          <a:bodyPr wrap="square">
            <a:noAutofit/>
          </a:bodyPr>
          <a:lstStyle>
            <a:lvl1pPr marL="0" indent="0">
              <a:buNone/>
              <a:defRPr/>
            </a:lvl1pPr>
          </a:lstStyle>
          <a:p>
            <a:r>
              <a:rPr lang="en-US" dirty="0"/>
              <a:t> </a:t>
            </a:r>
          </a:p>
        </p:txBody>
      </p:sp>
      <p:sp>
        <p:nvSpPr>
          <p:cNvPr id="31" name="Picture Placeholder 30"/>
          <p:cNvSpPr>
            <a:spLocks noGrp="1"/>
          </p:cNvSpPr>
          <p:nvPr>
            <p:ph type="pic" sz="quarter" idx="11" hasCustomPrompt="1"/>
          </p:nvPr>
        </p:nvSpPr>
        <p:spPr>
          <a:xfrm>
            <a:off x="8216004" y="4182811"/>
            <a:ext cx="1626879" cy="1049589"/>
          </a:xfrm>
          <a:custGeom>
            <a:avLst/>
            <a:gdLst>
              <a:gd name="connsiteX0" fmla="*/ 63343 w 1626879"/>
              <a:gd name="connsiteY0" fmla="*/ 0 h 1049589"/>
              <a:gd name="connsiteX1" fmla="*/ 1563536 w 1626879"/>
              <a:gd name="connsiteY1" fmla="*/ 0 h 1049589"/>
              <a:gd name="connsiteX2" fmla="*/ 1626879 w 1626879"/>
              <a:gd name="connsiteY2" fmla="*/ 63343 h 1049589"/>
              <a:gd name="connsiteX3" fmla="*/ 1626879 w 1626879"/>
              <a:gd name="connsiteY3" fmla="*/ 986246 h 1049589"/>
              <a:gd name="connsiteX4" fmla="*/ 1563536 w 1626879"/>
              <a:gd name="connsiteY4" fmla="*/ 1049589 h 1049589"/>
              <a:gd name="connsiteX5" fmla="*/ 63343 w 1626879"/>
              <a:gd name="connsiteY5" fmla="*/ 1049589 h 1049589"/>
              <a:gd name="connsiteX6" fmla="*/ 0 w 1626879"/>
              <a:gd name="connsiteY6" fmla="*/ 986246 h 1049589"/>
              <a:gd name="connsiteX7" fmla="*/ 0 w 1626879"/>
              <a:gd name="connsiteY7" fmla="*/ 63343 h 1049589"/>
              <a:gd name="connsiteX8" fmla="*/ 63343 w 1626879"/>
              <a:gd name="connsiteY8" fmla="*/ 0 h 104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6879" h="1049589">
                <a:moveTo>
                  <a:pt x="63343" y="0"/>
                </a:moveTo>
                <a:lnTo>
                  <a:pt x="1563536" y="0"/>
                </a:lnTo>
                <a:cubicBezTo>
                  <a:pt x="1598519" y="0"/>
                  <a:pt x="1626879" y="28360"/>
                  <a:pt x="1626879" y="63343"/>
                </a:cubicBezTo>
                <a:lnTo>
                  <a:pt x="1626879" y="986246"/>
                </a:lnTo>
                <a:cubicBezTo>
                  <a:pt x="1626879" y="1021229"/>
                  <a:pt x="1598519" y="1049589"/>
                  <a:pt x="1563536" y="1049589"/>
                </a:cubicBezTo>
                <a:lnTo>
                  <a:pt x="63343" y="1049589"/>
                </a:lnTo>
                <a:cubicBezTo>
                  <a:pt x="28360" y="1049589"/>
                  <a:pt x="0" y="1021229"/>
                  <a:pt x="0" y="986246"/>
                </a:cubicBezTo>
                <a:lnTo>
                  <a:pt x="0" y="63343"/>
                </a:lnTo>
                <a:cubicBezTo>
                  <a:pt x="0" y="28360"/>
                  <a:pt x="28360" y="0"/>
                  <a:pt x="63343" y="0"/>
                </a:cubicBezTo>
                <a:close/>
              </a:path>
            </a:pathLst>
          </a:custGeom>
        </p:spPr>
        <p:txBody>
          <a:bodyPr wrap="square">
            <a:noAutofit/>
          </a:bodyPr>
          <a:lstStyle>
            <a:lvl1pPr marL="0" indent="0">
              <a:buNone/>
              <a:defRPr/>
            </a:lvl1pPr>
          </a:lstStyle>
          <a:p>
            <a:r>
              <a:rPr lang="en-US" dirty="0"/>
              <a:t> </a:t>
            </a:r>
          </a:p>
        </p:txBody>
      </p:sp>
      <p:sp>
        <p:nvSpPr>
          <p:cNvPr id="32" name="Picture Placeholder 31"/>
          <p:cNvSpPr>
            <a:spLocks noGrp="1"/>
          </p:cNvSpPr>
          <p:nvPr>
            <p:ph type="pic" sz="quarter" idx="12" hasCustomPrompt="1"/>
          </p:nvPr>
        </p:nvSpPr>
        <p:spPr>
          <a:xfrm>
            <a:off x="9968825" y="4182811"/>
            <a:ext cx="1626879" cy="1049589"/>
          </a:xfrm>
          <a:custGeom>
            <a:avLst/>
            <a:gdLst>
              <a:gd name="connsiteX0" fmla="*/ 50685 w 1626879"/>
              <a:gd name="connsiteY0" fmla="*/ 0 h 1049589"/>
              <a:gd name="connsiteX1" fmla="*/ 1576194 w 1626879"/>
              <a:gd name="connsiteY1" fmla="*/ 0 h 1049589"/>
              <a:gd name="connsiteX2" fmla="*/ 1626879 w 1626879"/>
              <a:gd name="connsiteY2" fmla="*/ 50685 h 1049589"/>
              <a:gd name="connsiteX3" fmla="*/ 1626879 w 1626879"/>
              <a:gd name="connsiteY3" fmla="*/ 998904 h 1049589"/>
              <a:gd name="connsiteX4" fmla="*/ 1576194 w 1626879"/>
              <a:gd name="connsiteY4" fmla="*/ 1049589 h 1049589"/>
              <a:gd name="connsiteX5" fmla="*/ 50685 w 1626879"/>
              <a:gd name="connsiteY5" fmla="*/ 1049589 h 1049589"/>
              <a:gd name="connsiteX6" fmla="*/ 0 w 1626879"/>
              <a:gd name="connsiteY6" fmla="*/ 998904 h 1049589"/>
              <a:gd name="connsiteX7" fmla="*/ 0 w 1626879"/>
              <a:gd name="connsiteY7" fmla="*/ 50685 h 1049589"/>
              <a:gd name="connsiteX8" fmla="*/ 50685 w 1626879"/>
              <a:gd name="connsiteY8" fmla="*/ 0 h 104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6879" h="1049589">
                <a:moveTo>
                  <a:pt x="50685" y="0"/>
                </a:moveTo>
                <a:lnTo>
                  <a:pt x="1576194" y="0"/>
                </a:lnTo>
                <a:cubicBezTo>
                  <a:pt x="1604187" y="0"/>
                  <a:pt x="1626879" y="22692"/>
                  <a:pt x="1626879" y="50685"/>
                </a:cubicBezTo>
                <a:lnTo>
                  <a:pt x="1626879" y="998904"/>
                </a:lnTo>
                <a:cubicBezTo>
                  <a:pt x="1626879" y="1026897"/>
                  <a:pt x="1604187" y="1049589"/>
                  <a:pt x="1576194" y="1049589"/>
                </a:cubicBezTo>
                <a:lnTo>
                  <a:pt x="50685" y="1049589"/>
                </a:lnTo>
                <a:cubicBezTo>
                  <a:pt x="22692" y="1049589"/>
                  <a:pt x="0" y="1026897"/>
                  <a:pt x="0" y="998904"/>
                </a:cubicBezTo>
                <a:lnTo>
                  <a:pt x="0" y="50685"/>
                </a:lnTo>
                <a:cubicBezTo>
                  <a:pt x="0" y="22692"/>
                  <a:pt x="22692" y="0"/>
                  <a:pt x="50685" y="0"/>
                </a:cubicBezTo>
                <a:close/>
              </a:path>
            </a:pathLst>
          </a:custGeom>
        </p:spPr>
        <p:txBody>
          <a:bodyPr wrap="square">
            <a:noAutofit/>
          </a:bodyPr>
          <a:lstStyle>
            <a:lvl1pPr marL="0" indent="0">
              <a:buNone/>
              <a:defRPr/>
            </a:lvl1pPr>
          </a:lstStyle>
          <a:p>
            <a:r>
              <a:rPr lang="en-US" dirty="0"/>
              <a:t> </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lank">
    <p:bg>
      <p:bgPr>
        <a:solidFill>
          <a:schemeClr val="bg1"/>
        </a:solidFill>
        <a:effectLst/>
      </p:bgPr>
    </p:bg>
    <p:spTree>
      <p:nvGrpSpPr>
        <p:cNvPr id="1" name=""/>
        <p:cNvGrpSpPr/>
        <p:nvPr/>
      </p:nvGrpSpPr>
      <p:grpSpPr>
        <a:xfrm>
          <a:off x="0" y="0"/>
          <a:ext cx="0" cy="0"/>
          <a:chOff x="0" y="0"/>
          <a:chExt cx="0" cy="0"/>
        </a:xfrm>
      </p:grpSpPr>
      <p:sp>
        <p:nvSpPr>
          <p:cNvPr id="32" name="Picture Placeholder 31"/>
          <p:cNvSpPr>
            <a:spLocks noGrp="1"/>
          </p:cNvSpPr>
          <p:nvPr>
            <p:ph type="pic" sz="quarter" idx="10" hasCustomPrompt="1"/>
          </p:nvPr>
        </p:nvSpPr>
        <p:spPr>
          <a:xfrm>
            <a:off x="675721" y="2789048"/>
            <a:ext cx="520828" cy="520828"/>
          </a:xfrm>
          <a:custGeom>
            <a:avLst/>
            <a:gdLst>
              <a:gd name="connsiteX0" fmla="*/ 260414 w 520828"/>
              <a:gd name="connsiteY0" fmla="*/ 0 h 520828"/>
              <a:gd name="connsiteX1" fmla="*/ 520828 w 520828"/>
              <a:gd name="connsiteY1" fmla="*/ 260414 h 520828"/>
              <a:gd name="connsiteX2" fmla="*/ 260414 w 520828"/>
              <a:gd name="connsiteY2" fmla="*/ 520828 h 520828"/>
              <a:gd name="connsiteX3" fmla="*/ 0 w 520828"/>
              <a:gd name="connsiteY3" fmla="*/ 260414 h 520828"/>
              <a:gd name="connsiteX4" fmla="*/ 260414 w 520828"/>
              <a:gd name="connsiteY4" fmla="*/ 0 h 520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8" h="520828">
                <a:moveTo>
                  <a:pt x="260414" y="0"/>
                </a:moveTo>
                <a:cubicBezTo>
                  <a:pt x="404237" y="0"/>
                  <a:pt x="520828" y="116591"/>
                  <a:pt x="520828" y="260414"/>
                </a:cubicBezTo>
                <a:cubicBezTo>
                  <a:pt x="520828" y="404237"/>
                  <a:pt x="404237" y="520828"/>
                  <a:pt x="260414" y="520828"/>
                </a:cubicBezTo>
                <a:cubicBezTo>
                  <a:pt x="116591" y="520828"/>
                  <a:pt x="0" y="404237"/>
                  <a:pt x="0" y="260414"/>
                </a:cubicBezTo>
                <a:cubicBezTo>
                  <a:pt x="0" y="116591"/>
                  <a:pt x="116591" y="0"/>
                  <a:pt x="260414" y="0"/>
                </a:cubicBezTo>
                <a:close/>
              </a:path>
            </a:pathLst>
          </a:custGeom>
        </p:spPr>
        <p:txBody>
          <a:bodyPr wrap="square">
            <a:noAutofit/>
          </a:bodyPr>
          <a:lstStyle>
            <a:lvl1pPr>
              <a:defRPr sz="1200"/>
            </a:lvl1pPr>
          </a:lstStyle>
          <a:p>
            <a:r>
              <a:rPr lang="en-US" dirty="0"/>
              <a:t> </a:t>
            </a:r>
          </a:p>
        </p:txBody>
      </p:sp>
      <p:sp>
        <p:nvSpPr>
          <p:cNvPr id="33" name="Picture Placeholder 32"/>
          <p:cNvSpPr>
            <a:spLocks noGrp="1"/>
          </p:cNvSpPr>
          <p:nvPr>
            <p:ph type="pic" sz="quarter" idx="11" hasCustomPrompt="1"/>
          </p:nvPr>
        </p:nvSpPr>
        <p:spPr>
          <a:xfrm>
            <a:off x="675721" y="3689843"/>
            <a:ext cx="520828" cy="520828"/>
          </a:xfrm>
          <a:custGeom>
            <a:avLst/>
            <a:gdLst>
              <a:gd name="connsiteX0" fmla="*/ 260414 w 520828"/>
              <a:gd name="connsiteY0" fmla="*/ 0 h 520828"/>
              <a:gd name="connsiteX1" fmla="*/ 520828 w 520828"/>
              <a:gd name="connsiteY1" fmla="*/ 260414 h 520828"/>
              <a:gd name="connsiteX2" fmla="*/ 260414 w 520828"/>
              <a:gd name="connsiteY2" fmla="*/ 520828 h 520828"/>
              <a:gd name="connsiteX3" fmla="*/ 0 w 520828"/>
              <a:gd name="connsiteY3" fmla="*/ 260414 h 520828"/>
              <a:gd name="connsiteX4" fmla="*/ 260414 w 520828"/>
              <a:gd name="connsiteY4" fmla="*/ 0 h 520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8" h="520828">
                <a:moveTo>
                  <a:pt x="260414" y="0"/>
                </a:moveTo>
                <a:cubicBezTo>
                  <a:pt x="404237" y="0"/>
                  <a:pt x="520828" y="116591"/>
                  <a:pt x="520828" y="260414"/>
                </a:cubicBezTo>
                <a:cubicBezTo>
                  <a:pt x="520828" y="404237"/>
                  <a:pt x="404237" y="520828"/>
                  <a:pt x="260414" y="520828"/>
                </a:cubicBezTo>
                <a:cubicBezTo>
                  <a:pt x="116591" y="520828"/>
                  <a:pt x="0" y="404237"/>
                  <a:pt x="0" y="260414"/>
                </a:cubicBezTo>
                <a:cubicBezTo>
                  <a:pt x="0" y="116591"/>
                  <a:pt x="116591" y="0"/>
                  <a:pt x="260414" y="0"/>
                </a:cubicBezTo>
                <a:close/>
              </a:path>
            </a:pathLst>
          </a:custGeom>
        </p:spPr>
        <p:txBody>
          <a:bodyPr wrap="square">
            <a:noAutofit/>
          </a:bodyPr>
          <a:lstStyle>
            <a:lvl1pPr>
              <a:defRPr sz="1200"/>
            </a:lvl1pPr>
          </a:lstStyle>
          <a:p>
            <a:r>
              <a:rPr lang="en-US" dirty="0"/>
              <a:t> </a:t>
            </a:r>
          </a:p>
        </p:txBody>
      </p:sp>
      <p:sp>
        <p:nvSpPr>
          <p:cNvPr id="34" name="Picture Placeholder 33"/>
          <p:cNvSpPr>
            <a:spLocks noGrp="1"/>
          </p:cNvSpPr>
          <p:nvPr>
            <p:ph type="pic" sz="quarter" idx="12" hasCustomPrompt="1"/>
          </p:nvPr>
        </p:nvSpPr>
        <p:spPr>
          <a:xfrm>
            <a:off x="675721" y="4590638"/>
            <a:ext cx="520828" cy="520828"/>
          </a:xfrm>
          <a:custGeom>
            <a:avLst/>
            <a:gdLst>
              <a:gd name="connsiteX0" fmla="*/ 260414 w 520828"/>
              <a:gd name="connsiteY0" fmla="*/ 0 h 520828"/>
              <a:gd name="connsiteX1" fmla="*/ 520828 w 520828"/>
              <a:gd name="connsiteY1" fmla="*/ 260414 h 520828"/>
              <a:gd name="connsiteX2" fmla="*/ 260414 w 520828"/>
              <a:gd name="connsiteY2" fmla="*/ 520828 h 520828"/>
              <a:gd name="connsiteX3" fmla="*/ 0 w 520828"/>
              <a:gd name="connsiteY3" fmla="*/ 260414 h 520828"/>
              <a:gd name="connsiteX4" fmla="*/ 260414 w 520828"/>
              <a:gd name="connsiteY4" fmla="*/ 0 h 520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8" h="520828">
                <a:moveTo>
                  <a:pt x="260414" y="0"/>
                </a:moveTo>
                <a:cubicBezTo>
                  <a:pt x="404237" y="0"/>
                  <a:pt x="520828" y="116591"/>
                  <a:pt x="520828" y="260414"/>
                </a:cubicBezTo>
                <a:cubicBezTo>
                  <a:pt x="520828" y="404237"/>
                  <a:pt x="404237" y="520828"/>
                  <a:pt x="260414" y="520828"/>
                </a:cubicBezTo>
                <a:cubicBezTo>
                  <a:pt x="116591" y="520828"/>
                  <a:pt x="0" y="404237"/>
                  <a:pt x="0" y="260414"/>
                </a:cubicBezTo>
                <a:cubicBezTo>
                  <a:pt x="0" y="116591"/>
                  <a:pt x="116591" y="0"/>
                  <a:pt x="260414" y="0"/>
                </a:cubicBezTo>
                <a:close/>
              </a:path>
            </a:pathLst>
          </a:custGeom>
        </p:spPr>
        <p:txBody>
          <a:bodyPr wrap="square">
            <a:noAutofit/>
          </a:bodyPr>
          <a:lstStyle>
            <a:lvl1pPr>
              <a:defRPr sz="1200"/>
            </a:lvl1pPr>
          </a:lstStyle>
          <a:p>
            <a:r>
              <a:rPr lang="en-US" dirty="0"/>
              <a:t> </a:t>
            </a:r>
          </a:p>
        </p:txBody>
      </p:sp>
      <p:sp>
        <p:nvSpPr>
          <p:cNvPr id="35" name="Picture Placeholder 34"/>
          <p:cNvSpPr>
            <a:spLocks noGrp="1"/>
          </p:cNvSpPr>
          <p:nvPr>
            <p:ph type="pic" sz="quarter" idx="13" hasCustomPrompt="1"/>
          </p:nvPr>
        </p:nvSpPr>
        <p:spPr>
          <a:xfrm>
            <a:off x="675721" y="5491432"/>
            <a:ext cx="520828" cy="520828"/>
          </a:xfrm>
          <a:custGeom>
            <a:avLst/>
            <a:gdLst>
              <a:gd name="connsiteX0" fmla="*/ 260414 w 520828"/>
              <a:gd name="connsiteY0" fmla="*/ 0 h 520828"/>
              <a:gd name="connsiteX1" fmla="*/ 520828 w 520828"/>
              <a:gd name="connsiteY1" fmla="*/ 260414 h 520828"/>
              <a:gd name="connsiteX2" fmla="*/ 260414 w 520828"/>
              <a:gd name="connsiteY2" fmla="*/ 520828 h 520828"/>
              <a:gd name="connsiteX3" fmla="*/ 0 w 520828"/>
              <a:gd name="connsiteY3" fmla="*/ 260414 h 520828"/>
              <a:gd name="connsiteX4" fmla="*/ 260414 w 520828"/>
              <a:gd name="connsiteY4" fmla="*/ 0 h 520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8" h="520828">
                <a:moveTo>
                  <a:pt x="260414" y="0"/>
                </a:moveTo>
                <a:cubicBezTo>
                  <a:pt x="404237" y="0"/>
                  <a:pt x="520828" y="116591"/>
                  <a:pt x="520828" y="260414"/>
                </a:cubicBezTo>
                <a:cubicBezTo>
                  <a:pt x="520828" y="404237"/>
                  <a:pt x="404237" y="520828"/>
                  <a:pt x="260414" y="520828"/>
                </a:cubicBezTo>
                <a:cubicBezTo>
                  <a:pt x="116591" y="520828"/>
                  <a:pt x="0" y="404237"/>
                  <a:pt x="0" y="260414"/>
                </a:cubicBezTo>
                <a:cubicBezTo>
                  <a:pt x="0" y="116591"/>
                  <a:pt x="116591" y="0"/>
                  <a:pt x="260414" y="0"/>
                </a:cubicBezTo>
                <a:close/>
              </a:path>
            </a:pathLst>
          </a:custGeom>
        </p:spPr>
        <p:txBody>
          <a:bodyPr wrap="square">
            <a:noAutofit/>
          </a:bodyPr>
          <a:lstStyle>
            <a:lvl1pPr>
              <a:defRPr sz="1200"/>
            </a:lvl1pPr>
          </a:lstStyle>
          <a:p>
            <a:r>
              <a:rPr lang="en-US" dirty="0"/>
              <a:t> </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list-Item">
    <p:spTree>
      <p:nvGrpSpPr>
        <p:cNvPr id="1" name=""/>
        <p:cNvGrpSpPr/>
        <p:nvPr/>
      </p:nvGrpSpPr>
      <p:grpSpPr>
        <a:xfrm>
          <a:off x="0" y="0"/>
          <a:ext cx="0" cy="0"/>
          <a:chOff x="0" y="0"/>
          <a:chExt cx="0" cy="0"/>
        </a:xfrm>
      </p:grpSpPr>
      <p:sp>
        <p:nvSpPr>
          <p:cNvPr id="11" name="Picture Placeholder 10"/>
          <p:cNvSpPr>
            <a:spLocks noGrp="1"/>
          </p:cNvSpPr>
          <p:nvPr>
            <p:ph type="pic" sz="quarter" idx="10"/>
          </p:nvPr>
        </p:nvSpPr>
        <p:spPr>
          <a:xfrm>
            <a:off x="758845" y="4661075"/>
            <a:ext cx="276999" cy="276998"/>
          </a:xfrm>
          <a:custGeom>
            <a:avLst/>
            <a:gdLst>
              <a:gd name="connsiteX0" fmla="*/ 46167 w 276999"/>
              <a:gd name="connsiteY0" fmla="*/ 0 h 276998"/>
              <a:gd name="connsiteX1" fmla="*/ 230832 w 276999"/>
              <a:gd name="connsiteY1" fmla="*/ 0 h 276998"/>
              <a:gd name="connsiteX2" fmla="*/ 276999 w 276999"/>
              <a:gd name="connsiteY2" fmla="*/ 46167 h 276998"/>
              <a:gd name="connsiteX3" fmla="*/ 276999 w 276999"/>
              <a:gd name="connsiteY3" fmla="*/ 230831 h 276998"/>
              <a:gd name="connsiteX4" fmla="*/ 230832 w 276999"/>
              <a:gd name="connsiteY4" fmla="*/ 276998 h 276998"/>
              <a:gd name="connsiteX5" fmla="*/ 46167 w 276999"/>
              <a:gd name="connsiteY5" fmla="*/ 276998 h 276998"/>
              <a:gd name="connsiteX6" fmla="*/ 0 w 276999"/>
              <a:gd name="connsiteY6" fmla="*/ 230831 h 276998"/>
              <a:gd name="connsiteX7" fmla="*/ 0 w 276999"/>
              <a:gd name="connsiteY7" fmla="*/ 46167 h 276998"/>
              <a:gd name="connsiteX8" fmla="*/ 46167 w 276999"/>
              <a:gd name="connsiteY8" fmla="*/ 0 h 276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6999" h="276998">
                <a:moveTo>
                  <a:pt x="46167" y="0"/>
                </a:moveTo>
                <a:lnTo>
                  <a:pt x="230832" y="0"/>
                </a:lnTo>
                <a:cubicBezTo>
                  <a:pt x="256329" y="0"/>
                  <a:pt x="276999" y="20670"/>
                  <a:pt x="276999" y="46167"/>
                </a:cubicBezTo>
                <a:lnTo>
                  <a:pt x="276999" y="230831"/>
                </a:lnTo>
                <a:cubicBezTo>
                  <a:pt x="276999" y="256328"/>
                  <a:pt x="256329" y="276998"/>
                  <a:pt x="230832" y="276998"/>
                </a:cubicBezTo>
                <a:lnTo>
                  <a:pt x="46167" y="276998"/>
                </a:lnTo>
                <a:cubicBezTo>
                  <a:pt x="20670" y="276998"/>
                  <a:pt x="0" y="256328"/>
                  <a:pt x="0" y="230831"/>
                </a:cubicBezTo>
                <a:lnTo>
                  <a:pt x="0" y="46167"/>
                </a:lnTo>
                <a:cubicBezTo>
                  <a:pt x="0" y="20670"/>
                  <a:pt x="20670" y="0"/>
                  <a:pt x="46167" y="0"/>
                </a:cubicBezTo>
                <a:close/>
              </a:path>
            </a:pathLst>
          </a:custGeom>
        </p:spPr>
        <p:txBody>
          <a:bodyPr wrap="square">
            <a:noAutofit/>
          </a:bodyPr>
          <a:lstStyle/>
          <a:p>
            <a:endParaRPr lang="en-US" dirty="0"/>
          </a:p>
        </p:txBody>
      </p:sp>
      <p:sp>
        <p:nvSpPr>
          <p:cNvPr id="10" name="Picture Placeholder 9"/>
          <p:cNvSpPr>
            <a:spLocks noGrp="1"/>
          </p:cNvSpPr>
          <p:nvPr>
            <p:ph type="pic" sz="quarter" idx="11"/>
          </p:nvPr>
        </p:nvSpPr>
        <p:spPr>
          <a:xfrm>
            <a:off x="761043" y="5092446"/>
            <a:ext cx="276999" cy="276998"/>
          </a:xfrm>
          <a:custGeom>
            <a:avLst/>
            <a:gdLst>
              <a:gd name="connsiteX0" fmla="*/ 46167 w 276999"/>
              <a:gd name="connsiteY0" fmla="*/ 0 h 276998"/>
              <a:gd name="connsiteX1" fmla="*/ 230832 w 276999"/>
              <a:gd name="connsiteY1" fmla="*/ 0 h 276998"/>
              <a:gd name="connsiteX2" fmla="*/ 276999 w 276999"/>
              <a:gd name="connsiteY2" fmla="*/ 46167 h 276998"/>
              <a:gd name="connsiteX3" fmla="*/ 276999 w 276999"/>
              <a:gd name="connsiteY3" fmla="*/ 230831 h 276998"/>
              <a:gd name="connsiteX4" fmla="*/ 230832 w 276999"/>
              <a:gd name="connsiteY4" fmla="*/ 276998 h 276998"/>
              <a:gd name="connsiteX5" fmla="*/ 46167 w 276999"/>
              <a:gd name="connsiteY5" fmla="*/ 276998 h 276998"/>
              <a:gd name="connsiteX6" fmla="*/ 0 w 276999"/>
              <a:gd name="connsiteY6" fmla="*/ 230831 h 276998"/>
              <a:gd name="connsiteX7" fmla="*/ 0 w 276999"/>
              <a:gd name="connsiteY7" fmla="*/ 46167 h 276998"/>
              <a:gd name="connsiteX8" fmla="*/ 46167 w 276999"/>
              <a:gd name="connsiteY8" fmla="*/ 0 h 276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6999" h="276998">
                <a:moveTo>
                  <a:pt x="46167" y="0"/>
                </a:moveTo>
                <a:lnTo>
                  <a:pt x="230832" y="0"/>
                </a:lnTo>
                <a:cubicBezTo>
                  <a:pt x="256329" y="0"/>
                  <a:pt x="276999" y="20670"/>
                  <a:pt x="276999" y="46167"/>
                </a:cubicBezTo>
                <a:lnTo>
                  <a:pt x="276999" y="230831"/>
                </a:lnTo>
                <a:cubicBezTo>
                  <a:pt x="276999" y="256328"/>
                  <a:pt x="256329" y="276998"/>
                  <a:pt x="230832" y="276998"/>
                </a:cubicBezTo>
                <a:lnTo>
                  <a:pt x="46167" y="276998"/>
                </a:lnTo>
                <a:cubicBezTo>
                  <a:pt x="20670" y="276998"/>
                  <a:pt x="0" y="256328"/>
                  <a:pt x="0" y="230831"/>
                </a:cubicBezTo>
                <a:lnTo>
                  <a:pt x="0" y="46167"/>
                </a:lnTo>
                <a:cubicBezTo>
                  <a:pt x="0" y="20670"/>
                  <a:pt x="20670" y="0"/>
                  <a:pt x="46167" y="0"/>
                </a:cubicBezTo>
                <a:close/>
              </a:path>
            </a:pathLst>
          </a:custGeom>
        </p:spPr>
        <p:txBody>
          <a:bodyPr wrap="square">
            <a:noAutofit/>
          </a:bodyPr>
          <a:lstStyle/>
          <a:p>
            <a:endParaRPr lang="en-US"/>
          </a:p>
        </p:txBody>
      </p:sp>
      <p:sp>
        <p:nvSpPr>
          <p:cNvPr id="9" name="Picture Placeholder 8"/>
          <p:cNvSpPr>
            <a:spLocks noGrp="1"/>
          </p:cNvSpPr>
          <p:nvPr>
            <p:ph type="pic" sz="quarter" idx="12"/>
          </p:nvPr>
        </p:nvSpPr>
        <p:spPr>
          <a:xfrm>
            <a:off x="761043" y="5562066"/>
            <a:ext cx="276999" cy="276998"/>
          </a:xfrm>
          <a:custGeom>
            <a:avLst/>
            <a:gdLst>
              <a:gd name="connsiteX0" fmla="*/ 46167 w 276999"/>
              <a:gd name="connsiteY0" fmla="*/ 0 h 276998"/>
              <a:gd name="connsiteX1" fmla="*/ 230832 w 276999"/>
              <a:gd name="connsiteY1" fmla="*/ 0 h 276998"/>
              <a:gd name="connsiteX2" fmla="*/ 276999 w 276999"/>
              <a:gd name="connsiteY2" fmla="*/ 46167 h 276998"/>
              <a:gd name="connsiteX3" fmla="*/ 276999 w 276999"/>
              <a:gd name="connsiteY3" fmla="*/ 230831 h 276998"/>
              <a:gd name="connsiteX4" fmla="*/ 230832 w 276999"/>
              <a:gd name="connsiteY4" fmla="*/ 276998 h 276998"/>
              <a:gd name="connsiteX5" fmla="*/ 46167 w 276999"/>
              <a:gd name="connsiteY5" fmla="*/ 276998 h 276998"/>
              <a:gd name="connsiteX6" fmla="*/ 0 w 276999"/>
              <a:gd name="connsiteY6" fmla="*/ 230831 h 276998"/>
              <a:gd name="connsiteX7" fmla="*/ 0 w 276999"/>
              <a:gd name="connsiteY7" fmla="*/ 46167 h 276998"/>
              <a:gd name="connsiteX8" fmla="*/ 46167 w 276999"/>
              <a:gd name="connsiteY8" fmla="*/ 0 h 276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6999" h="276998">
                <a:moveTo>
                  <a:pt x="46167" y="0"/>
                </a:moveTo>
                <a:lnTo>
                  <a:pt x="230832" y="0"/>
                </a:lnTo>
                <a:cubicBezTo>
                  <a:pt x="256329" y="0"/>
                  <a:pt x="276999" y="20670"/>
                  <a:pt x="276999" y="46167"/>
                </a:cubicBezTo>
                <a:lnTo>
                  <a:pt x="276999" y="230831"/>
                </a:lnTo>
                <a:cubicBezTo>
                  <a:pt x="276999" y="256328"/>
                  <a:pt x="256329" y="276998"/>
                  <a:pt x="230832" y="276998"/>
                </a:cubicBezTo>
                <a:lnTo>
                  <a:pt x="46167" y="276998"/>
                </a:lnTo>
                <a:cubicBezTo>
                  <a:pt x="20670" y="276998"/>
                  <a:pt x="0" y="256328"/>
                  <a:pt x="0" y="230831"/>
                </a:cubicBezTo>
                <a:lnTo>
                  <a:pt x="0" y="46167"/>
                </a:lnTo>
                <a:cubicBezTo>
                  <a:pt x="0" y="20670"/>
                  <a:pt x="20670" y="0"/>
                  <a:pt x="46167" y="0"/>
                </a:cubicBezTo>
                <a:close/>
              </a:path>
            </a:pathLst>
          </a:custGeom>
        </p:spPr>
        <p:txBody>
          <a:bodyPr wrap="square">
            <a:noAutofit/>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16" name="Picture Placeholder 15"/>
          <p:cNvSpPr>
            <a:spLocks noGrp="1"/>
          </p:cNvSpPr>
          <p:nvPr>
            <p:ph type="pic" sz="quarter" idx="14"/>
          </p:nvPr>
        </p:nvSpPr>
        <p:spPr>
          <a:xfrm>
            <a:off x="4623115" y="4333853"/>
            <a:ext cx="580103" cy="580103"/>
          </a:xfrm>
          <a:custGeom>
            <a:avLst/>
            <a:gdLst>
              <a:gd name="connsiteX0" fmla="*/ 62396 w 580103"/>
              <a:gd name="connsiteY0" fmla="*/ 0 h 580103"/>
              <a:gd name="connsiteX1" fmla="*/ 517707 w 580103"/>
              <a:gd name="connsiteY1" fmla="*/ 0 h 580103"/>
              <a:gd name="connsiteX2" fmla="*/ 580103 w 580103"/>
              <a:gd name="connsiteY2" fmla="*/ 62396 h 580103"/>
              <a:gd name="connsiteX3" fmla="*/ 580103 w 580103"/>
              <a:gd name="connsiteY3" fmla="*/ 517707 h 580103"/>
              <a:gd name="connsiteX4" fmla="*/ 517707 w 580103"/>
              <a:gd name="connsiteY4" fmla="*/ 580103 h 580103"/>
              <a:gd name="connsiteX5" fmla="*/ 62396 w 580103"/>
              <a:gd name="connsiteY5" fmla="*/ 580103 h 580103"/>
              <a:gd name="connsiteX6" fmla="*/ 0 w 580103"/>
              <a:gd name="connsiteY6" fmla="*/ 517707 h 580103"/>
              <a:gd name="connsiteX7" fmla="*/ 0 w 580103"/>
              <a:gd name="connsiteY7" fmla="*/ 62396 h 580103"/>
              <a:gd name="connsiteX8" fmla="*/ 62396 w 580103"/>
              <a:gd name="connsiteY8" fmla="*/ 0 h 580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103" h="580103">
                <a:moveTo>
                  <a:pt x="62396" y="0"/>
                </a:moveTo>
                <a:lnTo>
                  <a:pt x="517707" y="0"/>
                </a:lnTo>
                <a:cubicBezTo>
                  <a:pt x="552167" y="0"/>
                  <a:pt x="580103" y="27936"/>
                  <a:pt x="580103" y="62396"/>
                </a:cubicBezTo>
                <a:lnTo>
                  <a:pt x="580103" y="517707"/>
                </a:lnTo>
                <a:cubicBezTo>
                  <a:pt x="580103" y="552167"/>
                  <a:pt x="552167" y="580103"/>
                  <a:pt x="517707" y="580103"/>
                </a:cubicBezTo>
                <a:lnTo>
                  <a:pt x="62396" y="580103"/>
                </a:lnTo>
                <a:cubicBezTo>
                  <a:pt x="27936" y="580103"/>
                  <a:pt x="0" y="552167"/>
                  <a:pt x="0" y="517707"/>
                </a:cubicBezTo>
                <a:lnTo>
                  <a:pt x="0" y="62396"/>
                </a:lnTo>
                <a:cubicBezTo>
                  <a:pt x="0" y="27936"/>
                  <a:pt x="27936" y="0"/>
                  <a:pt x="62396" y="0"/>
                </a:cubicBezTo>
                <a:close/>
              </a:path>
            </a:pathLst>
          </a:custGeom>
        </p:spPr>
        <p:txBody>
          <a:bodyPr wrap="square">
            <a:noAutofit/>
          </a:bodyPr>
          <a:lstStyle>
            <a:lvl1pPr marL="0" indent="0">
              <a:buNone/>
              <a:defRPr sz="900"/>
            </a:lvl1pPr>
          </a:lstStyle>
          <a:p>
            <a:endParaRPr lang="en-US" dirty="0"/>
          </a:p>
        </p:txBody>
      </p:sp>
      <p:sp>
        <p:nvSpPr>
          <p:cNvPr id="17" name="Picture Placeholder 16"/>
          <p:cNvSpPr>
            <a:spLocks noGrp="1"/>
          </p:cNvSpPr>
          <p:nvPr>
            <p:ph type="pic" sz="quarter" idx="15"/>
          </p:nvPr>
        </p:nvSpPr>
        <p:spPr>
          <a:xfrm>
            <a:off x="8299768" y="4333853"/>
            <a:ext cx="580103" cy="580103"/>
          </a:xfrm>
          <a:custGeom>
            <a:avLst/>
            <a:gdLst>
              <a:gd name="connsiteX0" fmla="*/ 62396 w 580103"/>
              <a:gd name="connsiteY0" fmla="*/ 0 h 580103"/>
              <a:gd name="connsiteX1" fmla="*/ 517707 w 580103"/>
              <a:gd name="connsiteY1" fmla="*/ 0 h 580103"/>
              <a:gd name="connsiteX2" fmla="*/ 580103 w 580103"/>
              <a:gd name="connsiteY2" fmla="*/ 62396 h 580103"/>
              <a:gd name="connsiteX3" fmla="*/ 580103 w 580103"/>
              <a:gd name="connsiteY3" fmla="*/ 517707 h 580103"/>
              <a:gd name="connsiteX4" fmla="*/ 517707 w 580103"/>
              <a:gd name="connsiteY4" fmla="*/ 580103 h 580103"/>
              <a:gd name="connsiteX5" fmla="*/ 62396 w 580103"/>
              <a:gd name="connsiteY5" fmla="*/ 580103 h 580103"/>
              <a:gd name="connsiteX6" fmla="*/ 0 w 580103"/>
              <a:gd name="connsiteY6" fmla="*/ 517707 h 580103"/>
              <a:gd name="connsiteX7" fmla="*/ 0 w 580103"/>
              <a:gd name="connsiteY7" fmla="*/ 62396 h 580103"/>
              <a:gd name="connsiteX8" fmla="*/ 62396 w 580103"/>
              <a:gd name="connsiteY8" fmla="*/ 0 h 580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103" h="580103">
                <a:moveTo>
                  <a:pt x="62396" y="0"/>
                </a:moveTo>
                <a:lnTo>
                  <a:pt x="517707" y="0"/>
                </a:lnTo>
                <a:cubicBezTo>
                  <a:pt x="552167" y="0"/>
                  <a:pt x="580103" y="27936"/>
                  <a:pt x="580103" y="62396"/>
                </a:cubicBezTo>
                <a:lnTo>
                  <a:pt x="580103" y="517707"/>
                </a:lnTo>
                <a:cubicBezTo>
                  <a:pt x="580103" y="552167"/>
                  <a:pt x="552167" y="580103"/>
                  <a:pt x="517707" y="580103"/>
                </a:cubicBezTo>
                <a:lnTo>
                  <a:pt x="62396" y="580103"/>
                </a:lnTo>
                <a:cubicBezTo>
                  <a:pt x="27936" y="580103"/>
                  <a:pt x="0" y="552167"/>
                  <a:pt x="0" y="517707"/>
                </a:cubicBezTo>
                <a:lnTo>
                  <a:pt x="0" y="62396"/>
                </a:lnTo>
                <a:cubicBezTo>
                  <a:pt x="0" y="27936"/>
                  <a:pt x="27936" y="0"/>
                  <a:pt x="62396" y="0"/>
                </a:cubicBezTo>
                <a:close/>
              </a:path>
            </a:pathLst>
          </a:custGeom>
        </p:spPr>
        <p:txBody>
          <a:bodyPr wrap="square">
            <a:noAutofit/>
          </a:bodyPr>
          <a:lstStyle>
            <a:lvl1pPr marL="0" indent="0">
              <a:buNone/>
              <a:defRPr sz="900"/>
            </a:lvl1pPr>
          </a:lstStyle>
          <a:p>
            <a:endParaRPr lang="en-US" dirty="0"/>
          </a:p>
        </p:txBody>
      </p:sp>
      <p:sp>
        <p:nvSpPr>
          <p:cNvPr id="15" name="Picture Placeholder 14"/>
          <p:cNvSpPr>
            <a:spLocks noGrp="1"/>
          </p:cNvSpPr>
          <p:nvPr>
            <p:ph type="pic" sz="quarter" idx="13"/>
          </p:nvPr>
        </p:nvSpPr>
        <p:spPr>
          <a:xfrm>
            <a:off x="946462" y="4333853"/>
            <a:ext cx="580103" cy="580103"/>
          </a:xfrm>
          <a:custGeom>
            <a:avLst/>
            <a:gdLst>
              <a:gd name="connsiteX0" fmla="*/ 62396 w 580103"/>
              <a:gd name="connsiteY0" fmla="*/ 0 h 580103"/>
              <a:gd name="connsiteX1" fmla="*/ 517707 w 580103"/>
              <a:gd name="connsiteY1" fmla="*/ 0 h 580103"/>
              <a:gd name="connsiteX2" fmla="*/ 580103 w 580103"/>
              <a:gd name="connsiteY2" fmla="*/ 62396 h 580103"/>
              <a:gd name="connsiteX3" fmla="*/ 580103 w 580103"/>
              <a:gd name="connsiteY3" fmla="*/ 517707 h 580103"/>
              <a:gd name="connsiteX4" fmla="*/ 517707 w 580103"/>
              <a:gd name="connsiteY4" fmla="*/ 580103 h 580103"/>
              <a:gd name="connsiteX5" fmla="*/ 62396 w 580103"/>
              <a:gd name="connsiteY5" fmla="*/ 580103 h 580103"/>
              <a:gd name="connsiteX6" fmla="*/ 0 w 580103"/>
              <a:gd name="connsiteY6" fmla="*/ 517707 h 580103"/>
              <a:gd name="connsiteX7" fmla="*/ 0 w 580103"/>
              <a:gd name="connsiteY7" fmla="*/ 62396 h 580103"/>
              <a:gd name="connsiteX8" fmla="*/ 62396 w 580103"/>
              <a:gd name="connsiteY8" fmla="*/ 0 h 580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103" h="580103">
                <a:moveTo>
                  <a:pt x="62396" y="0"/>
                </a:moveTo>
                <a:lnTo>
                  <a:pt x="517707" y="0"/>
                </a:lnTo>
                <a:cubicBezTo>
                  <a:pt x="552167" y="0"/>
                  <a:pt x="580103" y="27936"/>
                  <a:pt x="580103" y="62396"/>
                </a:cubicBezTo>
                <a:lnTo>
                  <a:pt x="580103" y="517707"/>
                </a:lnTo>
                <a:cubicBezTo>
                  <a:pt x="580103" y="552167"/>
                  <a:pt x="552167" y="580103"/>
                  <a:pt x="517707" y="580103"/>
                </a:cubicBezTo>
                <a:lnTo>
                  <a:pt x="62396" y="580103"/>
                </a:lnTo>
                <a:cubicBezTo>
                  <a:pt x="27936" y="580103"/>
                  <a:pt x="0" y="552167"/>
                  <a:pt x="0" y="517707"/>
                </a:cubicBezTo>
                <a:lnTo>
                  <a:pt x="0" y="62396"/>
                </a:lnTo>
                <a:cubicBezTo>
                  <a:pt x="0" y="27936"/>
                  <a:pt x="27936" y="0"/>
                  <a:pt x="62396" y="0"/>
                </a:cubicBezTo>
                <a:close/>
              </a:path>
            </a:pathLst>
          </a:custGeom>
        </p:spPr>
        <p:txBody>
          <a:bodyPr wrap="square">
            <a:noAutofit/>
          </a:bodyPr>
          <a:lstStyle>
            <a:lvl1pPr marL="0" indent="0">
              <a:buNone/>
              <a:defRPr sz="900"/>
            </a:lvl1pPr>
          </a:lstStyle>
          <a:p>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list-Item">
    <p:spTree>
      <p:nvGrpSpPr>
        <p:cNvPr id="1" name=""/>
        <p:cNvGrpSpPr/>
        <p:nvPr/>
      </p:nvGrpSpPr>
      <p:grpSpPr>
        <a:xfrm>
          <a:off x="0" y="0"/>
          <a:ext cx="0" cy="0"/>
          <a:chOff x="0" y="0"/>
          <a:chExt cx="0" cy="0"/>
        </a:xfrm>
      </p:grpSpPr>
      <p:sp>
        <p:nvSpPr>
          <p:cNvPr id="37" name="Picture Placeholder 36"/>
          <p:cNvSpPr>
            <a:spLocks noGrp="1"/>
          </p:cNvSpPr>
          <p:nvPr>
            <p:ph type="pic" sz="quarter" idx="10"/>
          </p:nvPr>
        </p:nvSpPr>
        <p:spPr>
          <a:xfrm>
            <a:off x="761042" y="4567044"/>
            <a:ext cx="276999" cy="276999"/>
          </a:xfrm>
          <a:prstGeom prst="roundRect">
            <a:avLst>
              <a:gd name="adj" fmla="val 8643"/>
            </a:avLst>
          </a:prstGeom>
          <a:noFill/>
          <a:ln w="6350">
            <a:noFill/>
          </a:ln>
        </p:spPr>
        <p:txBody>
          <a:bodyPr wrap="square">
            <a:noAutofit/>
          </a:bodyPr>
          <a:lstStyle/>
          <a:p>
            <a:endParaRPr lang="en-US" dirty="0"/>
          </a:p>
        </p:txBody>
      </p:sp>
      <p:sp>
        <p:nvSpPr>
          <p:cNvPr id="38" name="Picture Placeholder 37"/>
          <p:cNvSpPr>
            <a:spLocks noGrp="1"/>
          </p:cNvSpPr>
          <p:nvPr>
            <p:ph type="pic" sz="quarter" idx="11"/>
          </p:nvPr>
        </p:nvSpPr>
        <p:spPr>
          <a:xfrm>
            <a:off x="761042" y="5026545"/>
            <a:ext cx="276999" cy="276999"/>
          </a:xfrm>
          <a:prstGeom prst="roundRect">
            <a:avLst>
              <a:gd name="adj" fmla="val 9790"/>
            </a:avLst>
          </a:prstGeom>
          <a:noFill/>
          <a:ln w="6350">
            <a:noFill/>
          </a:ln>
        </p:spPr>
        <p:txBody>
          <a:bodyPr wrap="square">
            <a:noAutofit/>
          </a:bodyPr>
          <a:lstStyle/>
          <a:p>
            <a:endParaRPr lang="en-US" dirty="0"/>
          </a:p>
        </p:txBody>
      </p:sp>
      <p:sp>
        <p:nvSpPr>
          <p:cNvPr id="39" name="Picture Placeholder 38"/>
          <p:cNvSpPr>
            <a:spLocks noGrp="1"/>
          </p:cNvSpPr>
          <p:nvPr>
            <p:ph type="pic" sz="quarter" idx="12"/>
          </p:nvPr>
        </p:nvSpPr>
        <p:spPr>
          <a:xfrm>
            <a:off x="761042" y="5486044"/>
            <a:ext cx="276999" cy="276999"/>
          </a:xfrm>
          <a:prstGeom prst="roundRect">
            <a:avLst>
              <a:gd name="adj" fmla="val 12082"/>
            </a:avLst>
          </a:prstGeom>
          <a:noFill/>
          <a:ln w="6350">
            <a:noFill/>
          </a:ln>
        </p:spPr>
        <p:txBody>
          <a:bodyPr wrap="square">
            <a:noAutofit/>
          </a:bodyPr>
          <a:lstStyle/>
          <a:p>
            <a:endParaRPr lang="en-US" dirty="0"/>
          </a:p>
        </p:txBody>
      </p:sp>
      <p:sp>
        <p:nvSpPr>
          <p:cNvPr id="34" name="Picture Placeholder 33"/>
          <p:cNvSpPr>
            <a:spLocks noGrp="1"/>
          </p:cNvSpPr>
          <p:nvPr>
            <p:ph type="pic" sz="quarter" idx="13"/>
          </p:nvPr>
        </p:nvSpPr>
        <p:spPr>
          <a:xfrm>
            <a:off x="4584765" y="4567044"/>
            <a:ext cx="276999" cy="276999"/>
          </a:xfrm>
          <a:prstGeom prst="roundRect">
            <a:avLst>
              <a:gd name="adj" fmla="val 10936"/>
            </a:avLst>
          </a:prstGeom>
          <a:noFill/>
          <a:ln w="6350">
            <a:noFill/>
          </a:ln>
        </p:spPr>
        <p:txBody>
          <a:bodyPr wrap="square">
            <a:noAutofit/>
          </a:bodyPr>
          <a:lstStyle/>
          <a:p>
            <a:endParaRPr lang="en-US" dirty="0"/>
          </a:p>
        </p:txBody>
      </p:sp>
      <p:sp>
        <p:nvSpPr>
          <p:cNvPr id="35" name="Picture Placeholder 34"/>
          <p:cNvSpPr>
            <a:spLocks noGrp="1"/>
          </p:cNvSpPr>
          <p:nvPr>
            <p:ph type="pic" sz="quarter" idx="14"/>
          </p:nvPr>
        </p:nvSpPr>
        <p:spPr>
          <a:xfrm>
            <a:off x="4584765" y="5026545"/>
            <a:ext cx="276999" cy="276999"/>
          </a:xfrm>
          <a:prstGeom prst="roundRect">
            <a:avLst>
              <a:gd name="adj" fmla="val 9790"/>
            </a:avLst>
          </a:prstGeom>
          <a:noFill/>
          <a:ln w="6350">
            <a:noFill/>
          </a:ln>
        </p:spPr>
        <p:txBody>
          <a:bodyPr wrap="square">
            <a:noAutofit/>
          </a:bodyPr>
          <a:lstStyle/>
          <a:p>
            <a:endParaRPr lang="en-US"/>
          </a:p>
        </p:txBody>
      </p:sp>
      <p:sp>
        <p:nvSpPr>
          <p:cNvPr id="36" name="Picture Placeholder 35"/>
          <p:cNvSpPr>
            <a:spLocks noGrp="1"/>
          </p:cNvSpPr>
          <p:nvPr>
            <p:ph type="pic" sz="quarter" idx="15"/>
          </p:nvPr>
        </p:nvSpPr>
        <p:spPr>
          <a:xfrm>
            <a:off x="4584765" y="5486044"/>
            <a:ext cx="276999" cy="276999"/>
          </a:xfrm>
          <a:prstGeom prst="roundRect">
            <a:avLst>
              <a:gd name="adj" fmla="val 8643"/>
            </a:avLst>
          </a:prstGeom>
          <a:noFill/>
          <a:ln w="6350">
            <a:noFill/>
          </a:ln>
        </p:spPr>
        <p:txBody>
          <a:bodyPr wrap="square">
            <a:noAutofit/>
          </a:bodyPr>
          <a:lstStyle/>
          <a:p>
            <a:endParaRPr lang="en-US" dirty="0"/>
          </a:p>
        </p:txBody>
      </p:sp>
      <p:sp>
        <p:nvSpPr>
          <p:cNvPr id="33" name="Picture Placeholder 32"/>
          <p:cNvSpPr>
            <a:spLocks noGrp="1"/>
          </p:cNvSpPr>
          <p:nvPr>
            <p:ph type="pic" sz="quarter" idx="16"/>
          </p:nvPr>
        </p:nvSpPr>
        <p:spPr>
          <a:xfrm>
            <a:off x="8386851" y="4567044"/>
            <a:ext cx="276999" cy="276999"/>
          </a:xfrm>
          <a:prstGeom prst="roundRect">
            <a:avLst>
              <a:gd name="adj" fmla="val 8070"/>
            </a:avLst>
          </a:prstGeom>
          <a:noFill/>
          <a:ln w="6350">
            <a:noFill/>
          </a:ln>
        </p:spPr>
        <p:txBody>
          <a:bodyPr wrap="square">
            <a:noAutofit/>
          </a:bodyPr>
          <a:lstStyle/>
          <a:p>
            <a:endParaRPr lang="en-US" dirty="0"/>
          </a:p>
        </p:txBody>
      </p:sp>
      <p:sp>
        <p:nvSpPr>
          <p:cNvPr id="32" name="Picture Placeholder 31"/>
          <p:cNvSpPr>
            <a:spLocks noGrp="1"/>
          </p:cNvSpPr>
          <p:nvPr>
            <p:ph type="pic" sz="quarter" idx="17"/>
          </p:nvPr>
        </p:nvSpPr>
        <p:spPr>
          <a:xfrm>
            <a:off x="8386851" y="5026545"/>
            <a:ext cx="276999" cy="276999"/>
          </a:xfrm>
          <a:prstGeom prst="roundRect">
            <a:avLst>
              <a:gd name="adj" fmla="val 8930"/>
            </a:avLst>
          </a:prstGeom>
          <a:noFill/>
          <a:ln w="6350">
            <a:noFill/>
          </a:ln>
        </p:spPr>
        <p:txBody>
          <a:bodyPr wrap="square">
            <a:noAutofit/>
          </a:bodyPr>
          <a:lstStyle/>
          <a:p>
            <a:endParaRPr lang="en-US" dirty="0"/>
          </a:p>
        </p:txBody>
      </p:sp>
      <p:sp>
        <p:nvSpPr>
          <p:cNvPr id="31" name="Picture Placeholder 30"/>
          <p:cNvSpPr>
            <a:spLocks noGrp="1"/>
          </p:cNvSpPr>
          <p:nvPr>
            <p:ph type="pic" sz="quarter" idx="18"/>
          </p:nvPr>
        </p:nvSpPr>
        <p:spPr>
          <a:xfrm>
            <a:off x="8386851" y="5486044"/>
            <a:ext cx="276999" cy="276999"/>
          </a:xfrm>
          <a:prstGeom prst="roundRect">
            <a:avLst>
              <a:gd name="adj" fmla="val 7210"/>
            </a:avLst>
          </a:prstGeom>
          <a:noFill/>
          <a:ln w="6350">
            <a:noFill/>
          </a:ln>
        </p:spPr>
        <p:txBody>
          <a:bodyPr wrap="square">
            <a:noAutofit/>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sp>
        <p:nvSpPr>
          <p:cNvPr id="19" name="Picture Placeholder 18"/>
          <p:cNvSpPr>
            <a:spLocks noGrp="1"/>
          </p:cNvSpPr>
          <p:nvPr>
            <p:ph type="pic" sz="quarter" idx="10"/>
          </p:nvPr>
        </p:nvSpPr>
        <p:spPr>
          <a:xfrm>
            <a:off x="830502" y="1003712"/>
            <a:ext cx="2151570" cy="1063473"/>
          </a:xfrm>
          <a:custGeom>
            <a:avLst/>
            <a:gdLst>
              <a:gd name="connsiteX0" fmla="*/ 0 w 2151570"/>
              <a:gd name="connsiteY0" fmla="*/ 0 h 1063473"/>
              <a:gd name="connsiteX1" fmla="*/ 2151570 w 2151570"/>
              <a:gd name="connsiteY1" fmla="*/ 0 h 1063473"/>
              <a:gd name="connsiteX2" fmla="*/ 2151570 w 2151570"/>
              <a:gd name="connsiteY2" fmla="*/ 1063473 h 1063473"/>
              <a:gd name="connsiteX3" fmla="*/ 0 w 2151570"/>
              <a:gd name="connsiteY3" fmla="*/ 1063473 h 1063473"/>
            </a:gdLst>
            <a:ahLst/>
            <a:cxnLst>
              <a:cxn ang="0">
                <a:pos x="connsiteX0" y="connsiteY0"/>
              </a:cxn>
              <a:cxn ang="0">
                <a:pos x="connsiteX1" y="connsiteY1"/>
              </a:cxn>
              <a:cxn ang="0">
                <a:pos x="connsiteX2" y="connsiteY2"/>
              </a:cxn>
              <a:cxn ang="0">
                <a:pos x="connsiteX3" y="connsiteY3"/>
              </a:cxn>
            </a:cxnLst>
            <a:rect l="l" t="t" r="r" b="b"/>
            <a:pathLst>
              <a:path w="2151570" h="1063473">
                <a:moveTo>
                  <a:pt x="0" y="0"/>
                </a:moveTo>
                <a:lnTo>
                  <a:pt x="2151570" y="0"/>
                </a:lnTo>
                <a:lnTo>
                  <a:pt x="2151570" y="1063473"/>
                </a:lnTo>
                <a:lnTo>
                  <a:pt x="0" y="1063473"/>
                </a:lnTo>
                <a:close/>
              </a:path>
            </a:pathLst>
          </a:custGeom>
        </p:spPr>
        <p:txBody>
          <a:bodyPr wrap="square">
            <a:noAutofit/>
          </a:bodyPr>
          <a:lstStyle/>
          <a:p>
            <a:endParaRPr lang="en-US"/>
          </a:p>
        </p:txBody>
      </p:sp>
      <p:sp>
        <p:nvSpPr>
          <p:cNvPr id="20" name="Picture Placeholder 19"/>
          <p:cNvSpPr>
            <a:spLocks noGrp="1"/>
          </p:cNvSpPr>
          <p:nvPr>
            <p:ph type="pic" sz="quarter" idx="11"/>
          </p:nvPr>
        </p:nvSpPr>
        <p:spPr>
          <a:xfrm>
            <a:off x="3619410" y="1003711"/>
            <a:ext cx="2151570" cy="1063473"/>
          </a:xfrm>
          <a:custGeom>
            <a:avLst/>
            <a:gdLst>
              <a:gd name="connsiteX0" fmla="*/ 0 w 2151570"/>
              <a:gd name="connsiteY0" fmla="*/ 0 h 1063473"/>
              <a:gd name="connsiteX1" fmla="*/ 2151570 w 2151570"/>
              <a:gd name="connsiteY1" fmla="*/ 0 h 1063473"/>
              <a:gd name="connsiteX2" fmla="*/ 2151570 w 2151570"/>
              <a:gd name="connsiteY2" fmla="*/ 1063473 h 1063473"/>
              <a:gd name="connsiteX3" fmla="*/ 0 w 2151570"/>
              <a:gd name="connsiteY3" fmla="*/ 1063473 h 1063473"/>
            </a:gdLst>
            <a:ahLst/>
            <a:cxnLst>
              <a:cxn ang="0">
                <a:pos x="connsiteX0" y="connsiteY0"/>
              </a:cxn>
              <a:cxn ang="0">
                <a:pos x="connsiteX1" y="connsiteY1"/>
              </a:cxn>
              <a:cxn ang="0">
                <a:pos x="connsiteX2" y="connsiteY2"/>
              </a:cxn>
              <a:cxn ang="0">
                <a:pos x="connsiteX3" y="connsiteY3"/>
              </a:cxn>
            </a:cxnLst>
            <a:rect l="l" t="t" r="r" b="b"/>
            <a:pathLst>
              <a:path w="2151570" h="1063473">
                <a:moveTo>
                  <a:pt x="0" y="0"/>
                </a:moveTo>
                <a:lnTo>
                  <a:pt x="2151570" y="0"/>
                </a:lnTo>
                <a:lnTo>
                  <a:pt x="2151570" y="1063473"/>
                </a:lnTo>
                <a:lnTo>
                  <a:pt x="0" y="1063473"/>
                </a:lnTo>
                <a:close/>
              </a:path>
            </a:pathLst>
          </a:custGeom>
        </p:spPr>
        <p:txBody>
          <a:bodyPr wrap="square">
            <a:noAutofit/>
          </a:bodyPr>
          <a:lstStyle/>
          <a:p>
            <a:endParaRPr lang="en-US"/>
          </a:p>
        </p:txBody>
      </p:sp>
      <p:sp>
        <p:nvSpPr>
          <p:cNvPr id="21" name="Picture Placeholder 20"/>
          <p:cNvSpPr>
            <a:spLocks noGrp="1"/>
          </p:cNvSpPr>
          <p:nvPr>
            <p:ph type="pic" sz="quarter" idx="12"/>
          </p:nvPr>
        </p:nvSpPr>
        <p:spPr>
          <a:xfrm>
            <a:off x="6408321" y="1003713"/>
            <a:ext cx="2151570" cy="1063473"/>
          </a:xfrm>
          <a:custGeom>
            <a:avLst/>
            <a:gdLst>
              <a:gd name="connsiteX0" fmla="*/ 0 w 2151570"/>
              <a:gd name="connsiteY0" fmla="*/ 0 h 1063473"/>
              <a:gd name="connsiteX1" fmla="*/ 2151570 w 2151570"/>
              <a:gd name="connsiteY1" fmla="*/ 0 h 1063473"/>
              <a:gd name="connsiteX2" fmla="*/ 2151570 w 2151570"/>
              <a:gd name="connsiteY2" fmla="*/ 1063473 h 1063473"/>
              <a:gd name="connsiteX3" fmla="*/ 0 w 2151570"/>
              <a:gd name="connsiteY3" fmla="*/ 1063473 h 1063473"/>
            </a:gdLst>
            <a:ahLst/>
            <a:cxnLst>
              <a:cxn ang="0">
                <a:pos x="connsiteX0" y="connsiteY0"/>
              </a:cxn>
              <a:cxn ang="0">
                <a:pos x="connsiteX1" y="connsiteY1"/>
              </a:cxn>
              <a:cxn ang="0">
                <a:pos x="connsiteX2" y="connsiteY2"/>
              </a:cxn>
              <a:cxn ang="0">
                <a:pos x="connsiteX3" y="connsiteY3"/>
              </a:cxn>
            </a:cxnLst>
            <a:rect l="l" t="t" r="r" b="b"/>
            <a:pathLst>
              <a:path w="2151570" h="1063473">
                <a:moveTo>
                  <a:pt x="0" y="0"/>
                </a:moveTo>
                <a:lnTo>
                  <a:pt x="2151570" y="0"/>
                </a:lnTo>
                <a:lnTo>
                  <a:pt x="2151570" y="1063473"/>
                </a:lnTo>
                <a:lnTo>
                  <a:pt x="0" y="1063473"/>
                </a:lnTo>
                <a:close/>
              </a:path>
            </a:pathLst>
          </a:custGeom>
        </p:spPr>
        <p:txBody>
          <a:bodyPr wrap="square">
            <a:noAutofit/>
          </a:bodyPr>
          <a:lstStyle/>
          <a:p>
            <a:endParaRPr lang="en-US"/>
          </a:p>
        </p:txBody>
      </p:sp>
      <p:sp>
        <p:nvSpPr>
          <p:cNvPr id="22" name="Picture Placeholder 21"/>
          <p:cNvSpPr>
            <a:spLocks noGrp="1"/>
          </p:cNvSpPr>
          <p:nvPr>
            <p:ph type="pic" sz="quarter" idx="13"/>
          </p:nvPr>
        </p:nvSpPr>
        <p:spPr>
          <a:xfrm>
            <a:off x="9197230" y="1003713"/>
            <a:ext cx="2151570" cy="1063473"/>
          </a:xfrm>
          <a:custGeom>
            <a:avLst/>
            <a:gdLst>
              <a:gd name="connsiteX0" fmla="*/ 0 w 2151570"/>
              <a:gd name="connsiteY0" fmla="*/ 0 h 1063473"/>
              <a:gd name="connsiteX1" fmla="*/ 2151570 w 2151570"/>
              <a:gd name="connsiteY1" fmla="*/ 0 h 1063473"/>
              <a:gd name="connsiteX2" fmla="*/ 2151570 w 2151570"/>
              <a:gd name="connsiteY2" fmla="*/ 1063473 h 1063473"/>
              <a:gd name="connsiteX3" fmla="*/ 0 w 2151570"/>
              <a:gd name="connsiteY3" fmla="*/ 1063473 h 1063473"/>
            </a:gdLst>
            <a:ahLst/>
            <a:cxnLst>
              <a:cxn ang="0">
                <a:pos x="connsiteX0" y="connsiteY0"/>
              </a:cxn>
              <a:cxn ang="0">
                <a:pos x="connsiteX1" y="connsiteY1"/>
              </a:cxn>
              <a:cxn ang="0">
                <a:pos x="connsiteX2" y="connsiteY2"/>
              </a:cxn>
              <a:cxn ang="0">
                <a:pos x="connsiteX3" y="connsiteY3"/>
              </a:cxn>
            </a:cxnLst>
            <a:rect l="l" t="t" r="r" b="b"/>
            <a:pathLst>
              <a:path w="2151570" h="1063473">
                <a:moveTo>
                  <a:pt x="0" y="0"/>
                </a:moveTo>
                <a:lnTo>
                  <a:pt x="2151570" y="0"/>
                </a:lnTo>
                <a:lnTo>
                  <a:pt x="2151570" y="1063473"/>
                </a:lnTo>
                <a:lnTo>
                  <a:pt x="0" y="1063473"/>
                </a:lnTo>
                <a:close/>
              </a:path>
            </a:pathLst>
          </a:custGeom>
        </p:spPr>
        <p:txBody>
          <a:bodyPr wrap="square">
            <a:noAutofit/>
          </a:bodyPr>
          <a:lstStyle/>
          <a:p>
            <a:endParaRPr lang="en-US"/>
          </a:p>
        </p:txBody>
      </p:sp>
      <p:sp>
        <p:nvSpPr>
          <p:cNvPr id="23" name="Picture Placeholder 22"/>
          <p:cNvSpPr>
            <a:spLocks noGrp="1"/>
          </p:cNvSpPr>
          <p:nvPr>
            <p:ph type="pic" sz="quarter" idx="14"/>
          </p:nvPr>
        </p:nvSpPr>
        <p:spPr>
          <a:xfrm>
            <a:off x="9197229" y="3880255"/>
            <a:ext cx="2151570" cy="1063473"/>
          </a:xfrm>
          <a:custGeom>
            <a:avLst/>
            <a:gdLst>
              <a:gd name="connsiteX0" fmla="*/ 0 w 2151570"/>
              <a:gd name="connsiteY0" fmla="*/ 0 h 1063473"/>
              <a:gd name="connsiteX1" fmla="*/ 2151570 w 2151570"/>
              <a:gd name="connsiteY1" fmla="*/ 0 h 1063473"/>
              <a:gd name="connsiteX2" fmla="*/ 2151570 w 2151570"/>
              <a:gd name="connsiteY2" fmla="*/ 1063473 h 1063473"/>
              <a:gd name="connsiteX3" fmla="*/ 0 w 2151570"/>
              <a:gd name="connsiteY3" fmla="*/ 1063473 h 1063473"/>
            </a:gdLst>
            <a:ahLst/>
            <a:cxnLst>
              <a:cxn ang="0">
                <a:pos x="connsiteX0" y="connsiteY0"/>
              </a:cxn>
              <a:cxn ang="0">
                <a:pos x="connsiteX1" y="connsiteY1"/>
              </a:cxn>
              <a:cxn ang="0">
                <a:pos x="connsiteX2" y="connsiteY2"/>
              </a:cxn>
              <a:cxn ang="0">
                <a:pos x="connsiteX3" y="connsiteY3"/>
              </a:cxn>
            </a:cxnLst>
            <a:rect l="l" t="t" r="r" b="b"/>
            <a:pathLst>
              <a:path w="2151570" h="1063473">
                <a:moveTo>
                  <a:pt x="0" y="0"/>
                </a:moveTo>
                <a:lnTo>
                  <a:pt x="2151570" y="0"/>
                </a:lnTo>
                <a:lnTo>
                  <a:pt x="2151570" y="1063473"/>
                </a:lnTo>
                <a:lnTo>
                  <a:pt x="0" y="1063473"/>
                </a:lnTo>
                <a:close/>
              </a:path>
            </a:pathLst>
          </a:custGeom>
        </p:spPr>
        <p:txBody>
          <a:bodyPr wrap="square">
            <a:noAutofit/>
          </a:bodyPr>
          <a:lstStyle/>
          <a:p>
            <a:endParaRPr lang="en-US"/>
          </a:p>
        </p:txBody>
      </p:sp>
      <p:sp>
        <p:nvSpPr>
          <p:cNvPr id="24" name="Picture Placeholder 23"/>
          <p:cNvSpPr>
            <a:spLocks noGrp="1"/>
          </p:cNvSpPr>
          <p:nvPr>
            <p:ph type="pic" sz="quarter" idx="15"/>
          </p:nvPr>
        </p:nvSpPr>
        <p:spPr>
          <a:xfrm>
            <a:off x="6408320" y="3880255"/>
            <a:ext cx="2151570" cy="1063473"/>
          </a:xfrm>
          <a:custGeom>
            <a:avLst/>
            <a:gdLst>
              <a:gd name="connsiteX0" fmla="*/ 0 w 2151570"/>
              <a:gd name="connsiteY0" fmla="*/ 0 h 1063473"/>
              <a:gd name="connsiteX1" fmla="*/ 2151570 w 2151570"/>
              <a:gd name="connsiteY1" fmla="*/ 0 h 1063473"/>
              <a:gd name="connsiteX2" fmla="*/ 2151570 w 2151570"/>
              <a:gd name="connsiteY2" fmla="*/ 1063473 h 1063473"/>
              <a:gd name="connsiteX3" fmla="*/ 0 w 2151570"/>
              <a:gd name="connsiteY3" fmla="*/ 1063473 h 1063473"/>
            </a:gdLst>
            <a:ahLst/>
            <a:cxnLst>
              <a:cxn ang="0">
                <a:pos x="connsiteX0" y="connsiteY0"/>
              </a:cxn>
              <a:cxn ang="0">
                <a:pos x="connsiteX1" y="connsiteY1"/>
              </a:cxn>
              <a:cxn ang="0">
                <a:pos x="connsiteX2" y="connsiteY2"/>
              </a:cxn>
              <a:cxn ang="0">
                <a:pos x="connsiteX3" y="connsiteY3"/>
              </a:cxn>
            </a:cxnLst>
            <a:rect l="l" t="t" r="r" b="b"/>
            <a:pathLst>
              <a:path w="2151570" h="1063473">
                <a:moveTo>
                  <a:pt x="0" y="0"/>
                </a:moveTo>
                <a:lnTo>
                  <a:pt x="2151570" y="0"/>
                </a:lnTo>
                <a:lnTo>
                  <a:pt x="2151570" y="1063473"/>
                </a:lnTo>
                <a:lnTo>
                  <a:pt x="0" y="1063473"/>
                </a:lnTo>
                <a:close/>
              </a:path>
            </a:pathLst>
          </a:custGeom>
        </p:spPr>
        <p:txBody>
          <a:bodyPr wrap="square">
            <a:noAutofit/>
          </a:bodyPr>
          <a:lstStyle/>
          <a:p>
            <a:endParaRPr lang="en-US"/>
          </a:p>
        </p:txBody>
      </p:sp>
      <p:sp>
        <p:nvSpPr>
          <p:cNvPr id="25" name="Picture Placeholder 24"/>
          <p:cNvSpPr>
            <a:spLocks noGrp="1"/>
          </p:cNvSpPr>
          <p:nvPr>
            <p:ph type="pic" sz="quarter" idx="16"/>
          </p:nvPr>
        </p:nvSpPr>
        <p:spPr>
          <a:xfrm>
            <a:off x="3619409" y="3880253"/>
            <a:ext cx="2151570" cy="1063473"/>
          </a:xfrm>
          <a:custGeom>
            <a:avLst/>
            <a:gdLst>
              <a:gd name="connsiteX0" fmla="*/ 0 w 2151570"/>
              <a:gd name="connsiteY0" fmla="*/ 0 h 1063473"/>
              <a:gd name="connsiteX1" fmla="*/ 2151570 w 2151570"/>
              <a:gd name="connsiteY1" fmla="*/ 0 h 1063473"/>
              <a:gd name="connsiteX2" fmla="*/ 2151570 w 2151570"/>
              <a:gd name="connsiteY2" fmla="*/ 1063473 h 1063473"/>
              <a:gd name="connsiteX3" fmla="*/ 0 w 2151570"/>
              <a:gd name="connsiteY3" fmla="*/ 1063473 h 1063473"/>
            </a:gdLst>
            <a:ahLst/>
            <a:cxnLst>
              <a:cxn ang="0">
                <a:pos x="connsiteX0" y="connsiteY0"/>
              </a:cxn>
              <a:cxn ang="0">
                <a:pos x="connsiteX1" y="connsiteY1"/>
              </a:cxn>
              <a:cxn ang="0">
                <a:pos x="connsiteX2" y="connsiteY2"/>
              </a:cxn>
              <a:cxn ang="0">
                <a:pos x="connsiteX3" y="connsiteY3"/>
              </a:cxn>
            </a:cxnLst>
            <a:rect l="l" t="t" r="r" b="b"/>
            <a:pathLst>
              <a:path w="2151570" h="1063473">
                <a:moveTo>
                  <a:pt x="0" y="0"/>
                </a:moveTo>
                <a:lnTo>
                  <a:pt x="2151570" y="0"/>
                </a:lnTo>
                <a:lnTo>
                  <a:pt x="2151570" y="1063473"/>
                </a:lnTo>
                <a:lnTo>
                  <a:pt x="0" y="1063473"/>
                </a:lnTo>
                <a:close/>
              </a:path>
            </a:pathLst>
          </a:custGeom>
        </p:spPr>
        <p:txBody>
          <a:bodyPr wrap="square">
            <a:noAutofit/>
          </a:bodyPr>
          <a:lstStyle/>
          <a:p>
            <a:endParaRPr lang="en-US"/>
          </a:p>
        </p:txBody>
      </p:sp>
      <p:sp>
        <p:nvSpPr>
          <p:cNvPr id="26" name="Picture Placeholder 25"/>
          <p:cNvSpPr>
            <a:spLocks noGrp="1"/>
          </p:cNvSpPr>
          <p:nvPr>
            <p:ph type="pic" sz="quarter" idx="17"/>
          </p:nvPr>
        </p:nvSpPr>
        <p:spPr>
          <a:xfrm>
            <a:off x="830501" y="3880254"/>
            <a:ext cx="2151570" cy="1063473"/>
          </a:xfrm>
          <a:custGeom>
            <a:avLst/>
            <a:gdLst>
              <a:gd name="connsiteX0" fmla="*/ 0 w 2151570"/>
              <a:gd name="connsiteY0" fmla="*/ 0 h 1063473"/>
              <a:gd name="connsiteX1" fmla="*/ 2151570 w 2151570"/>
              <a:gd name="connsiteY1" fmla="*/ 0 h 1063473"/>
              <a:gd name="connsiteX2" fmla="*/ 2151570 w 2151570"/>
              <a:gd name="connsiteY2" fmla="*/ 1063473 h 1063473"/>
              <a:gd name="connsiteX3" fmla="*/ 0 w 2151570"/>
              <a:gd name="connsiteY3" fmla="*/ 1063473 h 1063473"/>
            </a:gdLst>
            <a:ahLst/>
            <a:cxnLst>
              <a:cxn ang="0">
                <a:pos x="connsiteX0" y="connsiteY0"/>
              </a:cxn>
              <a:cxn ang="0">
                <a:pos x="connsiteX1" y="connsiteY1"/>
              </a:cxn>
              <a:cxn ang="0">
                <a:pos x="connsiteX2" y="connsiteY2"/>
              </a:cxn>
              <a:cxn ang="0">
                <a:pos x="connsiteX3" y="connsiteY3"/>
              </a:cxn>
            </a:cxnLst>
            <a:rect l="l" t="t" r="r" b="b"/>
            <a:pathLst>
              <a:path w="2151570" h="1063473">
                <a:moveTo>
                  <a:pt x="0" y="0"/>
                </a:moveTo>
                <a:lnTo>
                  <a:pt x="2151570" y="0"/>
                </a:lnTo>
                <a:lnTo>
                  <a:pt x="2151570" y="1063473"/>
                </a:lnTo>
                <a:lnTo>
                  <a:pt x="0" y="1063473"/>
                </a:lnTo>
                <a:close/>
              </a:path>
            </a:pathLst>
          </a:custGeom>
        </p:spPr>
        <p:txBody>
          <a:bodyPr wrap="square">
            <a:noAutofit/>
          </a:bodyPr>
          <a:lstStyle/>
          <a:p>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7_Blank">
    <p:bg>
      <p:bgPr>
        <a:solidFill>
          <a:schemeClr val="bg1"/>
        </a:solid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0" hasCustomPrompt="1"/>
          </p:nvPr>
        </p:nvSpPr>
        <p:spPr>
          <a:xfrm>
            <a:off x="1393674" y="4538992"/>
            <a:ext cx="668806" cy="668806"/>
          </a:xfrm>
          <a:custGeom>
            <a:avLst/>
            <a:gdLst>
              <a:gd name="connsiteX0" fmla="*/ 334403 w 668806"/>
              <a:gd name="connsiteY0" fmla="*/ 0 h 668806"/>
              <a:gd name="connsiteX1" fmla="*/ 668806 w 668806"/>
              <a:gd name="connsiteY1" fmla="*/ 334403 h 668806"/>
              <a:gd name="connsiteX2" fmla="*/ 334403 w 668806"/>
              <a:gd name="connsiteY2" fmla="*/ 668806 h 668806"/>
              <a:gd name="connsiteX3" fmla="*/ 0 w 668806"/>
              <a:gd name="connsiteY3" fmla="*/ 334403 h 668806"/>
              <a:gd name="connsiteX4" fmla="*/ 334403 w 668806"/>
              <a:gd name="connsiteY4" fmla="*/ 0 h 66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806" h="668806">
                <a:moveTo>
                  <a:pt x="334403" y="0"/>
                </a:moveTo>
                <a:cubicBezTo>
                  <a:pt x="519089" y="0"/>
                  <a:pt x="668806" y="149717"/>
                  <a:pt x="668806" y="334403"/>
                </a:cubicBezTo>
                <a:cubicBezTo>
                  <a:pt x="668806" y="519089"/>
                  <a:pt x="519089" y="668806"/>
                  <a:pt x="334403" y="668806"/>
                </a:cubicBezTo>
                <a:cubicBezTo>
                  <a:pt x="149717" y="668806"/>
                  <a:pt x="0" y="519089"/>
                  <a:pt x="0" y="334403"/>
                </a:cubicBezTo>
                <a:cubicBezTo>
                  <a:pt x="0" y="149717"/>
                  <a:pt x="149717" y="0"/>
                  <a:pt x="334403" y="0"/>
                </a:cubicBezTo>
                <a:close/>
              </a:path>
            </a:pathLst>
          </a:custGeom>
        </p:spPr>
        <p:txBody>
          <a:bodyPr wrap="square">
            <a:noAutofit/>
          </a:bodyPr>
          <a:lstStyle/>
          <a:p>
            <a:r>
              <a:rPr lang="en-US" dirty="0"/>
              <a:t> </a:t>
            </a:r>
          </a:p>
        </p:txBody>
      </p:sp>
      <p:sp>
        <p:nvSpPr>
          <p:cNvPr id="11" name="Picture Placeholder 10"/>
          <p:cNvSpPr>
            <a:spLocks noGrp="1"/>
          </p:cNvSpPr>
          <p:nvPr>
            <p:ph type="pic" sz="quarter" idx="11" hasCustomPrompt="1"/>
          </p:nvPr>
        </p:nvSpPr>
        <p:spPr>
          <a:xfrm>
            <a:off x="1393674" y="5546509"/>
            <a:ext cx="668806" cy="668806"/>
          </a:xfrm>
          <a:custGeom>
            <a:avLst/>
            <a:gdLst>
              <a:gd name="connsiteX0" fmla="*/ 334403 w 668806"/>
              <a:gd name="connsiteY0" fmla="*/ 0 h 668806"/>
              <a:gd name="connsiteX1" fmla="*/ 668806 w 668806"/>
              <a:gd name="connsiteY1" fmla="*/ 334403 h 668806"/>
              <a:gd name="connsiteX2" fmla="*/ 334403 w 668806"/>
              <a:gd name="connsiteY2" fmla="*/ 668806 h 668806"/>
              <a:gd name="connsiteX3" fmla="*/ 0 w 668806"/>
              <a:gd name="connsiteY3" fmla="*/ 334403 h 668806"/>
              <a:gd name="connsiteX4" fmla="*/ 334403 w 668806"/>
              <a:gd name="connsiteY4" fmla="*/ 0 h 66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806" h="668806">
                <a:moveTo>
                  <a:pt x="334403" y="0"/>
                </a:moveTo>
                <a:cubicBezTo>
                  <a:pt x="519089" y="0"/>
                  <a:pt x="668806" y="149717"/>
                  <a:pt x="668806" y="334403"/>
                </a:cubicBezTo>
                <a:cubicBezTo>
                  <a:pt x="668806" y="519089"/>
                  <a:pt x="519089" y="668806"/>
                  <a:pt x="334403" y="668806"/>
                </a:cubicBezTo>
                <a:cubicBezTo>
                  <a:pt x="149717" y="668806"/>
                  <a:pt x="0" y="519089"/>
                  <a:pt x="0" y="334403"/>
                </a:cubicBezTo>
                <a:cubicBezTo>
                  <a:pt x="0" y="149717"/>
                  <a:pt x="149717" y="0"/>
                  <a:pt x="334403" y="0"/>
                </a:cubicBezTo>
                <a:close/>
              </a:path>
            </a:pathLst>
          </a:custGeom>
        </p:spPr>
        <p:txBody>
          <a:bodyPr wrap="square">
            <a:noAutofit/>
          </a:bodyPr>
          <a:lstStyle/>
          <a:p>
            <a:r>
              <a:rPr lang="en-US" dirty="0"/>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Q1">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Q4">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13" name="Picture Placeholder 12"/>
          <p:cNvSpPr>
            <a:spLocks noGrp="1"/>
          </p:cNvSpPr>
          <p:nvPr>
            <p:ph type="pic" sz="quarter" idx="10" hasCustomPrompt="1"/>
          </p:nvPr>
        </p:nvSpPr>
        <p:spPr>
          <a:xfrm>
            <a:off x="843280" y="3778841"/>
            <a:ext cx="564112" cy="564112"/>
          </a:xfrm>
          <a:custGeom>
            <a:avLst/>
            <a:gdLst>
              <a:gd name="connsiteX0" fmla="*/ 282056 w 564112"/>
              <a:gd name="connsiteY0" fmla="*/ 0 h 564112"/>
              <a:gd name="connsiteX1" fmla="*/ 564112 w 564112"/>
              <a:gd name="connsiteY1" fmla="*/ 282056 h 564112"/>
              <a:gd name="connsiteX2" fmla="*/ 282056 w 564112"/>
              <a:gd name="connsiteY2" fmla="*/ 564112 h 564112"/>
              <a:gd name="connsiteX3" fmla="*/ 0 w 564112"/>
              <a:gd name="connsiteY3" fmla="*/ 282056 h 564112"/>
              <a:gd name="connsiteX4" fmla="*/ 282056 w 564112"/>
              <a:gd name="connsiteY4" fmla="*/ 0 h 56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112" h="564112">
                <a:moveTo>
                  <a:pt x="282056" y="0"/>
                </a:moveTo>
                <a:cubicBezTo>
                  <a:pt x="437831" y="0"/>
                  <a:pt x="564112" y="126281"/>
                  <a:pt x="564112" y="282056"/>
                </a:cubicBezTo>
                <a:cubicBezTo>
                  <a:pt x="564112" y="437831"/>
                  <a:pt x="437831" y="564112"/>
                  <a:pt x="282056" y="564112"/>
                </a:cubicBezTo>
                <a:cubicBezTo>
                  <a:pt x="126281" y="564112"/>
                  <a:pt x="0" y="437831"/>
                  <a:pt x="0" y="282056"/>
                </a:cubicBezTo>
                <a:cubicBezTo>
                  <a:pt x="0" y="126281"/>
                  <a:pt x="126281" y="0"/>
                  <a:pt x="282056" y="0"/>
                </a:cubicBezTo>
                <a:close/>
              </a:path>
            </a:pathLst>
          </a:custGeom>
        </p:spPr>
        <p:txBody>
          <a:bodyPr wrap="square">
            <a:noAutofit/>
          </a:bodyPr>
          <a:lstStyle/>
          <a:p>
            <a:r>
              <a:rPr lang="en-US" dirty="0"/>
              <a:t> </a:t>
            </a:r>
          </a:p>
        </p:txBody>
      </p:sp>
      <p:sp>
        <p:nvSpPr>
          <p:cNvPr id="14" name="Picture Placeholder 13"/>
          <p:cNvSpPr>
            <a:spLocks noGrp="1"/>
          </p:cNvSpPr>
          <p:nvPr>
            <p:ph type="pic" sz="quarter" idx="11" hasCustomPrompt="1"/>
          </p:nvPr>
        </p:nvSpPr>
        <p:spPr>
          <a:xfrm>
            <a:off x="519925" y="4654827"/>
            <a:ext cx="564112" cy="564112"/>
          </a:xfrm>
          <a:custGeom>
            <a:avLst/>
            <a:gdLst>
              <a:gd name="connsiteX0" fmla="*/ 282056 w 564112"/>
              <a:gd name="connsiteY0" fmla="*/ 0 h 564112"/>
              <a:gd name="connsiteX1" fmla="*/ 564112 w 564112"/>
              <a:gd name="connsiteY1" fmla="*/ 282056 h 564112"/>
              <a:gd name="connsiteX2" fmla="*/ 282056 w 564112"/>
              <a:gd name="connsiteY2" fmla="*/ 564112 h 564112"/>
              <a:gd name="connsiteX3" fmla="*/ 0 w 564112"/>
              <a:gd name="connsiteY3" fmla="*/ 282056 h 564112"/>
              <a:gd name="connsiteX4" fmla="*/ 282056 w 564112"/>
              <a:gd name="connsiteY4" fmla="*/ 0 h 56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112" h="564112">
                <a:moveTo>
                  <a:pt x="282056" y="0"/>
                </a:moveTo>
                <a:cubicBezTo>
                  <a:pt x="437831" y="0"/>
                  <a:pt x="564112" y="126281"/>
                  <a:pt x="564112" y="282056"/>
                </a:cubicBezTo>
                <a:cubicBezTo>
                  <a:pt x="564112" y="437831"/>
                  <a:pt x="437831" y="564112"/>
                  <a:pt x="282056" y="564112"/>
                </a:cubicBezTo>
                <a:cubicBezTo>
                  <a:pt x="126281" y="564112"/>
                  <a:pt x="0" y="437831"/>
                  <a:pt x="0" y="282056"/>
                </a:cubicBezTo>
                <a:cubicBezTo>
                  <a:pt x="0" y="126281"/>
                  <a:pt x="126281" y="0"/>
                  <a:pt x="282056" y="0"/>
                </a:cubicBezTo>
                <a:close/>
              </a:path>
            </a:pathLst>
          </a:custGeom>
        </p:spPr>
        <p:txBody>
          <a:bodyPr wrap="square">
            <a:noAutofit/>
          </a:bodyPr>
          <a:lstStyle/>
          <a:p>
            <a:r>
              <a:rPr lang="en-US" dirty="0"/>
              <a:t> </a:t>
            </a:r>
          </a:p>
        </p:txBody>
      </p:sp>
      <p:sp>
        <p:nvSpPr>
          <p:cNvPr id="15" name="Picture Placeholder 14"/>
          <p:cNvSpPr>
            <a:spLocks noGrp="1"/>
          </p:cNvSpPr>
          <p:nvPr>
            <p:ph type="pic" sz="quarter" idx="12" hasCustomPrompt="1"/>
          </p:nvPr>
        </p:nvSpPr>
        <p:spPr>
          <a:xfrm>
            <a:off x="843279" y="5624186"/>
            <a:ext cx="564112" cy="564112"/>
          </a:xfrm>
          <a:custGeom>
            <a:avLst/>
            <a:gdLst>
              <a:gd name="connsiteX0" fmla="*/ 282056 w 564112"/>
              <a:gd name="connsiteY0" fmla="*/ 0 h 564112"/>
              <a:gd name="connsiteX1" fmla="*/ 564112 w 564112"/>
              <a:gd name="connsiteY1" fmla="*/ 282056 h 564112"/>
              <a:gd name="connsiteX2" fmla="*/ 282056 w 564112"/>
              <a:gd name="connsiteY2" fmla="*/ 564112 h 564112"/>
              <a:gd name="connsiteX3" fmla="*/ 0 w 564112"/>
              <a:gd name="connsiteY3" fmla="*/ 282056 h 564112"/>
              <a:gd name="connsiteX4" fmla="*/ 282056 w 564112"/>
              <a:gd name="connsiteY4" fmla="*/ 0 h 56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112" h="564112">
                <a:moveTo>
                  <a:pt x="282056" y="0"/>
                </a:moveTo>
                <a:cubicBezTo>
                  <a:pt x="437831" y="0"/>
                  <a:pt x="564112" y="126281"/>
                  <a:pt x="564112" y="282056"/>
                </a:cubicBezTo>
                <a:cubicBezTo>
                  <a:pt x="564112" y="437831"/>
                  <a:pt x="437831" y="564112"/>
                  <a:pt x="282056" y="564112"/>
                </a:cubicBezTo>
                <a:cubicBezTo>
                  <a:pt x="126281" y="564112"/>
                  <a:pt x="0" y="437831"/>
                  <a:pt x="0" y="282056"/>
                </a:cubicBezTo>
                <a:cubicBezTo>
                  <a:pt x="0" y="126281"/>
                  <a:pt x="126281" y="0"/>
                  <a:pt x="282056" y="0"/>
                </a:cubicBezTo>
                <a:close/>
              </a:path>
            </a:pathLst>
          </a:custGeom>
        </p:spPr>
        <p:txBody>
          <a:bodyPr wrap="square">
            <a:noAutofit/>
          </a:bodyPr>
          <a:lstStyle/>
          <a:p>
            <a:r>
              <a:rPr lang="en-US" dirty="0"/>
              <a:t> </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Q1">
    <p:bg>
      <p:bgPr>
        <a:solidFill>
          <a:schemeClr val="bg1"/>
        </a:solidFill>
        <a:effectLst/>
      </p:bgPr>
    </p:bg>
    <p:spTree>
      <p:nvGrpSpPr>
        <p:cNvPr id="1" name=""/>
        <p:cNvGrpSpPr/>
        <p:nvPr/>
      </p:nvGrpSpPr>
      <p:grpSpPr>
        <a:xfrm>
          <a:off x="0" y="0"/>
          <a:ext cx="0" cy="0"/>
          <a:chOff x="0" y="0"/>
          <a:chExt cx="0" cy="0"/>
        </a:xfrm>
      </p:grpSpPr>
      <p:sp>
        <p:nvSpPr>
          <p:cNvPr id="8" name="Picture Placeholder 7"/>
          <p:cNvSpPr>
            <a:spLocks noGrp="1"/>
          </p:cNvSpPr>
          <p:nvPr>
            <p:ph type="pic" sz="quarter" idx="10" hasCustomPrompt="1"/>
          </p:nvPr>
        </p:nvSpPr>
        <p:spPr>
          <a:xfrm>
            <a:off x="715622" y="1471123"/>
            <a:ext cx="1122612" cy="1122612"/>
          </a:xfrm>
          <a:custGeom>
            <a:avLst/>
            <a:gdLst>
              <a:gd name="connsiteX0" fmla="*/ 561306 w 1122612"/>
              <a:gd name="connsiteY0" fmla="*/ 0 h 1122612"/>
              <a:gd name="connsiteX1" fmla="*/ 1122612 w 1122612"/>
              <a:gd name="connsiteY1" fmla="*/ 561306 h 1122612"/>
              <a:gd name="connsiteX2" fmla="*/ 561306 w 1122612"/>
              <a:gd name="connsiteY2" fmla="*/ 1122612 h 1122612"/>
              <a:gd name="connsiteX3" fmla="*/ 0 w 1122612"/>
              <a:gd name="connsiteY3" fmla="*/ 561306 h 1122612"/>
              <a:gd name="connsiteX4" fmla="*/ 561306 w 1122612"/>
              <a:gd name="connsiteY4" fmla="*/ 0 h 1122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2612" h="1122612">
                <a:moveTo>
                  <a:pt x="561306" y="0"/>
                </a:moveTo>
                <a:cubicBezTo>
                  <a:pt x="871307" y="0"/>
                  <a:pt x="1122612" y="251305"/>
                  <a:pt x="1122612" y="561306"/>
                </a:cubicBezTo>
                <a:cubicBezTo>
                  <a:pt x="1122612" y="871307"/>
                  <a:pt x="871307" y="1122612"/>
                  <a:pt x="561306" y="1122612"/>
                </a:cubicBezTo>
                <a:cubicBezTo>
                  <a:pt x="251305" y="1122612"/>
                  <a:pt x="0" y="871307"/>
                  <a:pt x="0" y="561306"/>
                </a:cubicBezTo>
                <a:cubicBezTo>
                  <a:pt x="0" y="251305"/>
                  <a:pt x="251305" y="0"/>
                  <a:pt x="561306" y="0"/>
                </a:cubicBezTo>
                <a:close/>
              </a:path>
            </a:pathLst>
          </a:custGeom>
          <a:ln w="31750">
            <a:solidFill>
              <a:schemeClr val="bg1">
                <a:alpha val="40000"/>
              </a:schemeClr>
            </a:solidFill>
          </a:ln>
        </p:spPr>
        <p:txBody>
          <a:bodyPr wrap="square">
            <a:noAutofit/>
          </a:bodyPr>
          <a:lstStyle/>
          <a:p>
            <a:r>
              <a:rPr lang="en-US" dirty="0"/>
              <a:t> </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lide 6">
    <p:spTree>
      <p:nvGrpSpPr>
        <p:cNvPr id="1" name=""/>
        <p:cNvGrpSpPr/>
        <p:nvPr/>
      </p:nvGrpSpPr>
      <p:grpSpPr>
        <a:xfrm>
          <a:off x="0" y="0"/>
          <a:ext cx="0" cy="0"/>
          <a:chOff x="0" y="0"/>
          <a:chExt cx="0" cy="0"/>
        </a:xfrm>
      </p:grpSpPr>
      <p:sp>
        <p:nvSpPr>
          <p:cNvPr id="26" name="Picture Placeholder 25"/>
          <p:cNvSpPr>
            <a:spLocks noGrp="1"/>
          </p:cNvSpPr>
          <p:nvPr>
            <p:ph type="pic" sz="quarter" idx="12" hasCustomPrompt="1"/>
          </p:nvPr>
        </p:nvSpPr>
        <p:spPr>
          <a:xfrm>
            <a:off x="665216" y="1706312"/>
            <a:ext cx="580225" cy="580225"/>
          </a:xfrm>
          <a:custGeom>
            <a:avLst/>
            <a:gdLst>
              <a:gd name="connsiteX0" fmla="*/ 96706 w 580225"/>
              <a:gd name="connsiteY0" fmla="*/ 0 h 580225"/>
              <a:gd name="connsiteX1" fmla="*/ 483519 w 580225"/>
              <a:gd name="connsiteY1" fmla="*/ 0 h 580225"/>
              <a:gd name="connsiteX2" fmla="*/ 580225 w 580225"/>
              <a:gd name="connsiteY2" fmla="*/ 96706 h 580225"/>
              <a:gd name="connsiteX3" fmla="*/ 580225 w 580225"/>
              <a:gd name="connsiteY3" fmla="*/ 483519 h 580225"/>
              <a:gd name="connsiteX4" fmla="*/ 483519 w 580225"/>
              <a:gd name="connsiteY4" fmla="*/ 580225 h 580225"/>
              <a:gd name="connsiteX5" fmla="*/ 96706 w 580225"/>
              <a:gd name="connsiteY5" fmla="*/ 580225 h 580225"/>
              <a:gd name="connsiteX6" fmla="*/ 0 w 580225"/>
              <a:gd name="connsiteY6" fmla="*/ 483519 h 580225"/>
              <a:gd name="connsiteX7" fmla="*/ 0 w 580225"/>
              <a:gd name="connsiteY7" fmla="*/ 96706 h 580225"/>
              <a:gd name="connsiteX8" fmla="*/ 96706 w 580225"/>
              <a:gd name="connsiteY8" fmla="*/ 0 h 58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225" h="580225">
                <a:moveTo>
                  <a:pt x="96706" y="0"/>
                </a:moveTo>
                <a:lnTo>
                  <a:pt x="483519" y="0"/>
                </a:lnTo>
                <a:cubicBezTo>
                  <a:pt x="536928" y="0"/>
                  <a:pt x="580225" y="43297"/>
                  <a:pt x="580225" y="96706"/>
                </a:cubicBezTo>
                <a:lnTo>
                  <a:pt x="580225" y="483519"/>
                </a:lnTo>
                <a:cubicBezTo>
                  <a:pt x="580225" y="536928"/>
                  <a:pt x="536928" y="580225"/>
                  <a:pt x="483519" y="580225"/>
                </a:cubicBezTo>
                <a:lnTo>
                  <a:pt x="96706" y="580225"/>
                </a:lnTo>
                <a:cubicBezTo>
                  <a:pt x="43297" y="580225"/>
                  <a:pt x="0" y="536928"/>
                  <a:pt x="0" y="483519"/>
                </a:cubicBezTo>
                <a:lnTo>
                  <a:pt x="0" y="96706"/>
                </a:lnTo>
                <a:cubicBezTo>
                  <a:pt x="0" y="43297"/>
                  <a:pt x="43297" y="0"/>
                  <a:pt x="96706" y="0"/>
                </a:cubicBezTo>
                <a:close/>
              </a:path>
            </a:pathLst>
          </a:custGeom>
          <a:solidFill>
            <a:schemeClr val="bg1">
              <a:lumMod val="95000"/>
            </a:schemeClr>
          </a:solidFill>
        </p:spPr>
        <p:txBody>
          <a:bodyPr wrap="square">
            <a:noAutofit/>
          </a:bodyPr>
          <a:lstStyle>
            <a:lvl1pPr marL="0" indent="0" rtl="0">
              <a:buNone/>
              <a:defRPr sz="1000"/>
            </a:lvl1pPr>
          </a:lstStyle>
          <a:p>
            <a:r>
              <a:rPr lang="en-US"/>
              <a:t>Image</a:t>
            </a:r>
          </a:p>
        </p:txBody>
      </p:sp>
      <p:sp>
        <p:nvSpPr>
          <p:cNvPr id="27" name="Picture Placeholder 26"/>
          <p:cNvSpPr>
            <a:spLocks noGrp="1"/>
          </p:cNvSpPr>
          <p:nvPr userDrawn="1">
            <p:ph type="pic" sz="quarter" idx="13" hasCustomPrompt="1"/>
          </p:nvPr>
        </p:nvSpPr>
        <p:spPr>
          <a:xfrm>
            <a:off x="665216" y="2629022"/>
            <a:ext cx="580225" cy="580225"/>
          </a:xfrm>
          <a:custGeom>
            <a:avLst/>
            <a:gdLst>
              <a:gd name="connsiteX0" fmla="*/ 96706 w 580225"/>
              <a:gd name="connsiteY0" fmla="*/ 0 h 580225"/>
              <a:gd name="connsiteX1" fmla="*/ 483519 w 580225"/>
              <a:gd name="connsiteY1" fmla="*/ 0 h 580225"/>
              <a:gd name="connsiteX2" fmla="*/ 580225 w 580225"/>
              <a:gd name="connsiteY2" fmla="*/ 96706 h 580225"/>
              <a:gd name="connsiteX3" fmla="*/ 580225 w 580225"/>
              <a:gd name="connsiteY3" fmla="*/ 483519 h 580225"/>
              <a:gd name="connsiteX4" fmla="*/ 483519 w 580225"/>
              <a:gd name="connsiteY4" fmla="*/ 580225 h 580225"/>
              <a:gd name="connsiteX5" fmla="*/ 96706 w 580225"/>
              <a:gd name="connsiteY5" fmla="*/ 580225 h 580225"/>
              <a:gd name="connsiteX6" fmla="*/ 0 w 580225"/>
              <a:gd name="connsiteY6" fmla="*/ 483519 h 580225"/>
              <a:gd name="connsiteX7" fmla="*/ 0 w 580225"/>
              <a:gd name="connsiteY7" fmla="*/ 96706 h 580225"/>
              <a:gd name="connsiteX8" fmla="*/ 96706 w 580225"/>
              <a:gd name="connsiteY8" fmla="*/ 0 h 58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225" h="580225">
                <a:moveTo>
                  <a:pt x="96706" y="0"/>
                </a:moveTo>
                <a:lnTo>
                  <a:pt x="483519" y="0"/>
                </a:lnTo>
                <a:cubicBezTo>
                  <a:pt x="536928" y="0"/>
                  <a:pt x="580225" y="43297"/>
                  <a:pt x="580225" y="96706"/>
                </a:cubicBezTo>
                <a:lnTo>
                  <a:pt x="580225" y="483519"/>
                </a:lnTo>
                <a:cubicBezTo>
                  <a:pt x="580225" y="536928"/>
                  <a:pt x="536928" y="580225"/>
                  <a:pt x="483519" y="580225"/>
                </a:cubicBezTo>
                <a:lnTo>
                  <a:pt x="96706" y="580225"/>
                </a:lnTo>
                <a:cubicBezTo>
                  <a:pt x="43297" y="580225"/>
                  <a:pt x="0" y="536928"/>
                  <a:pt x="0" y="483519"/>
                </a:cubicBezTo>
                <a:lnTo>
                  <a:pt x="0" y="96706"/>
                </a:lnTo>
                <a:cubicBezTo>
                  <a:pt x="0" y="43297"/>
                  <a:pt x="43297" y="0"/>
                  <a:pt x="96706" y="0"/>
                </a:cubicBezTo>
                <a:close/>
              </a:path>
            </a:pathLst>
          </a:custGeom>
          <a:solidFill>
            <a:schemeClr val="bg1">
              <a:lumMod val="95000"/>
            </a:schemeClr>
          </a:solidFill>
        </p:spPr>
        <p:txBody>
          <a:bodyPr wrap="square">
            <a:noAutofit/>
          </a:bodyPr>
          <a:lstStyle>
            <a:lvl1pPr marL="0" indent="0" rtl="0">
              <a:buNone/>
              <a:defRPr sz="1000"/>
            </a:lvl1pPr>
          </a:lstStyle>
          <a:p>
            <a:r>
              <a:rPr lang="en-US"/>
              <a:t>Image</a:t>
            </a:r>
          </a:p>
        </p:txBody>
      </p:sp>
      <p:sp>
        <p:nvSpPr>
          <p:cNvPr id="28" name="Picture Placeholder 27"/>
          <p:cNvSpPr>
            <a:spLocks noGrp="1"/>
          </p:cNvSpPr>
          <p:nvPr userDrawn="1">
            <p:ph type="pic" sz="quarter" idx="14" hasCustomPrompt="1"/>
          </p:nvPr>
        </p:nvSpPr>
        <p:spPr>
          <a:xfrm>
            <a:off x="665216" y="3551731"/>
            <a:ext cx="580225" cy="580225"/>
          </a:xfrm>
          <a:custGeom>
            <a:avLst/>
            <a:gdLst>
              <a:gd name="connsiteX0" fmla="*/ 96706 w 580225"/>
              <a:gd name="connsiteY0" fmla="*/ 0 h 580225"/>
              <a:gd name="connsiteX1" fmla="*/ 483519 w 580225"/>
              <a:gd name="connsiteY1" fmla="*/ 0 h 580225"/>
              <a:gd name="connsiteX2" fmla="*/ 580225 w 580225"/>
              <a:gd name="connsiteY2" fmla="*/ 96706 h 580225"/>
              <a:gd name="connsiteX3" fmla="*/ 580225 w 580225"/>
              <a:gd name="connsiteY3" fmla="*/ 483519 h 580225"/>
              <a:gd name="connsiteX4" fmla="*/ 483519 w 580225"/>
              <a:gd name="connsiteY4" fmla="*/ 580225 h 580225"/>
              <a:gd name="connsiteX5" fmla="*/ 96706 w 580225"/>
              <a:gd name="connsiteY5" fmla="*/ 580225 h 580225"/>
              <a:gd name="connsiteX6" fmla="*/ 0 w 580225"/>
              <a:gd name="connsiteY6" fmla="*/ 483519 h 580225"/>
              <a:gd name="connsiteX7" fmla="*/ 0 w 580225"/>
              <a:gd name="connsiteY7" fmla="*/ 96706 h 580225"/>
              <a:gd name="connsiteX8" fmla="*/ 96706 w 580225"/>
              <a:gd name="connsiteY8" fmla="*/ 0 h 58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225" h="580225">
                <a:moveTo>
                  <a:pt x="96706" y="0"/>
                </a:moveTo>
                <a:lnTo>
                  <a:pt x="483519" y="0"/>
                </a:lnTo>
                <a:cubicBezTo>
                  <a:pt x="536928" y="0"/>
                  <a:pt x="580225" y="43297"/>
                  <a:pt x="580225" y="96706"/>
                </a:cubicBezTo>
                <a:lnTo>
                  <a:pt x="580225" y="483519"/>
                </a:lnTo>
                <a:cubicBezTo>
                  <a:pt x="580225" y="536928"/>
                  <a:pt x="536928" y="580225"/>
                  <a:pt x="483519" y="580225"/>
                </a:cubicBezTo>
                <a:lnTo>
                  <a:pt x="96706" y="580225"/>
                </a:lnTo>
                <a:cubicBezTo>
                  <a:pt x="43297" y="580225"/>
                  <a:pt x="0" y="536928"/>
                  <a:pt x="0" y="483519"/>
                </a:cubicBezTo>
                <a:lnTo>
                  <a:pt x="0" y="96706"/>
                </a:lnTo>
                <a:cubicBezTo>
                  <a:pt x="0" y="43297"/>
                  <a:pt x="43297" y="0"/>
                  <a:pt x="96706" y="0"/>
                </a:cubicBezTo>
                <a:close/>
              </a:path>
            </a:pathLst>
          </a:custGeom>
          <a:solidFill>
            <a:schemeClr val="bg1">
              <a:lumMod val="95000"/>
            </a:schemeClr>
          </a:solidFill>
        </p:spPr>
        <p:txBody>
          <a:bodyPr wrap="square">
            <a:noAutofit/>
          </a:bodyPr>
          <a:lstStyle>
            <a:lvl1pPr marL="0" indent="0" rtl="0">
              <a:buNone/>
              <a:defRPr sz="1000"/>
            </a:lvl1pPr>
          </a:lstStyle>
          <a:p>
            <a:r>
              <a:rPr lang="en-US"/>
              <a:t>Image</a:t>
            </a:r>
          </a:p>
        </p:txBody>
      </p:sp>
      <p:sp>
        <p:nvSpPr>
          <p:cNvPr id="29" name="Picture Placeholder 28"/>
          <p:cNvSpPr>
            <a:spLocks noGrp="1"/>
          </p:cNvSpPr>
          <p:nvPr userDrawn="1">
            <p:ph type="pic" sz="quarter" idx="15" hasCustomPrompt="1"/>
          </p:nvPr>
        </p:nvSpPr>
        <p:spPr>
          <a:xfrm>
            <a:off x="665216" y="4474441"/>
            <a:ext cx="580225" cy="580225"/>
          </a:xfrm>
          <a:custGeom>
            <a:avLst/>
            <a:gdLst>
              <a:gd name="connsiteX0" fmla="*/ 96706 w 580225"/>
              <a:gd name="connsiteY0" fmla="*/ 0 h 580225"/>
              <a:gd name="connsiteX1" fmla="*/ 483519 w 580225"/>
              <a:gd name="connsiteY1" fmla="*/ 0 h 580225"/>
              <a:gd name="connsiteX2" fmla="*/ 580225 w 580225"/>
              <a:gd name="connsiteY2" fmla="*/ 96706 h 580225"/>
              <a:gd name="connsiteX3" fmla="*/ 580225 w 580225"/>
              <a:gd name="connsiteY3" fmla="*/ 483519 h 580225"/>
              <a:gd name="connsiteX4" fmla="*/ 483519 w 580225"/>
              <a:gd name="connsiteY4" fmla="*/ 580225 h 580225"/>
              <a:gd name="connsiteX5" fmla="*/ 96706 w 580225"/>
              <a:gd name="connsiteY5" fmla="*/ 580225 h 580225"/>
              <a:gd name="connsiteX6" fmla="*/ 0 w 580225"/>
              <a:gd name="connsiteY6" fmla="*/ 483519 h 580225"/>
              <a:gd name="connsiteX7" fmla="*/ 0 w 580225"/>
              <a:gd name="connsiteY7" fmla="*/ 96706 h 580225"/>
              <a:gd name="connsiteX8" fmla="*/ 96706 w 580225"/>
              <a:gd name="connsiteY8" fmla="*/ 0 h 58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225" h="580225">
                <a:moveTo>
                  <a:pt x="96706" y="0"/>
                </a:moveTo>
                <a:lnTo>
                  <a:pt x="483519" y="0"/>
                </a:lnTo>
                <a:cubicBezTo>
                  <a:pt x="536928" y="0"/>
                  <a:pt x="580225" y="43297"/>
                  <a:pt x="580225" y="96706"/>
                </a:cubicBezTo>
                <a:lnTo>
                  <a:pt x="580225" y="483519"/>
                </a:lnTo>
                <a:cubicBezTo>
                  <a:pt x="580225" y="536928"/>
                  <a:pt x="536928" y="580225"/>
                  <a:pt x="483519" y="580225"/>
                </a:cubicBezTo>
                <a:lnTo>
                  <a:pt x="96706" y="580225"/>
                </a:lnTo>
                <a:cubicBezTo>
                  <a:pt x="43297" y="580225"/>
                  <a:pt x="0" y="536928"/>
                  <a:pt x="0" y="483519"/>
                </a:cubicBezTo>
                <a:lnTo>
                  <a:pt x="0" y="96706"/>
                </a:lnTo>
                <a:cubicBezTo>
                  <a:pt x="0" y="43297"/>
                  <a:pt x="43297" y="0"/>
                  <a:pt x="96706" y="0"/>
                </a:cubicBezTo>
                <a:close/>
              </a:path>
            </a:pathLst>
          </a:custGeom>
          <a:solidFill>
            <a:schemeClr val="bg1">
              <a:lumMod val="95000"/>
            </a:schemeClr>
          </a:solidFill>
        </p:spPr>
        <p:txBody>
          <a:bodyPr wrap="square">
            <a:noAutofit/>
          </a:bodyPr>
          <a:lstStyle>
            <a:lvl1pPr marL="0" indent="0" rtl="0">
              <a:buNone/>
              <a:defRPr sz="1000"/>
            </a:lvl1pPr>
          </a:lstStyle>
          <a:p>
            <a:r>
              <a:rPr lang="en-US"/>
              <a:t>Image</a:t>
            </a:r>
          </a:p>
        </p:txBody>
      </p:sp>
      <p:sp>
        <p:nvSpPr>
          <p:cNvPr id="30" name="Picture Placeholder 29"/>
          <p:cNvSpPr>
            <a:spLocks noGrp="1"/>
          </p:cNvSpPr>
          <p:nvPr userDrawn="1">
            <p:ph type="pic" sz="quarter" idx="16" hasCustomPrompt="1"/>
          </p:nvPr>
        </p:nvSpPr>
        <p:spPr>
          <a:xfrm>
            <a:off x="665216" y="5397150"/>
            <a:ext cx="580225" cy="580225"/>
          </a:xfrm>
          <a:custGeom>
            <a:avLst/>
            <a:gdLst>
              <a:gd name="connsiteX0" fmla="*/ 96706 w 580225"/>
              <a:gd name="connsiteY0" fmla="*/ 0 h 580225"/>
              <a:gd name="connsiteX1" fmla="*/ 483519 w 580225"/>
              <a:gd name="connsiteY1" fmla="*/ 0 h 580225"/>
              <a:gd name="connsiteX2" fmla="*/ 580225 w 580225"/>
              <a:gd name="connsiteY2" fmla="*/ 96706 h 580225"/>
              <a:gd name="connsiteX3" fmla="*/ 580225 w 580225"/>
              <a:gd name="connsiteY3" fmla="*/ 483519 h 580225"/>
              <a:gd name="connsiteX4" fmla="*/ 483519 w 580225"/>
              <a:gd name="connsiteY4" fmla="*/ 580225 h 580225"/>
              <a:gd name="connsiteX5" fmla="*/ 96706 w 580225"/>
              <a:gd name="connsiteY5" fmla="*/ 580225 h 580225"/>
              <a:gd name="connsiteX6" fmla="*/ 0 w 580225"/>
              <a:gd name="connsiteY6" fmla="*/ 483519 h 580225"/>
              <a:gd name="connsiteX7" fmla="*/ 0 w 580225"/>
              <a:gd name="connsiteY7" fmla="*/ 96706 h 580225"/>
              <a:gd name="connsiteX8" fmla="*/ 96706 w 580225"/>
              <a:gd name="connsiteY8" fmla="*/ 0 h 58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225" h="580225">
                <a:moveTo>
                  <a:pt x="96706" y="0"/>
                </a:moveTo>
                <a:lnTo>
                  <a:pt x="483519" y="0"/>
                </a:lnTo>
                <a:cubicBezTo>
                  <a:pt x="536928" y="0"/>
                  <a:pt x="580225" y="43297"/>
                  <a:pt x="580225" y="96706"/>
                </a:cubicBezTo>
                <a:lnTo>
                  <a:pt x="580225" y="483519"/>
                </a:lnTo>
                <a:cubicBezTo>
                  <a:pt x="580225" y="536928"/>
                  <a:pt x="536928" y="580225"/>
                  <a:pt x="483519" y="580225"/>
                </a:cubicBezTo>
                <a:lnTo>
                  <a:pt x="96706" y="580225"/>
                </a:lnTo>
                <a:cubicBezTo>
                  <a:pt x="43297" y="580225"/>
                  <a:pt x="0" y="536928"/>
                  <a:pt x="0" y="483519"/>
                </a:cubicBezTo>
                <a:lnTo>
                  <a:pt x="0" y="96706"/>
                </a:lnTo>
                <a:cubicBezTo>
                  <a:pt x="0" y="43297"/>
                  <a:pt x="43297" y="0"/>
                  <a:pt x="96706" y="0"/>
                </a:cubicBezTo>
                <a:close/>
              </a:path>
            </a:pathLst>
          </a:custGeom>
          <a:solidFill>
            <a:schemeClr val="bg1">
              <a:lumMod val="95000"/>
            </a:schemeClr>
          </a:solidFill>
        </p:spPr>
        <p:txBody>
          <a:bodyPr wrap="square">
            <a:noAutofit/>
          </a:bodyPr>
          <a:lstStyle>
            <a:lvl1pPr marL="0" indent="0" rtl="0">
              <a:buNone/>
              <a:defRPr sz="1000"/>
            </a:lvl1pPr>
          </a:lstStyle>
          <a:p>
            <a:r>
              <a:rPr lang="en-US"/>
              <a:t>Image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Q2">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Q1">
    <p:bg>
      <p:bgPr>
        <a:solidFill>
          <a:schemeClr val="bg1"/>
        </a:solidFill>
        <a:effectLst/>
      </p:bgPr>
    </p:bg>
    <p:spTree>
      <p:nvGrpSpPr>
        <p:cNvPr id="1" name=""/>
        <p:cNvGrpSpPr/>
        <p:nvPr/>
      </p:nvGrpSpPr>
      <p:grpSpPr>
        <a:xfrm>
          <a:off x="0" y="0"/>
          <a:ext cx="0" cy="0"/>
          <a:chOff x="0" y="0"/>
          <a:chExt cx="0" cy="0"/>
        </a:xfrm>
      </p:grpSpPr>
      <p:sp>
        <p:nvSpPr>
          <p:cNvPr id="33" name="Picture Placeholder 32"/>
          <p:cNvSpPr>
            <a:spLocks noGrp="1"/>
          </p:cNvSpPr>
          <p:nvPr>
            <p:ph type="pic" sz="quarter" idx="10" hasCustomPrompt="1"/>
          </p:nvPr>
        </p:nvSpPr>
        <p:spPr>
          <a:xfrm>
            <a:off x="5582472" y="1056201"/>
            <a:ext cx="522142" cy="446431"/>
          </a:xfrm>
          <a:custGeom>
            <a:avLst/>
            <a:gdLst>
              <a:gd name="connsiteX0" fmla="*/ 74407 w 522142"/>
              <a:gd name="connsiteY0" fmla="*/ 0 h 446431"/>
              <a:gd name="connsiteX1" fmla="*/ 447735 w 522142"/>
              <a:gd name="connsiteY1" fmla="*/ 0 h 446431"/>
              <a:gd name="connsiteX2" fmla="*/ 522142 w 522142"/>
              <a:gd name="connsiteY2" fmla="*/ 74407 h 446431"/>
              <a:gd name="connsiteX3" fmla="*/ 522142 w 522142"/>
              <a:gd name="connsiteY3" fmla="*/ 372024 h 446431"/>
              <a:gd name="connsiteX4" fmla="*/ 447735 w 522142"/>
              <a:gd name="connsiteY4" fmla="*/ 446431 h 446431"/>
              <a:gd name="connsiteX5" fmla="*/ 74407 w 522142"/>
              <a:gd name="connsiteY5" fmla="*/ 446431 h 446431"/>
              <a:gd name="connsiteX6" fmla="*/ 0 w 522142"/>
              <a:gd name="connsiteY6" fmla="*/ 372024 h 446431"/>
              <a:gd name="connsiteX7" fmla="*/ 0 w 522142"/>
              <a:gd name="connsiteY7" fmla="*/ 74407 h 446431"/>
              <a:gd name="connsiteX8" fmla="*/ 74407 w 522142"/>
              <a:gd name="connsiteY8" fmla="*/ 0 h 44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2142" h="446431">
                <a:moveTo>
                  <a:pt x="74407" y="0"/>
                </a:moveTo>
                <a:lnTo>
                  <a:pt x="447735" y="0"/>
                </a:lnTo>
                <a:cubicBezTo>
                  <a:pt x="488829" y="0"/>
                  <a:pt x="522142" y="33313"/>
                  <a:pt x="522142" y="74407"/>
                </a:cubicBezTo>
                <a:lnTo>
                  <a:pt x="522142" y="372024"/>
                </a:lnTo>
                <a:cubicBezTo>
                  <a:pt x="522142" y="413118"/>
                  <a:pt x="488829" y="446431"/>
                  <a:pt x="447735" y="446431"/>
                </a:cubicBezTo>
                <a:lnTo>
                  <a:pt x="74407" y="446431"/>
                </a:lnTo>
                <a:cubicBezTo>
                  <a:pt x="33313" y="446431"/>
                  <a:pt x="0" y="413118"/>
                  <a:pt x="0" y="372024"/>
                </a:cubicBezTo>
                <a:lnTo>
                  <a:pt x="0" y="74407"/>
                </a:lnTo>
                <a:cubicBezTo>
                  <a:pt x="0" y="33313"/>
                  <a:pt x="33313" y="0"/>
                  <a:pt x="74407" y="0"/>
                </a:cubicBezTo>
                <a:close/>
              </a:path>
            </a:pathLst>
          </a:custGeom>
        </p:spPr>
        <p:txBody>
          <a:bodyPr wrap="square">
            <a:noAutofit/>
          </a:bodyPr>
          <a:lstStyle/>
          <a:p>
            <a:r>
              <a:rPr lang="en-US" dirty="0"/>
              <a:t> </a:t>
            </a:r>
          </a:p>
        </p:txBody>
      </p:sp>
      <p:sp>
        <p:nvSpPr>
          <p:cNvPr id="34" name="Picture Placeholder 33"/>
          <p:cNvSpPr>
            <a:spLocks noGrp="1"/>
          </p:cNvSpPr>
          <p:nvPr>
            <p:ph type="pic" sz="quarter" idx="11" hasCustomPrompt="1"/>
          </p:nvPr>
        </p:nvSpPr>
        <p:spPr>
          <a:xfrm>
            <a:off x="5582472" y="2938518"/>
            <a:ext cx="522142" cy="446431"/>
          </a:xfrm>
          <a:custGeom>
            <a:avLst/>
            <a:gdLst>
              <a:gd name="connsiteX0" fmla="*/ 74407 w 522142"/>
              <a:gd name="connsiteY0" fmla="*/ 0 h 446431"/>
              <a:gd name="connsiteX1" fmla="*/ 447735 w 522142"/>
              <a:gd name="connsiteY1" fmla="*/ 0 h 446431"/>
              <a:gd name="connsiteX2" fmla="*/ 522142 w 522142"/>
              <a:gd name="connsiteY2" fmla="*/ 74407 h 446431"/>
              <a:gd name="connsiteX3" fmla="*/ 522142 w 522142"/>
              <a:gd name="connsiteY3" fmla="*/ 372024 h 446431"/>
              <a:gd name="connsiteX4" fmla="*/ 447735 w 522142"/>
              <a:gd name="connsiteY4" fmla="*/ 446431 h 446431"/>
              <a:gd name="connsiteX5" fmla="*/ 74407 w 522142"/>
              <a:gd name="connsiteY5" fmla="*/ 446431 h 446431"/>
              <a:gd name="connsiteX6" fmla="*/ 0 w 522142"/>
              <a:gd name="connsiteY6" fmla="*/ 372024 h 446431"/>
              <a:gd name="connsiteX7" fmla="*/ 0 w 522142"/>
              <a:gd name="connsiteY7" fmla="*/ 74407 h 446431"/>
              <a:gd name="connsiteX8" fmla="*/ 74407 w 522142"/>
              <a:gd name="connsiteY8" fmla="*/ 0 h 44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2142" h="446431">
                <a:moveTo>
                  <a:pt x="74407" y="0"/>
                </a:moveTo>
                <a:lnTo>
                  <a:pt x="447735" y="0"/>
                </a:lnTo>
                <a:cubicBezTo>
                  <a:pt x="488829" y="0"/>
                  <a:pt x="522142" y="33313"/>
                  <a:pt x="522142" y="74407"/>
                </a:cubicBezTo>
                <a:lnTo>
                  <a:pt x="522142" y="372024"/>
                </a:lnTo>
                <a:cubicBezTo>
                  <a:pt x="522142" y="413118"/>
                  <a:pt x="488829" y="446431"/>
                  <a:pt x="447735" y="446431"/>
                </a:cubicBezTo>
                <a:lnTo>
                  <a:pt x="74407" y="446431"/>
                </a:lnTo>
                <a:cubicBezTo>
                  <a:pt x="33313" y="446431"/>
                  <a:pt x="0" y="413118"/>
                  <a:pt x="0" y="372024"/>
                </a:cubicBezTo>
                <a:lnTo>
                  <a:pt x="0" y="74407"/>
                </a:lnTo>
                <a:cubicBezTo>
                  <a:pt x="0" y="33313"/>
                  <a:pt x="33313" y="0"/>
                  <a:pt x="74407" y="0"/>
                </a:cubicBezTo>
                <a:close/>
              </a:path>
            </a:pathLst>
          </a:custGeom>
        </p:spPr>
        <p:txBody>
          <a:bodyPr wrap="square">
            <a:noAutofit/>
          </a:bodyPr>
          <a:lstStyle/>
          <a:p>
            <a:r>
              <a:rPr lang="en-US" dirty="0"/>
              <a:t> </a:t>
            </a:r>
          </a:p>
        </p:txBody>
      </p:sp>
      <p:sp>
        <p:nvSpPr>
          <p:cNvPr id="35" name="Picture Placeholder 34"/>
          <p:cNvSpPr>
            <a:spLocks noGrp="1"/>
          </p:cNvSpPr>
          <p:nvPr>
            <p:ph type="pic" sz="quarter" idx="12" hasCustomPrompt="1"/>
          </p:nvPr>
        </p:nvSpPr>
        <p:spPr>
          <a:xfrm>
            <a:off x="5582472" y="4820755"/>
            <a:ext cx="522142" cy="446431"/>
          </a:xfrm>
          <a:custGeom>
            <a:avLst/>
            <a:gdLst>
              <a:gd name="connsiteX0" fmla="*/ 74407 w 522142"/>
              <a:gd name="connsiteY0" fmla="*/ 0 h 446431"/>
              <a:gd name="connsiteX1" fmla="*/ 447735 w 522142"/>
              <a:gd name="connsiteY1" fmla="*/ 0 h 446431"/>
              <a:gd name="connsiteX2" fmla="*/ 522142 w 522142"/>
              <a:gd name="connsiteY2" fmla="*/ 74407 h 446431"/>
              <a:gd name="connsiteX3" fmla="*/ 522142 w 522142"/>
              <a:gd name="connsiteY3" fmla="*/ 372024 h 446431"/>
              <a:gd name="connsiteX4" fmla="*/ 447735 w 522142"/>
              <a:gd name="connsiteY4" fmla="*/ 446431 h 446431"/>
              <a:gd name="connsiteX5" fmla="*/ 74407 w 522142"/>
              <a:gd name="connsiteY5" fmla="*/ 446431 h 446431"/>
              <a:gd name="connsiteX6" fmla="*/ 0 w 522142"/>
              <a:gd name="connsiteY6" fmla="*/ 372024 h 446431"/>
              <a:gd name="connsiteX7" fmla="*/ 0 w 522142"/>
              <a:gd name="connsiteY7" fmla="*/ 74407 h 446431"/>
              <a:gd name="connsiteX8" fmla="*/ 74407 w 522142"/>
              <a:gd name="connsiteY8" fmla="*/ 0 h 44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2142" h="446431">
                <a:moveTo>
                  <a:pt x="74407" y="0"/>
                </a:moveTo>
                <a:lnTo>
                  <a:pt x="447735" y="0"/>
                </a:lnTo>
                <a:cubicBezTo>
                  <a:pt x="488829" y="0"/>
                  <a:pt x="522142" y="33313"/>
                  <a:pt x="522142" y="74407"/>
                </a:cubicBezTo>
                <a:lnTo>
                  <a:pt x="522142" y="372024"/>
                </a:lnTo>
                <a:cubicBezTo>
                  <a:pt x="522142" y="413118"/>
                  <a:pt x="488829" y="446431"/>
                  <a:pt x="447735" y="446431"/>
                </a:cubicBezTo>
                <a:lnTo>
                  <a:pt x="74407" y="446431"/>
                </a:lnTo>
                <a:cubicBezTo>
                  <a:pt x="33313" y="446431"/>
                  <a:pt x="0" y="413118"/>
                  <a:pt x="0" y="372024"/>
                </a:cubicBezTo>
                <a:lnTo>
                  <a:pt x="0" y="74407"/>
                </a:lnTo>
                <a:cubicBezTo>
                  <a:pt x="0" y="33313"/>
                  <a:pt x="33313" y="0"/>
                  <a:pt x="74407" y="0"/>
                </a:cubicBezTo>
                <a:close/>
              </a:path>
            </a:pathLst>
          </a:custGeom>
        </p:spPr>
        <p:txBody>
          <a:bodyPr wrap="square">
            <a:noAutofit/>
          </a:bodyPr>
          <a:lstStyle/>
          <a:p>
            <a:r>
              <a:rPr lang="en-US" dirty="0"/>
              <a:t> </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4_Q1">
    <p:bg>
      <p:bgPr>
        <a:solidFill>
          <a:schemeClr val="bg1"/>
        </a:solidFill>
        <a:effectLst/>
      </p:bgPr>
    </p:bg>
    <p:spTree>
      <p:nvGrpSpPr>
        <p:cNvPr id="1" name=""/>
        <p:cNvGrpSpPr/>
        <p:nvPr/>
      </p:nvGrpSpPr>
      <p:grpSpPr>
        <a:xfrm>
          <a:off x="0" y="0"/>
          <a:ext cx="0" cy="0"/>
          <a:chOff x="0" y="0"/>
          <a:chExt cx="0" cy="0"/>
        </a:xfrm>
      </p:grpSpPr>
      <p:sp>
        <p:nvSpPr>
          <p:cNvPr id="33" name="Picture Placeholder 32"/>
          <p:cNvSpPr>
            <a:spLocks noGrp="1"/>
          </p:cNvSpPr>
          <p:nvPr>
            <p:ph type="pic" sz="quarter" idx="10" hasCustomPrompt="1"/>
          </p:nvPr>
        </p:nvSpPr>
        <p:spPr>
          <a:xfrm>
            <a:off x="8666591" y="1323049"/>
            <a:ext cx="475424" cy="475424"/>
          </a:xfrm>
          <a:custGeom>
            <a:avLst/>
            <a:gdLst>
              <a:gd name="connsiteX0" fmla="*/ 79239 w 475424"/>
              <a:gd name="connsiteY0" fmla="*/ 0 h 475424"/>
              <a:gd name="connsiteX1" fmla="*/ 396185 w 475424"/>
              <a:gd name="connsiteY1" fmla="*/ 0 h 475424"/>
              <a:gd name="connsiteX2" fmla="*/ 475424 w 475424"/>
              <a:gd name="connsiteY2" fmla="*/ 79239 h 475424"/>
              <a:gd name="connsiteX3" fmla="*/ 475424 w 475424"/>
              <a:gd name="connsiteY3" fmla="*/ 396185 h 475424"/>
              <a:gd name="connsiteX4" fmla="*/ 396185 w 475424"/>
              <a:gd name="connsiteY4" fmla="*/ 475424 h 475424"/>
              <a:gd name="connsiteX5" fmla="*/ 79239 w 475424"/>
              <a:gd name="connsiteY5" fmla="*/ 475424 h 475424"/>
              <a:gd name="connsiteX6" fmla="*/ 0 w 475424"/>
              <a:gd name="connsiteY6" fmla="*/ 396185 h 475424"/>
              <a:gd name="connsiteX7" fmla="*/ 0 w 475424"/>
              <a:gd name="connsiteY7" fmla="*/ 79239 h 475424"/>
              <a:gd name="connsiteX8" fmla="*/ 79239 w 475424"/>
              <a:gd name="connsiteY8" fmla="*/ 0 h 475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24" h="475424">
                <a:moveTo>
                  <a:pt x="79239" y="0"/>
                </a:moveTo>
                <a:lnTo>
                  <a:pt x="396185" y="0"/>
                </a:lnTo>
                <a:cubicBezTo>
                  <a:pt x="439947" y="0"/>
                  <a:pt x="475424" y="35477"/>
                  <a:pt x="475424" y="79239"/>
                </a:cubicBezTo>
                <a:lnTo>
                  <a:pt x="475424" y="396185"/>
                </a:lnTo>
                <a:cubicBezTo>
                  <a:pt x="475424" y="439947"/>
                  <a:pt x="439947" y="475424"/>
                  <a:pt x="396185" y="475424"/>
                </a:cubicBezTo>
                <a:lnTo>
                  <a:pt x="79239" y="475424"/>
                </a:lnTo>
                <a:cubicBezTo>
                  <a:pt x="35477" y="475424"/>
                  <a:pt x="0" y="439947"/>
                  <a:pt x="0" y="396185"/>
                </a:cubicBezTo>
                <a:lnTo>
                  <a:pt x="0" y="79239"/>
                </a:lnTo>
                <a:cubicBezTo>
                  <a:pt x="0" y="35477"/>
                  <a:pt x="35477" y="0"/>
                  <a:pt x="79239" y="0"/>
                </a:cubicBezTo>
                <a:close/>
              </a:path>
            </a:pathLst>
          </a:custGeom>
        </p:spPr>
        <p:txBody>
          <a:bodyPr wrap="square">
            <a:noAutofit/>
          </a:bodyPr>
          <a:lstStyle/>
          <a:p>
            <a:r>
              <a:rPr lang="en-US" dirty="0"/>
              <a:t> </a:t>
            </a:r>
          </a:p>
        </p:txBody>
      </p:sp>
      <p:sp>
        <p:nvSpPr>
          <p:cNvPr id="34" name="Picture Placeholder 33"/>
          <p:cNvSpPr>
            <a:spLocks noGrp="1"/>
          </p:cNvSpPr>
          <p:nvPr>
            <p:ph type="pic" sz="quarter" idx="11" hasCustomPrompt="1"/>
          </p:nvPr>
        </p:nvSpPr>
        <p:spPr>
          <a:xfrm>
            <a:off x="8666591" y="3203412"/>
            <a:ext cx="475424" cy="475424"/>
          </a:xfrm>
          <a:custGeom>
            <a:avLst/>
            <a:gdLst>
              <a:gd name="connsiteX0" fmla="*/ 79239 w 475424"/>
              <a:gd name="connsiteY0" fmla="*/ 0 h 475424"/>
              <a:gd name="connsiteX1" fmla="*/ 396185 w 475424"/>
              <a:gd name="connsiteY1" fmla="*/ 0 h 475424"/>
              <a:gd name="connsiteX2" fmla="*/ 475424 w 475424"/>
              <a:gd name="connsiteY2" fmla="*/ 79239 h 475424"/>
              <a:gd name="connsiteX3" fmla="*/ 475424 w 475424"/>
              <a:gd name="connsiteY3" fmla="*/ 396185 h 475424"/>
              <a:gd name="connsiteX4" fmla="*/ 396185 w 475424"/>
              <a:gd name="connsiteY4" fmla="*/ 475424 h 475424"/>
              <a:gd name="connsiteX5" fmla="*/ 79239 w 475424"/>
              <a:gd name="connsiteY5" fmla="*/ 475424 h 475424"/>
              <a:gd name="connsiteX6" fmla="*/ 0 w 475424"/>
              <a:gd name="connsiteY6" fmla="*/ 396185 h 475424"/>
              <a:gd name="connsiteX7" fmla="*/ 0 w 475424"/>
              <a:gd name="connsiteY7" fmla="*/ 79239 h 475424"/>
              <a:gd name="connsiteX8" fmla="*/ 79239 w 475424"/>
              <a:gd name="connsiteY8" fmla="*/ 0 h 475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24" h="475424">
                <a:moveTo>
                  <a:pt x="79239" y="0"/>
                </a:moveTo>
                <a:lnTo>
                  <a:pt x="396185" y="0"/>
                </a:lnTo>
                <a:cubicBezTo>
                  <a:pt x="439947" y="0"/>
                  <a:pt x="475424" y="35477"/>
                  <a:pt x="475424" y="79239"/>
                </a:cubicBezTo>
                <a:lnTo>
                  <a:pt x="475424" y="396185"/>
                </a:lnTo>
                <a:cubicBezTo>
                  <a:pt x="475424" y="439947"/>
                  <a:pt x="439947" y="475424"/>
                  <a:pt x="396185" y="475424"/>
                </a:cubicBezTo>
                <a:lnTo>
                  <a:pt x="79239" y="475424"/>
                </a:lnTo>
                <a:cubicBezTo>
                  <a:pt x="35477" y="475424"/>
                  <a:pt x="0" y="439947"/>
                  <a:pt x="0" y="396185"/>
                </a:cubicBezTo>
                <a:lnTo>
                  <a:pt x="0" y="79239"/>
                </a:lnTo>
                <a:cubicBezTo>
                  <a:pt x="0" y="35477"/>
                  <a:pt x="35477" y="0"/>
                  <a:pt x="79239" y="0"/>
                </a:cubicBezTo>
                <a:close/>
              </a:path>
            </a:pathLst>
          </a:custGeom>
        </p:spPr>
        <p:txBody>
          <a:bodyPr wrap="square">
            <a:noAutofit/>
          </a:bodyPr>
          <a:lstStyle/>
          <a:p>
            <a:r>
              <a:rPr lang="en-US" dirty="0"/>
              <a:t> </a:t>
            </a:r>
          </a:p>
        </p:txBody>
      </p:sp>
      <p:sp>
        <p:nvSpPr>
          <p:cNvPr id="35" name="Picture Placeholder 34"/>
          <p:cNvSpPr>
            <a:spLocks noGrp="1"/>
          </p:cNvSpPr>
          <p:nvPr>
            <p:ph type="pic" sz="quarter" idx="12" hasCustomPrompt="1"/>
          </p:nvPr>
        </p:nvSpPr>
        <p:spPr>
          <a:xfrm>
            <a:off x="8678812" y="4967444"/>
            <a:ext cx="475424" cy="475424"/>
          </a:xfrm>
          <a:custGeom>
            <a:avLst/>
            <a:gdLst>
              <a:gd name="connsiteX0" fmla="*/ 79239 w 475424"/>
              <a:gd name="connsiteY0" fmla="*/ 0 h 475424"/>
              <a:gd name="connsiteX1" fmla="*/ 396185 w 475424"/>
              <a:gd name="connsiteY1" fmla="*/ 0 h 475424"/>
              <a:gd name="connsiteX2" fmla="*/ 475424 w 475424"/>
              <a:gd name="connsiteY2" fmla="*/ 79239 h 475424"/>
              <a:gd name="connsiteX3" fmla="*/ 475424 w 475424"/>
              <a:gd name="connsiteY3" fmla="*/ 396185 h 475424"/>
              <a:gd name="connsiteX4" fmla="*/ 396185 w 475424"/>
              <a:gd name="connsiteY4" fmla="*/ 475424 h 475424"/>
              <a:gd name="connsiteX5" fmla="*/ 79239 w 475424"/>
              <a:gd name="connsiteY5" fmla="*/ 475424 h 475424"/>
              <a:gd name="connsiteX6" fmla="*/ 0 w 475424"/>
              <a:gd name="connsiteY6" fmla="*/ 396185 h 475424"/>
              <a:gd name="connsiteX7" fmla="*/ 0 w 475424"/>
              <a:gd name="connsiteY7" fmla="*/ 79239 h 475424"/>
              <a:gd name="connsiteX8" fmla="*/ 79239 w 475424"/>
              <a:gd name="connsiteY8" fmla="*/ 0 h 475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24" h="475424">
                <a:moveTo>
                  <a:pt x="79239" y="0"/>
                </a:moveTo>
                <a:lnTo>
                  <a:pt x="396185" y="0"/>
                </a:lnTo>
                <a:cubicBezTo>
                  <a:pt x="439947" y="0"/>
                  <a:pt x="475424" y="35477"/>
                  <a:pt x="475424" y="79239"/>
                </a:cubicBezTo>
                <a:lnTo>
                  <a:pt x="475424" y="396185"/>
                </a:lnTo>
                <a:cubicBezTo>
                  <a:pt x="475424" y="439947"/>
                  <a:pt x="439947" y="475424"/>
                  <a:pt x="396185" y="475424"/>
                </a:cubicBezTo>
                <a:lnTo>
                  <a:pt x="79239" y="475424"/>
                </a:lnTo>
                <a:cubicBezTo>
                  <a:pt x="35477" y="475424"/>
                  <a:pt x="0" y="439947"/>
                  <a:pt x="0" y="396185"/>
                </a:cubicBezTo>
                <a:lnTo>
                  <a:pt x="0" y="79239"/>
                </a:lnTo>
                <a:cubicBezTo>
                  <a:pt x="0" y="35477"/>
                  <a:pt x="35477" y="0"/>
                  <a:pt x="79239" y="0"/>
                </a:cubicBezTo>
                <a:close/>
              </a:path>
            </a:pathLst>
          </a:custGeom>
        </p:spPr>
        <p:txBody>
          <a:bodyPr wrap="square">
            <a:noAutofit/>
          </a:bodyPr>
          <a:lstStyle/>
          <a:p>
            <a:r>
              <a:rPr lang="en-US" dirty="0"/>
              <a:t> </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_Q1">
    <p:bg>
      <p:bgPr>
        <a:solidFill>
          <a:schemeClr val="bg1"/>
        </a:solidFill>
        <a:effectLst/>
      </p:bgPr>
    </p:bg>
    <p:spTree>
      <p:nvGrpSpPr>
        <p:cNvPr id="1" name=""/>
        <p:cNvGrpSpPr/>
        <p:nvPr/>
      </p:nvGrpSpPr>
      <p:grpSpPr>
        <a:xfrm>
          <a:off x="0" y="0"/>
          <a:ext cx="0" cy="0"/>
          <a:chOff x="0" y="0"/>
          <a:chExt cx="0" cy="0"/>
        </a:xfrm>
      </p:grpSpPr>
      <p:sp>
        <p:nvSpPr>
          <p:cNvPr id="18" name="Picture Placeholder 17"/>
          <p:cNvSpPr>
            <a:spLocks noGrp="1"/>
          </p:cNvSpPr>
          <p:nvPr>
            <p:ph type="pic" sz="quarter" idx="10" hasCustomPrompt="1"/>
          </p:nvPr>
        </p:nvSpPr>
        <p:spPr>
          <a:xfrm>
            <a:off x="854744" y="1252105"/>
            <a:ext cx="1960846" cy="1362716"/>
          </a:xfrm>
          <a:custGeom>
            <a:avLst/>
            <a:gdLst>
              <a:gd name="connsiteX0" fmla="*/ 112233 w 1960846"/>
              <a:gd name="connsiteY0" fmla="*/ 0 h 1362716"/>
              <a:gd name="connsiteX1" fmla="*/ 1848613 w 1960846"/>
              <a:gd name="connsiteY1" fmla="*/ 0 h 1362716"/>
              <a:gd name="connsiteX2" fmla="*/ 1960846 w 1960846"/>
              <a:gd name="connsiteY2" fmla="*/ 112233 h 1362716"/>
              <a:gd name="connsiteX3" fmla="*/ 1960846 w 1960846"/>
              <a:gd name="connsiteY3" fmla="*/ 1250483 h 1362716"/>
              <a:gd name="connsiteX4" fmla="*/ 1848613 w 1960846"/>
              <a:gd name="connsiteY4" fmla="*/ 1362716 h 1362716"/>
              <a:gd name="connsiteX5" fmla="*/ 112233 w 1960846"/>
              <a:gd name="connsiteY5" fmla="*/ 1362716 h 1362716"/>
              <a:gd name="connsiteX6" fmla="*/ 0 w 1960846"/>
              <a:gd name="connsiteY6" fmla="*/ 1250483 h 1362716"/>
              <a:gd name="connsiteX7" fmla="*/ 0 w 1960846"/>
              <a:gd name="connsiteY7" fmla="*/ 112233 h 1362716"/>
              <a:gd name="connsiteX8" fmla="*/ 112233 w 1960846"/>
              <a:gd name="connsiteY8" fmla="*/ 0 h 1362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0846" h="1362716">
                <a:moveTo>
                  <a:pt x="112233" y="0"/>
                </a:moveTo>
                <a:lnTo>
                  <a:pt x="1848613" y="0"/>
                </a:lnTo>
                <a:cubicBezTo>
                  <a:pt x="1910598" y="0"/>
                  <a:pt x="1960846" y="50248"/>
                  <a:pt x="1960846" y="112233"/>
                </a:cubicBezTo>
                <a:lnTo>
                  <a:pt x="1960846" y="1250483"/>
                </a:lnTo>
                <a:cubicBezTo>
                  <a:pt x="1960846" y="1312468"/>
                  <a:pt x="1910598" y="1362716"/>
                  <a:pt x="1848613" y="1362716"/>
                </a:cubicBezTo>
                <a:lnTo>
                  <a:pt x="112233" y="1362716"/>
                </a:lnTo>
                <a:cubicBezTo>
                  <a:pt x="50248" y="1362716"/>
                  <a:pt x="0" y="1312468"/>
                  <a:pt x="0" y="1250483"/>
                </a:cubicBezTo>
                <a:lnTo>
                  <a:pt x="0" y="112233"/>
                </a:lnTo>
                <a:cubicBezTo>
                  <a:pt x="0" y="50248"/>
                  <a:pt x="50248" y="0"/>
                  <a:pt x="112233" y="0"/>
                </a:cubicBezTo>
                <a:close/>
              </a:path>
            </a:pathLst>
          </a:custGeom>
        </p:spPr>
        <p:txBody>
          <a:bodyPr wrap="square">
            <a:noAutofit/>
          </a:bodyPr>
          <a:lstStyle/>
          <a:p>
            <a:r>
              <a:rPr lang="en-US" dirty="0"/>
              <a:t> </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10493829" y="6139543"/>
            <a:ext cx="1698171" cy="718457"/>
          </a:xfrm>
          <a:prstGeom prst="rect">
            <a:avLst/>
          </a:prstGeom>
          <a:solidFill>
            <a:srgbClr val="F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1_list-Item">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Blank">
    <p:bg>
      <p:bgPr>
        <a:solidFill>
          <a:schemeClr val="bg1"/>
        </a:solidFill>
        <a:effectLst/>
      </p:bgPr>
    </p:bg>
    <p:spTree>
      <p:nvGrpSpPr>
        <p:cNvPr id="1" name=""/>
        <p:cNvGrpSpPr/>
        <p:nvPr/>
      </p:nvGrpSpPr>
      <p:grpSpPr>
        <a:xfrm>
          <a:off x="0" y="0"/>
          <a:ext cx="0" cy="0"/>
          <a:chOff x="0" y="0"/>
          <a:chExt cx="0" cy="0"/>
        </a:xfrm>
      </p:grpSpPr>
      <p:sp>
        <p:nvSpPr>
          <p:cNvPr id="32" name="Picture Placeholder 31"/>
          <p:cNvSpPr>
            <a:spLocks noGrp="1"/>
          </p:cNvSpPr>
          <p:nvPr>
            <p:ph type="pic" sz="quarter" idx="10" hasCustomPrompt="1"/>
          </p:nvPr>
        </p:nvSpPr>
        <p:spPr>
          <a:xfrm>
            <a:off x="9336617" y="3816930"/>
            <a:ext cx="362514" cy="362514"/>
          </a:xfrm>
          <a:custGeom>
            <a:avLst/>
            <a:gdLst>
              <a:gd name="connsiteX0" fmla="*/ 181257 w 362514"/>
              <a:gd name="connsiteY0" fmla="*/ 0 h 362514"/>
              <a:gd name="connsiteX1" fmla="*/ 362514 w 362514"/>
              <a:gd name="connsiteY1" fmla="*/ 181257 h 362514"/>
              <a:gd name="connsiteX2" fmla="*/ 181257 w 362514"/>
              <a:gd name="connsiteY2" fmla="*/ 362514 h 362514"/>
              <a:gd name="connsiteX3" fmla="*/ 0 w 362514"/>
              <a:gd name="connsiteY3" fmla="*/ 181257 h 362514"/>
              <a:gd name="connsiteX4" fmla="*/ 181257 w 362514"/>
              <a:gd name="connsiteY4" fmla="*/ 0 h 362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514" h="362514">
                <a:moveTo>
                  <a:pt x="181257" y="0"/>
                </a:moveTo>
                <a:cubicBezTo>
                  <a:pt x="281362" y="0"/>
                  <a:pt x="362514" y="81152"/>
                  <a:pt x="362514" y="181257"/>
                </a:cubicBezTo>
                <a:cubicBezTo>
                  <a:pt x="362514" y="281362"/>
                  <a:pt x="281362" y="362514"/>
                  <a:pt x="181257" y="362514"/>
                </a:cubicBezTo>
                <a:cubicBezTo>
                  <a:pt x="81152" y="362514"/>
                  <a:pt x="0" y="281362"/>
                  <a:pt x="0" y="181257"/>
                </a:cubicBezTo>
                <a:cubicBezTo>
                  <a:pt x="0" y="81152"/>
                  <a:pt x="81152" y="0"/>
                  <a:pt x="181257" y="0"/>
                </a:cubicBezTo>
                <a:close/>
              </a:path>
            </a:pathLst>
          </a:custGeom>
        </p:spPr>
        <p:txBody>
          <a:bodyPr wrap="square">
            <a:noAutofit/>
          </a:bodyPr>
          <a:lstStyle>
            <a:lvl1pPr marL="0" indent="0">
              <a:buNone/>
              <a:defRPr/>
            </a:lvl1pPr>
          </a:lstStyle>
          <a:p>
            <a:r>
              <a:rPr lang="en-US" dirty="0"/>
              <a:t> </a:t>
            </a:r>
          </a:p>
        </p:txBody>
      </p:sp>
      <p:sp>
        <p:nvSpPr>
          <p:cNvPr id="33" name="Picture Placeholder 32"/>
          <p:cNvSpPr>
            <a:spLocks noGrp="1"/>
          </p:cNvSpPr>
          <p:nvPr>
            <p:ph type="pic" sz="quarter" idx="11" hasCustomPrompt="1"/>
          </p:nvPr>
        </p:nvSpPr>
        <p:spPr>
          <a:xfrm>
            <a:off x="9337111" y="4443373"/>
            <a:ext cx="362514" cy="362514"/>
          </a:xfrm>
          <a:custGeom>
            <a:avLst/>
            <a:gdLst>
              <a:gd name="connsiteX0" fmla="*/ 181257 w 362514"/>
              <a:gd name="connsiteY0" fmla="*/ 0 h 362514"/>
              <a:gd name="connsiteX1" fmla="*/ 362514 w 362514"/>
              <a:gd name="connsiteY1" fmla="*/ 181257 h 362514"/>
              <a:gd name="connsiteX2" fmla="*/ 181257 w 362514"/>
              <a:gd name="connsiteY2" fmla="*/ 362514 h 362514"/>
              <a:gd name="connsiteX3" fmla="*/ 0 w 362514"/>
              <a:gd name="connsiteY3" fmla="*/ 181257 h 362514"/>
              <a:gd name="connsiteX4" fmla="*/ 181257 w 362514"/>
              <a:gd name="connsiteY4" fmla="*/ 0 h 362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514" h="362514">
                <a:moveTo>
                  <a:pt x="181257" y="0"/>
                </a:moveTo>
                <a:cubicBezTo>
                  <a:pt x="281362" y="0"/>
                  <a:pt x="362514" y="81152"/>
                  <a:pt x="362514" y="181257"/>
                </a:cubicBezTo>
                <a:cubicBezTo>
                  <a:pt x="362514" y="281362"/>
                  <a:pt x="281362" y="362514"/>
                  <a:pt x="181257" y="362514"/>
                </a:cubicBezTo>
                <a:cubicBezTo>
                  <a:pt x="81152" y="362514"/>
                  <a:pt x="0" y="281362"/>
                  <a:pt x="0" y="181257"/>
                </a:cubicBezTo>
                <a:cubicBezTo>
                  <a:pt x="0" y="81152"/>
                  <a:pt x="81152" y="0"/>
                  <a:pt x="181257" y="0"/>
                </a:cubicBezTo>
                <a:close/>
              </a:path>
            </a:pathLst>
          </a:custGeom>
        </p:spPr>
        <p:txBody>
          <a:bodyPr wrap="square">
            <a:noAutofit/>
          </a:bodyPr>
          <a:lstStyle>
            <a:lvl1pPr marL="0" indent="0">
              <a:buNone/>
              <a:defRPr/>
            </a:lvl1pPr>
          </a:lstStyle>
          <a:p>
            <a:r>
              <a:rPr lang="en-US" dirty="0"/>
              <a:t> </a:t>
            </a:r>
          </a:p>
        </p:txBody>
      </p:sp>
      <p:sp>
        <p:nvSpPr>
          <p:cNvPr id="34" name="Picture Placeholder 33"/>
          <p:cNvSpPr>
            <a:spLocks noGrp="1"/>
          </p:cNvSpPr>
          <p:nvPr>
            <p:ph type="pic" sz="quarter" idx="12" hasCustomPrompt="1"/>
          </p:nvPr>
        </p:nvSpPr>
        <p:spPr>
          <a:xfrm>
            <a:off x="9337111" y="5069816"/>
            <a:ext cx="362514" cy="362514"/>
          </a:xfrm>
          <a:custGeom>
            <a:avLst/>
            <a:gdLst>
              <a:gd name="connsiteX0" fmla="*/ 181257 w 362514"/>
              <a:gd name="connsiteY0" fmla="*/ 0 h 362514"/>
              <a:gd name="connsiteX1" fmla="*/ 362514 w 362514"/>
              <a:gd name="connsiteY1" fmla="*/ 181257 h 362514"/>
              <a:gd name="connsiteX2" fmla="*/ 181257 w 362514"/>
              <a:gd name="connsiteY2" fmla="*/ 362514 h 362514"/>
              <a:gd name="connsiteX3" fmla="*/ 0 w 362514"/>
              <a:gd name="connsiteY3" fmla="*/ 181257 h 362514"/>
              <a:gd name="connsiteX4" fmla="*/ 181257 w 362514"/>
              <a:gd name="connsiteY4" fmla="*/ 0 h 362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514" h="362514">
                <a:moveTo>
                  <a:pt x="181257" y="0"/>
                </a:moveTo>
                <a:cubicBezTo>
                  <a:pt x="281362" y="0"/>
                  <a:pt x="362514" y="81152"/>
                  <a:pt x="362514" y="181257"/>
                </a:cubicBezTo>
                <a:cubicBezTo>
                  <a:pt x="362514" y="281362"/>
                  <a:pt x="281362" y="362514"/>
                  <a:pt x="181257" y="362514"/>
                </a:cubicBezTo>
                <a:cubicBezTo>
                  <a:pt x="81152" y="362514"/>
                  <a:pt x="0" y="281362"/>
                  <a:pt x="0" y="181257"/>
                </a:cubicBezTo>
                <a:cubicBezTo>
                  <a:pt x="0" y="81152"/>
                  <a:pt x="81152" y="0"/>
                  <a:pt x="181257" y="0"/>
                </a:cubicBezTo>
                <a:close/>
              </a:path>
            </a:pathLst>
          </a:custGeom>
        </p:spPr>
        <p:txBody>
          <a:bodyPr wrap="square">
            <a:noAutofit/>
          </a:bodyPr>
          <a:lstStyle>
            <a:lvl1pPr marL="0" indent="0">
              <a:buNone/>
              <a:defRPr/>
            </a:lvl1pPr>
          </a:lstStyle>
          <a:p>
            <a:r>
              <a:rPr lang="en-US" dirty="0"/>
              <a:t> </a:t>
            </a:r>
          </a:p>
        </p:txBody>
      </p:sp>
      <p:sp>
        <p:nvSpPr>
          <p:cNvPr id="35" name="Picture Placeholder 34"/>
          <p:cNvSpPr>
            <a:spLocks noGrp="1"/>
          </p:cNvSpPr>
          <p:nvPr>
            <p:ph type="pic" sz="quarter" idx="13" hasCustomPrompt="1"/>
          </p:nvPr>
        </p:nvSpPr>
        <p:spPr>
          <a:xfrm>
            <a:off x="9337111" y="5696260"/>
            <a:ext cx="362514" cy="362514"/>
          </a:xfrm>
          <a:custGeom>
            <a:avLst/>
            <a:gdLst>
              <a:gd name="connsiteX0" fmla="*/ 181257 w 362514"/>
              <a:gd name="connsiteY0" fmla="*/ 0 h 362514"/>
              <a:gd name="connsiteX1" fmla="*/ 362514 w 362514"/>
              <a:gd name="connsiteY1" fmla="*/ 181257 h 362514"/>
              <a:gd name="connsiteX2" fmla="*/ 181257 w 362514"/>
              <a:gd name="connsiteY2" fmla="*/ 362514 h 362514"/>
              <a:gd name="connsiteX3" fmla="*/ 0 w 362514"/>
              <a:gd name="connsiteY3" fmla="*/ 181257 h 362514"/>
              <a:gd name="connsiteX4" fmla="*/ 181257 w 362514"/>
              <a:gd name="connsiteY4" fmla="*/ 0 h 362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514" h="362514">
                <a:moveTo>
                  <a:pt x="181257" y="0"/>
                </a:moveTo>
                <a:cubicBezTo>
                  <a:pt x="281362" y="0"/>
                  <a:pt x="362514" y="81152"/>
                  <a:pt x="362514" y="181257"/>
                </a:cubicBezTo>
                <a:cubicBezTo>
                  <a:pt x="362514" y="281362"/>
                  <a:pt x="281362" y="362514"/>
                  <a:pt x="181257" y="362514"/>
                </a:cubicBezTo>
                <a:cubicBezTo>
                  <a:pt x="81152" y="362514"/>
                  <a:pt x="0" y="281362"/>
                  <a:pt x="0" y="181257"/>
                </a:cubicBezTo>
                <a:cubicBezTo>
                  <a:pt x="0" y="81152"/>
                  <a:pt x="81152" y="0"/>
                  <a:pt x="181257" y="0"/>
                </a:cubicBezTo>
                <a:close/>
              </a:path>
            </a:pathLst>
          </a:custGeom>
        </p:spPr>
        <p:txBody>
          <a:bodyPr wrap="square">
            <a:noAutofit/>
          </a:bodyPr>
          <a:lstStyle>
            <a:lvl1pPr marL="0" indent="0">
              <a:buNone/>
              <a:defRPr/>
            </a:lvl1pPr>
          </a:lstStyle>
          <a:p>
            <a:r>
              <a:rPr lang="en-US" dirty="0"/>
              <a:t> </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Blank">
    <p:bg>
      <p:bgPr>
        <a:solidFill>
          <a:schemeClr val="bg1"/>
        </a:solidFill>
        <a:effectLst/>
      </p:bgPr>
    </p:bg>
    <p:spTree>
      <p:nvGrpSpPr>
        <p:cNvPr id="1" name=""/>
        <p:cNvGrpSpPr/>
        <p:nvPr/>
      </p:nvGrpSpPr>
      <p:grpSpPr>
        <a:xfrm>
          <a:off x="0" y="0"/>
          <a:ext cx="0" cy="0"/>
          <a:chOff x="0" y="0"/>
          <a:chExt cx="0" cy="0"/>
        </a:xfrm>
      </p:grpSpPr>
      <p:sp>
        <p:nvSpPr>
          <p:cNvPr id="34" name="Picture Placeholder 33"/>
          <p:cNvSpPr>
            <a:spLocks noGrp="1"/>
          </p:cNvSpPr>
          <p:nvPr>
            <p:ph type="pic" sz="quarter" idx="10" hasCustomPrompt="1"/>
          </p:nvPr>
        </p:nvSpPr>
        <p:spPr>
          <a:xfrm>
            <a:off x="384784" y="1105898"/>
            <a:ext cx="1517168" cy="1405164"/>
          </a:xfrm>
          <a:custGeom>
            <a:avLst/>
            <a:gdLst>
              <a:gd name="connsiteX0" fmla="*/ 101818 w 1517168"/>
              <a:gd name="connsiteY0" fmla="*/ 0 h 1405164"/>
              <a:gd name="connsiteX1" fmla="*/ 1415350 w 1517168"/>
              <a:gd name="connsiteY1" fmla="*/ 0 h 1405164"/>
              <a:gd name="connsiteX2" fmla="*/ 1517168 w 1517168"/>
              <a:gd name="connsiteY2" fmla="*/ 101818 h 1405164"/>
              <a:gd name="connsiteX3" fmla="*/ 1517168 w 1517168"/>
              <a:gd name="connsiteY3" fmla="*/ 1303346 h 1405164"/>
              <a:gd name="connsiteX4" fmla="*/ 1415350 w 1517168"/>
              <a:gd name="connsiteY4" fmla="*/ 1405164 h 1405164"/>
              <a:gd name="connsiteX5" fmla="*/ 101818 w 1517168"/>
              <a:gd name="connsiteY5" fmla="*/ 1405164 h 1405164"/>
              <a:gd name="connsiteX6" fmla="*/ 0 w 1517168"/>
              <a:gd name="connsiteY6" fmla="*/ 1303346 h 1405164"/>
              <a:gd name="connsiteX7" fmla="*/ 0 w 1517168"/>
              <a:gd name="connsiteY7" fmla="*/ 101818 h 1405164"/>
              <a:gd name="connsiteX8" fmla="*/ 101818 w 1517168"/>
              <a:gd name="connsiteY8" fmla="*/ 0 h 1405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7168" h="1405164">
                <a:moveTo>
                  <a:pt x="101818" y="0"/>
                </a:moveTo>
                <a:lnTo>
                  <a:pt x="1415350" y="0"/>
                </a:lnTo>
                <a:cubicBezTo>
                  <a:pt x="1471583" y="0"/>
                  <a:pt x="1517168" y="45585"/>
                  <a:pt x="1517168" y="101818"/>
                </a:cubicBezTo>
                <a:lnTo>
                  <a:pt x="1517168" y="1303346"/>
                </a:lnTo>
                <a:cubicBezTo>
                  <a:pt x="1517168" y="1359579"/>
                  <a:pt x="1471583" y="1405164"/>
                  <a:pt x="1415350" y="1405164"/>
                </a:cubicBezTo>
                <a:lnTo>
                  <a:pt x="101818" y="1405164"/>
                </a:lnTo>
                <a:cubicBezTo>
                  <a:pt x="45585" y="1405164"/>
                  <a:pt x="0" y="1359579"/>
                  <a:pt x="0" y="1303346"/>
                </a:cubicBezTo>
                <a:lnTo>
                  <a:pt x="0" y="101818"/>
                </a:lnTo>
                <a:cubicBezTo>
                  <a:pt x="0" y="45585"/>
                  <a:pt x="45585" y="0"/>
                  <a:pt x="101818" y="0"/>
                </a:cubicBezTo>
                <a:close/>
              </a:path>
            </a:pathLst>
          </a:custGeom>
        </p:spPr>
        <p:txBody>
          <a:bodyPr wrap="square">
            <a:noAutofit/>
          </a:bodyPr>
          <a:lstStyle>
            <a:lvl1pPr marL="0" indent="0">
              <a:buNone/>
              <a:defRPr/>
            </a:lvl1pPr>
          </a:lstStyle>
          <a:p>
            <a:r>
              <a:rPr lang="en-US" dirty="0"/>
              <a:t> </a:t>
            </a:r>
          </a:p>
        </p:txBody>
      </p:sp>
      <p:sp>
        <p:nvSpPr>
          <p:cNvPr id="41" name="Picture Placeholder 34"/>
          <p:cNvSpPr>
            <a:spLocks noGrp="1"/>
          </p:cNvSpPr>
          <p:nvPr>
            <p:ph type="pic" sz="quarter" idx="11" hasCustomPrompt="1"/>
          </p:nvPr>
        </p:nvSpPr>
        <p:spPr>
          <a:xfrm>
            <a:off x="6547941" y="1957945"/>
            <a:ext cx="497500" cy="460772"/>
          </a:xfrm>
          <a:custGeom>
            <a:avLst/>
            <a:gdLst>
              <a:gd name="connsiteX0" fmla="*/ 33388 w 497500"/>
              <a:gd name="connsiteY0" fmla="*/ 0 h 460772"/>
              <a:gd name="connsiteX1" fmla="*/ 464112 w 497500"/>
              <a:gd name="connsiteY1" fmla="*/ 0 h 460772"/>
              <a:gd name="connsiteX2" fmla="*/ 497500 w 497500"/>
              <a:gd name="connsiteY2" fmla="*/ 33388 h 460772"/>
              <a:gd name="connsiteX3" fmla="*/ 497500 w 497500"/>
              <a:gd name="connsiteY3" fmla="*/ 427384 h 460772"/>
              <a:gd name="connsiteX4" fmla="*/ 464112 w 497500"/>
              <a:gd name="connsiteY4" fmla="*/ 460772 h 460772"/>
              <a:gd name="connsiteX5" fmla="*/ 33388 w 497500"/>
              <a:gd name="connsiteY5" fmla="*/ 460772 h 460772"/>
              <a:gd name="connsiteX6" fmla="*/ 0 w 497500"/>
              <a:gd name="connsiteY6" fmla="*/ 427384 h 460772"/>
              <a:gd name="connsiteX7" fmla="*/ 0 w 497500"/>
              <a:gd name="connsiteY7" fmla="*/ 33388 h 460772"/>
              <a:gd name="connsiteX8" fmla="*/ 33388 w 497500"/>
              <a:gd name="connsiteY8" fmla="*/ 0 h 460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500" h="460772">
                <a:moveTo>
                  <a:pt x="33388" y="0"/>
                </a:moveTo>
                <a:lnTo>
                  <a:pt x="464112" y="0"/>
                </a:lnTo>
                <a:cubicBezTo>
                  <a:pt x="482552" y="0"/>
                  <a:pt x="497500" y="14948"/>
                  <a:pt x="497500" y="33388"/>
                </a:cubicBezTo>
                <a:lnTo>
                  <a:pt x="497500" y="427384"/>
                </a:lnTo>
                <a:cubicBezTo>
                  <a:pt x="497500" y="445824"/>
                  <a:pt x="482552" y="460772"/>
                  <a:pt x="464112" y="460772"/>
                </a:cubicBezTo>
                <a:lnTo>
                  <a:pt x="33388" y="460772"/>
                </a:lnTo>
                <a:cubicBezTo>
                  <a:pt x="14948" y="460772"/>
                  <a:pt x="0" y="445824"/>
                  <a:pt x="0" y="427384"/>
                </a:cubicBezTo>
                <a:lnTo>
                  <a:pt x="0" y="33388"/>
                </a:lnTo>
                <a:cubicBezTo>
                  <a:pt x="0" y="14948"/>
                  <a:pt x="14948" y="0"/>
                  <a:pt x="33388" y="0"/>
                </a:cubicBezTo>
                <a:close/>
              </a:path>
            </a:pathLst>
          </a:custGeom>
        </p:spPr>
        <p:txBody>
          <a:bodyPr wrap="square">
            <a:noAutofit/>
          </a:bodyPr>
          <a:lstStyle>
            <a:lvl1pPr marL="0" indent="0" rtl="0">
              <a:buNone/>
              <a:defRPr/>
            </a:lvl1pPr>
          </a:lstStyle>
          <a:p>
            <a:r>
              <a:rPr lang="en-US" dirty="0"/>
              <a:t> </a:t>
            </a:r>
          </a:p>
        </p:txBody>
      </p:sp>
      <p:sp>
        <p:nvSpPr>
          <p:cNvPr id="42" name="Picture Placeholder 35"/>
          <p:cNvSpPr>
            <a:spLocks noGrp="1"/>
          </p:cNvSpPr>
          <p:nvPr>
            <p:ph type="pic" sz="quarter" idx="12" hasCustomPrompt="1"/>
          </p:nvPr>
        </p:nvSpPr>
        <p:spPr>
          <a:xfrm>
            <a:off x="6547941" y="2683175"/>
            <a:ext cx="497500" cy="460772"/>
          </a:xfrm>
          <a:custGeom>
            <a:avLst/>
            <a:gdLst>
              <a:gd name="connsiteX0" fmla="*/ 33388 w 497500"/>
              <a:gd name="connsiteY0" fmla="*/ 0 h 460772"/>
              <a:gd name="connsiteX1" fmla="*/ 464112 w 497500"/>
              <a:gd name="connsiteY1" fmla="*/ 0 h 460772"/>
              <a:gd name="connsiteX2" fmla="*/ 497500 w 497500"/>
              <a:gd name="connsiteY2" fmla="*/ 33388 h 460772"/>
              <a:gd name="connsiteX3" fmla="*/ 497500 w 497500"/>
              <a:gd name="connsiteY3" fmla="*/ 427384 h 460772"/>
              <a:gd name="connsiteX4" fmla="*/ 464112 w 497500"/>
              <a:gd name="connsiteY4" fmla="*/ 460772 h 460772"/>
              <a:gd name="connsiteX5" fmla="*/ 33388 w 497500"/>
              <a:gd name="connsiteY5" fmla="*/ 460772 h 460772"/>
              <a:gd name="connsiteX6" fmla="*/ 0 w 497500"/>
              <a:gd name="connsiteY6" fmla="*/ 427384 h 460772"/>
              <a:gd name="connsiteX7" fmla="*/ 0 w 497500"/>
              <a:gd name="connsiteY7" fmla="*/ 33388 h 460772"/>
              <a:gd name="connsiteX8" fmla="*/ 33388 w 497500"/>
              <a:gd name="connsiteY8" fmla="*/ 0 h 460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500" h="460772">
                <a:moveTo>
                  <a:pt x="33388" y="0"/>
                </a:moveTo>
                <a:lnTo>
                  <a:pt x="464112" y="0"/>
                </a:lnTo>
                <a:cubicBezTo>
                  <a:pt x="482552" y="0"/>
                  <a:pt x="497500" y="14948"/>
                  <a:pt x="497500" y="33388"/>
                </a:cubicBezTo>
                <a:lnTo>
                  <a:pt x="497500" y="427384"/>
                </a:lnTo>
                <a:cubicBezTo>
                  <a:pt x="497500" y="445824"/>
                  <a:pt x="482552" y="460772"/>
                  <a:pt x="464112" y="460772"/>
                </a:cubicBezTo>
                <a:lnTo>
                  <a:pt x="33388" y="460772"/>
                </a:lnTo>
                <a:cubicBezTo>
                  <a:pt x="14948" y="460772"/>
                  <a:pt x="0" y="445824"/>
                  <a:pt x="0" y="427384"/>
                </a:cubicBezTo>
                <a:lnTo>
                  <a:pt x="0" y="33388"/>
                </a:lnTo>
                <a:cubicBezTo>
                  <a:pt x="0" y="14948"/>
                  <a:pt x="14948" y="0"/>
                  <a:pt x="33388" y="0"/>
                </a:cubicBezTo>
                <a:close/>
              </a:path>
            </a:pathLst>
          </a:custGeom>
        </p:spPr>
        <p:txBody>
          <a:bodyPr wrap="square">
            <a:noAutofit/>
          </a:bodyPr>
          <a:lstStyle>
            <a:lvl1pPr marL="0" indent="0" rtl="0">
              <a:buNone/>
              <a:defRPr/>
            </a:lvl1pPr>
          </a:lstStyle>
          <a:p>
            <a:r>
              <a:rPr lang="en-US" dirty="0"/>
              <a:t> </a:t>
            </a:r>
          </a:p>
        </p:txBody>
      </p:sp>
      <p:sp>
        <p:nvSpPr>
          <p:cNvPr id="43" name="Picture Placeholder 36"/>
          <p:cNvSpPr>
            <a:spLocks noGrp="1"/>
          </p:cNvSpPr>
          <p:nvPr>
            <p:ph type="pic" sz="quarter" idx="13" hasCustomPrompt="1"/>
          </p:nvPr>
        </p:nvSpPr>
        <p:spPr>
          <a:xfrm>
            <a:off x="6547941" y="3408405"/>
            <a:ext cx="497500" cy="460772"/>
          </a:xfrm>
          <a:custGeom>
            <a:avLst/>
            <a:gdLst>
              <a:gd name="connsiteX0" fmla="*/ 33388 w 497500"/>
              <a:gd name="connsiteY0" fmla="*/ 0 h 460772"/>
              <a:gd name="connsiteX1" fmla="*/ 464112 w 497500"/>
              <a:gd name="connsiteY1" fmla="*/ 0 h 460772"/>
              <a:gd name="connsiteX2" fmla="*/ 497500 w 497500"/>
              <a:gd name="connsiteY2" fmla="*/ 33388 h 460772"/>
              <a:gd name="connsiteX3" fmla="*/ 497500 w 497500"/>
              <a:gd name="connsiteY3" fmla="*/ 427384 h 460772"/>
              <a:gd name="connsiteX4" fmla="*/ 464112 w 497500"/>
              <a:gd name="connsiteY4" fmla="*/ 460772 h 460772"/>
              <a:gd name="connsiteX5" fmla="*/ 33388 w 497500"/>
              <a:gd name="connsiteY5" fmla="*/ 460772 h 460772"/>
              <a:gd name="connsiteX6" fmla="*/ 0 w 497500"/>
              <a:gd name="connsiteY6" fmla="*/ 427384 h 460772"/>
              <a:gd name="connsiteX7" fmla="*/ 0 w 497500"/>
              <a:gd name="connsiteY7" fmla="*/ 33388 h 460772"/>
              <a:gd name="connsiteX8" fmla="*/ 33388 w 497500"/>
              <a:gd name="connsiteY8" fmla="*/ 0 h 460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500" h="460772">
                <a:moveTo>
                  <a:pt x="33388" y="0"/>
                </a:moveTo>
                <a:lnTo>
                  <a:pt x="464112" y="0"/>
                </a:lnTo>
                <a:cubicBezTo>
                  <a:pt x="482552" y="0"/>
                  <a:pt x="497500" y="14948"/>
                  <a:pt x="497500" y="33388"/>
                </a:cubicBezTo>
                <a:lnTo>
                  <a:pt x="497500" y="427384"/>
                </a:lnTo>
                <a:cubicBezTo>
                  <a:pt x="497500" y="445824"/>
                  <a:pt x="482552" y="460772"/>
                  <a:pt x="464112" y="460772"/>
                </a:cubicBezTo>
                <a:lnTo>
                  <a:pt x="33388" y="460772"/>
                </a:lnTo>
                <a:cubicBezTo>
                  <a:pt x="14948" y="460772"/>
                  <a:pt x="0" y="445824"/>
                  <a:pt x="0" y="427384"/>
                </a:cubicBezTo>
                <a:lnTo>
                  <a:pt x="0" y="33388"/>
                </a:lnTo>
                <a:cubicBezTo>
                  <a:pt x="0" y="14948"/>
                  <a:pt x="14948" y="0"/>
                  <a:pt x="33388" y="0"/>
                </a:cubicBezTo>
                <a:close/>
              </a:path>
            </a:pathLst>
          </a:custGeom>
        </p:spPr>
        <p:txBody>
          <a:bodyPr wrap="square">
            <a:noAutofit/>
          </a:bodyPr>
          <a:lstStyle>
            <a:lvl1pPr marL="0" indent="0" rtl="0">
              <a:buNone/>
              <a:defRPr/>
            </a:lvl1pPr>
          </a:lstStyle>
          <a:p>
            <a:r>
              <a:rPr lang="en-US" dirty="0"/>
              <a:t> </a:t>
            </a:r>
          </a:p>
        </p:txBody>
      </p:sp>
      <p:sp>
        <p:nvSpPr>
          <p:cNvPr id="44" name="Picture Placeholder 37"/>
          <p:cNvSpPr>
            <a:spLocks noGrp="1"/>
          </p:cNvSpPr>
          <p:nvPr>
            <p:ph type="pic" sz="quarter" idx="14" hasCustomPrompt="1"/>
          </p:nvPr>
        </p:nvSpPr>
        <p:spPr>
          <a:xfrm>
            <a:off x="6547941" y="4133635"/>
            <a:ext cx="497500" cy="460772"/>
          </a:xfrm>
          <a:custGeom>
            <a:avLst/>
            <a:gdLst>
              <a:gd name="connsiteX0" fmla="*/ 33388 w 497500"/>
              <a:gd name="connsiteY0" fmla="*/ 0 h 460772"/>
              <a:gd name="connsiteX1" fmla="*/ 464112 w 497500"/>
              <a:gd name="connsiteY1" fmla="*/ 0 h 460772"/>
              <a:gd name="connsiteX2" fmla="*/ 497500 w 497500"/>
              <a:gd name="connsiteY2" fmla="*/ 33388 h 460772"/>
              <a:gd name="connsiteX3" fmla="*/ 497500 w 497500"/>
              <a:gd name="connsiteY3" fmla="*/ 427384 h 460772"/>
              <a:gd name="connsiteX4" fmla="*/ 464112 w 497500"/>
              <a:gd name="connsiteY4" fmla="*/ 460772 h 460772"/>
              <a:gd name="connsiteX5" fmla="*/ 33388 w 497500"/>
              <a:gd name="connsiteY5" fmla="*/ 460772 h 460772"/>
              <a:gd name="connsiteX6" fmla="*/ 0 w 497500"/>
              <a:gd name="connsiteY6" fmla="*/ 427384 h 460772"/>
              <a:gd name="connsiteX7" fmla="*/ 0 w 497500"/>
              <a:gd name="connsiteY7" fmla="*/ 33388 h 460772"/>
              <a:gd name="connsiteX8" fmla="*/ 33388 w 497500"/>
              <a:gd name="connsiteY8" fmla="*/ 0 h 460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500" h="460772">
                <a:moveTo>
                  <a:pt x="33388" y="0"/>
                </a:moveTo>
                <a:lnTo>
                  <a:pt x="464112" y="0"/>
                </a:lnTo>
                <a:cubicBezTo>
                  <a:pt x="482552" y="0"/>
                  <a:pt x="497500" y="14948"/>
                  <a:pt x="497500" y="33388"/>
                </a:cubicBezTo>
                <a:lnTo>
                  <a:pt x="497500" y="427384"/>
                </a:lnTo>
                <a:cubicBezTo>
                  <a:pt x="497500" y="445824"/>
                  <a:pt x="482552" y="460772"/>
                  <a:pt x="464112" y="460772"/>
                </a:cubicBezTo>
                <a:lnTo>
                  <a:pt x="33388" y="460772"/>
                </a:lnTo>
                <a:cubicBezTo>
                  <a:pt x="14948" y="460772"/>
                  <a:pt x="0" y="445824"/>
                  <a:pt x="0" y="427384"/>
                </a:cubicBezTo>
                <a:lnTo>
                  <a:pt x="0" y="33388"/>
                </a:lnTo>
                <a:cubicBezTo>
                  <a:pt x="0" y="14948"/>
                  <a:pt x="14948" y="0"/>
                  <a:pt x="33388" y="0"/>
                </a:cubicBezTo>
                <a:close/>
              </a:path>
            </a:pathLst>
          </a:custGeom>
        </p:spPr>
        <p:txBody>
          <a:bodyPr wrap="square">
            <a:noAutofit/>
          </a:bodyPr>
          <a:lstStyle>
            <a:lvl1pPr marL="0" indent="0" rtl="0">
              <a:buNone/>
              <a:defRPr/>
            </a:lvl1pPr>
          </a:lstStyle>
          <a:p>
            <a:r>
              <a:rPr lang="en-US" dirty="0"/>
              <a:t> </a:t>
            </a:r>
          </a:p>
        </p:txBody>
      </p:sp>
      <p:sp>
        <p:nvSpPr>
          <p:cNvPr id="45" name="Picture Placeholder 36"/>
          <p:cNvSpPr>
            <a:spLocks noGrp="1"/>
          </p:cNvSpPr>
          <p:nvPr>
            <p:ph type="pic" sz="quarter" idx="15" hasCustomPrompt="1"/>
          </p:nvPr>
        </p:nvSpPr>
        <p:spPr>
          <a:xfrm>
            <a:off x="6547941" y="4852779"/>
            <a:ext cx="497500" cy="460772"/>
          </a:xfrm>
          <a:custGeom>
            <a:avLst/>
            <a:gdLst>
              <a:gd name="connsiteX0" fmla="*/ 33388 w 497500"/>
              <a:gd name="connsiteY0" fmla="*/ 0 h 460772"/>
              <a:gd name="connsiteX1" fmla="*/ 464112 w 497500"/>
              <a:gd name="connsiteY1" fmla="*/ 0 h 460772"/>
              <a:gd name="connsiteX2" fmla="*/ 497500 w 497500"/>
              <a:gd name="connsiteY2" fmla="*/ 33388 h 460772"/>
              <a:gd name="connsiteX3" fmla="*/ 497500 w 497500"/>
              <a:gd name="connsiteY3" fmla="*/ 427384 h 460772"/>
              <a:gd name="connsiteX4" fmla="*/ 464112 w 497500"/>
              <a:gd name="connsiteY4" fmla="*/ 460772 h 460772"/>
              <a:gd name="connsiteX5" fmla="*/ 33388 w 497500"/>
              <a:gd name="connsiteY5" fmla="*/ 460772 h 460772"/>
              <a:gd name="connsiteX6" fmla="*/ 0 w 497500"/>
              <a:gd name="connsiteY6" fmla="*/ 427384 h 460772"/>
              <a:gd name="connsiteX7" fmla="*/ 0 w 497500"/>
              <a:gd name="connsiteY7" fmla="*/ 33388 h 460772"/>
              <a:gd name="connsiteX8" fmla="*/ 33388 w 497500"/>
              <a:gd name="connsiteY8" fmla="*/ 0 h 460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500" h="460772">
                <a:moveTo>
                  <a:pt x="33388" y="0"/>
                </a:moveTo>
                <a:lnTo>
                  <a:pt x="464112" y="0"/>
                </a:lnTo>
                <a:cubicBezTo>
                  <a:pt x="482552" y="0"/>
                  <a:pt x="497500" y="14948"/>
                  <a:pt x="497500" y="33388"/>
                </a:cubicBezTo>
                <a:lnTo>
                  <a:pt x="497500" y="427384"/>
                </a:lnTo>
                <a:cubicBezTo>
                  <a:pt x="497500" y="445824"/>
                  <a:pt x="482552" y="460772"/>
                  <a:pt x="464112" y="460772"/>
                </a:cubicBezTo>
                <a:lnTo>
                  <a:pt x="33388" y="460772"/>
                </a:lnTo>
                <a:cubicBezTo>
                  <a:pt x="14948" y="460772"/>
                  <a:pt x="0" y="445824"/>
                  <a:pt x="0" y="427384"/>
                </a:cubicBezTo>
                <a:lnTo>
                  <a:pt x="0" y="33388"/>
                </a:lnTo>
                <a:cubicBezTo>
                  <a:pt x="0" y="14948"/>
                  <a:pt x="14948" y="0"/>
                  <a:pt x="33388" y="0"/>
                </a:cubicBezTo>
                <a:close/>
              </a:path>
            </a:pathLst>
          </a:custGeom>
        </p:spPr>
        <p:txBody>
          <a:bodyPr wrap="square">
            <a:noAutofit/>
          </a:bodyPr>
          <a:lstStyle>
            <a:lvl1pPr marL="0" indent="0" rtl="0">
              <a:buNone/>
              <a:defRPr/>
            </a:lvl1pPr>
          </a:lstStyle>
          <a:p>
            <a:r>
              <a:rPr lang="en-US" dirty="0"/>
              <a:t> </a:t>
            </a:r>
          </a:p>
        </p:txBody>
      </p:sp>
      <p:sp>
        <p:nvSpPr>
          <p:cNvPr id="46" name="Picture Placeholder 37"/>
          <p:cNvSpPr>
            <a:spLocks noGrp="1"/>
          </p:cNvSpPr>
          <p:nvPr>
            <p:ph type="pic" sz="quarter" idx="16" hasCustomPrompt="1"/>
          </p:nvPr>
        </p:nvSpPr>
        <p:spPr>
          <a:xfrm>
            <a:off x="6547941" y="5578009"/>
            <a:ext cx="497500" cy="460772"/>
          </a:xfrm>
          <a:custGeom>
            <a:avLst/>
            <a:gdLst>
              <a:gd name="connsiteX0" fmla="*/ 33388 w 497500"/>
              <a:gd name="connsiteY0" fmla="*/ 0 h 460772"/>
              <a:gd name="connsiteX1" fmla="*/ 464112 w 497500"/>
              <a:gd name="connsiteY1" fmla="*/ 0 h 460772"/>
              <a:gd name="connsiteX2" fmla="*/ 497500 w 497500"/>
              <a:gd name="connsiteY2" fmla="*/ 33388 h 460772"/>
              <a:gd name="connsiteX3" fmla="*/ 497500 w 497500"/>
              <a:gd name="connsiteY3" fmla="*/ 427384 h 460772"/>
              <a:gd name="connsiteX4" fmla="*/ 464112 w 497500"/>
              <a:gd name="connsiteY4" fmla="*/ 460772 h 460772"/>
              <a:gd name="connsiteX5" fmla="*/ 33388 w 497500"/>
              <a:gd name="connsiteY5" fmla="*/ 460772 h 460772"/>
              <a:gd name="connsiteX6" fmla="*/ 0 w 497500"/>
              <a:gd name="connsiteY6" fmla="*/ 427384 h 460772"/>
              <a:gd name="connsiteX7" fmla="*/ 0 w 497500"/>
              <a:gd name="connsiteY7" fmla="*/ 33388 h 460772"/>
              <a:gd name="connsiteX8" fmla="*/ 33388 w 497500"/>
              <a:gd name="connsiteY8" fmla="*/ 0 h 460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500" h="460772">
                <a:moveTo>
                  <a:pt x="33388" y="0"/>
                </a:moveTo>
                <a:lnTo>
                  <a:pt x="464112" y="0"/>
                </a:lnTo>
                <a:cubicBezTo>
                  <a:pt x="482552" y="0"/>
                  <a:pt x="497500" y="14948"/>
                  <a:pt x="497500" y="33388"/>
                </a:cubicBezTo>
                <a:lnTo>
                  <a:pt x="497500" y="427384"/>
                </a:lnTo>
                <a:cubicBezTo>
                  <a:pt x="497500" y="445824"/>
                  <a:pt x="482552" y="460772"/>
                  <a:pt x="464112" y="460772"/>
                </a:cubicBezTo>
                <a:lnTo>
                  <a:pt x="33388" y="460772"/>
                </a:lnTo>
                <a:cubicBezTo>
                  <a:pt x="14948" y="460772"/>
                  <a:pt x="0" y="445824"/>
                  <a:pt x="0" y="427384"/>
                </a:cubicBezTo>
                <a:lnTo>
                  <a:pt x="0" y="33388"/>
                </a:lnTo>
                <a:cubicBezTo>
                  <a:pt x="0" y="14948"/>
                  <a:pt x="14948" y="0"/>
                  <a:pt x="33388" y="0"/>
                </a:cubicBezTo>
                <a:close/>
              </a:path>
            </a:pathLst>
          </a:custGeom>
        </p:spPr>
        <p:txBody>
          <a:bodyPr wrap="square">
            <a:noAutofit/>
          </a:bodyPr>
          <a:lstStyle>
            <a:lvl1pPr marL="0" indent="0" rtl="0">
              <a:buNone/>
              <a:defRPr/>
            </a:lvl1pPr>
          </a:lstStyle>
          <a:p>
            <a:r>
              <a:rPr lang="en-US" dirty="0"/>
              <a:t> </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Blank">
    <p:bg>
      <p:bgPr>
        <a:solidFill>
          <a:schemeClr val="bg1"/>
        </a:solidFill>
        <a:effectLst/>
      </p:bgPr>
    </p:bg>
    <p:spTree>
      <p:nvGrpSpPr>
        <p:cNvPr id="1" name=""/>
        <p:cNvGrpSpPr/>
        <p:nvPr/>
      </p:nvGrpSpPr>
      <p:grpSpPr>
        <a:xfrm>
          <a:off x="0" y="0"/>
          <a:ext cx="0" cy="0"/>
          <a:chOff x="0" y="0"/>
          <a:chExt cx="0" cy="0"/>
        </a:xfrm>
      </p:grpSpPr>
      <p:sp>
        <p:nvSpPr>
          <p:cNvPr id="31" name="Picture Placeholder 30"/>
          <p:cNvSpPr>
            <a:spLocks noGrp="1"/>
          </p:cNvSpPr>
          <p:nvPr>
            <p:ph type="pic" sz="quarter" idx="10" hasCustomPrompt="1"/>
          </p:nvPr>
        </p:nvSpPr>
        <p:spPr>
          <a:xfrm>
            <a:off x="8969239" y="1526984"/>
            <a:ext cx="1046480" cy="1046480"/>
          </a:xfrm>
          <a:custGeom>
            <a:avLst/>
            <a:gdLst>
              <a:gd name="connsiteX0" fmla="*/ 523240 w 1046480"/>
              <a:gd name="connsiteY0" fmla="*/ 0 h 1046480"/>
              <a:gd name="connsiteX1" fmla="*/ 1046480 w 1046480"/>
              <a:gd name="connsiteY1" fmla="*/ 523240 h 1046480"/>
              <a:gd name="connsiteX2" fmla="*/ 523240 w 1046480"/>
              <a:gd name="connsiteY2" fmla="*/ 1046480 h 1046480"/>
              <a:gd name="connsiteX3" fmla="*/ 0 w 1046480"/>
              <a:gd name="connsiteY3" fmla="*/ 523240 h 1046480"/>
              <a:gd name="connsiteX4" fmla="*/ 523240 w 1046480"/>
              <a:gd name="connsiteY4" fmla="*/ 0 h 1046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6480" h="1046480">
                <a:moveTo>
                  <a:pt x="523240" y="0"/>
                </a:moveTo>
                <a:cubicBezTo>
                  <a:pt x="812217" y="0"/>
                  <a:pt x="1046480" y="234263"/>
                  <a:pt x="1046480" y="523240"/>
                </a:cubicBezTo>
                <a:cubicBezTo>
                  <a:pt x="1046480" y="812217"/>
                  <a:pt x="812217" y="1046480"/>
                  <a:pt x="523240" y="1046480"/>
                </a:cubicBezTo>
                <a:cubicBezTo>
                  <a:pt x="234263" y="1046480"/>
                  <a:pt x="0" y="812217"/>
                  <a:pt x="0" y="523240"/>
                </a:cubicBezTo>
                <a:cubicBezTo>
                  <a:pt x="0" y="234263"/>
                  <a:pt x="234263" y="0"/>
                  <a:pt x="523240" y="0"/>
                </a:cubicBezTo>
                <a:close/>
              </a:path>
            </a:pathLst>
          </a:custGeom>
        </p:spPr>
        <p:txBody>
          <a:bodyPr wrap="square">
            <a:noAutofit/>
          </a:bodyPr>
          <a:lstStyle/>
          <a:p>
            <a:r>
              <a:rPr lang="en-US" dirty="0"/>
              <a:t> </a:t>
            </a:r>
          </a:p>
        </p:txBody>
      </p:sp>
      <p:sp>
        <p:nvSpPr>
          <p:cNvPr id="32" name="Picture Placeholder 31"/>
          <p:cNvSpPr>
            <a:spLocks noGrp="1"/>
          </p:cNvSpPr>
          <p:nvPr>
            <p:ph type="pic" sz="quarter" idx="11" hasCustomPrompt="1"/>
          </p:nvPr>
        </p:nvSpPr>
        <p:spPr>
          <a:xfrm>
            <a:off x="7461693" y="4355473"/>
            <a:ext cx="529550" cy="529550"/>
          </a:xfrm>
          <a:custGeom>
            <a:avLst/>
            <a:gdLst>
              <a:gd name="connsiteX0" fmla="*/ 264775 w 529550"/>
              <a:gd name="connsiteY0" fmla="*/ 0 h 529550"/>
              <a:gd name="connsiteX1" fmla="*/ 529550 w 529550"/>
              <a:gd name="connsiteY1" fmla="*/ 264775 h 529550"/>
              <a:gd name="connsiteX2" fmla="*/ 264775 w 529550"/>
              <a:gd name="connsiteY2" fmla="*/ 529550 h 529550"/>
              <a:gd name="connsiteX3" fmla="*/ 0 w 529550"/>
              <a:gd name="connsiteY3" fmla="*/ 264775 h 529550"/>
              <a:gd name="connsiteX4" fmla="*/ 264775 w 529550"/>
              <a:gd name="connsiteY4" fmla="*/ 0 h 52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550" h="529550">
                <a:moveTo>
                  <a:pt x="264775" y="0"/>
                </a:moveTo>
                <a:cubicBezTo>
                  <a:pt x="411006" y="0"/>
                  <a:pt x="529550" y="118544"/>
                  <a:pt x="529550" y="264775"/>
                </a:cubicBezTo>
                <a:cubicBezTo>
                  <a:pt x="529550" y="411006"/>
                  <a:pt x="411006" y="529550"/>
                  <a:pt x="264775" y="529550"/>
                </a:cubicBezTo>
                <a:cubicBezTo>
                  <a:pt x="118544" y="529550"/>
                  <a:pt x="0" y="411006"/>
                  <a:pt x="0" y="264775"/>
                </a:cubicBezTo>
                <a:cubicBezTo>
                  <a:pt x="0" y="118544"/>
                  <a:pt x="118544" y="0"/>
                  <a:pt x="264775" y="0"/>
                </a:cubicBezTo>
                <a:close/>
              </a:path>
            </a:pathLst>
          </a:custGeom>
        </p:spPr>
        <p:txBody>
          <a:bodyPr wrap="square">
            <a:noAutofit/>
          </a:bodyPr>
          <a:lstStyle>
            <a:lvl1pPr rtl="0">
              <a:defRPr/>
            </a:lvl1pPr>
          </a:lstStyle>
          <a:p>
            <a:r>
              <a:rPr lang="en-US" dirty="0"/>
              <a:t> </a:t>
            </a:r>
          </a:p>
        </p:txBody>
      </p:sp>
      <p:sp>
        <p:nvSpPr>
          <p:cNvPr id="33" name="Picture Placeholder 32"/>
          <p:cNvSpPr>
            <a:spLocks noGrp="1"/>
          </p:cNvSpPr>
          <p:nvPr>
            <p:ph type="pic" sz="quarter" idx="12" hasCustomPrompt="1"/>
          </p:nvPr>
        </p:nvSpPr>
        <p:spPr>
          <a:xfrm>
            <a:off x="7461693" y="5343105"/>
            <a:ext cx="529550" cy="529550"/>
          </a:xfrm>
          <a:custGeom>
            <a:avLst/>
            <a:gdLst>
              <a:gd name="connsiteX0" fmla="*/ 264775 w 529550"/>
              <a:gd name="connsiteY0" fmla="*/ 0 h 529550"/>
              <a:gd name="connsiteX1" fmla="*/ 529550 w 529550"/>
              <a:gd name="connsiteY1" fmla="*/ 264775 h 529550"/>
              <a:gd name="connsiteX2" fmla="*/ 264775 w 529550"/>
              <a:gd name="connsiteY2" fmla="*/ 529550 h 529550"/>
              <a:gd name="connsiteX3" fmla="*/ 0 w 529550"/>
              <a:gd name="connsiteY3" fmla="*/ 264775 h 529550"/>
              <a:gd name="connsiteX4" fmla="*/ 264775 w 529550"/>
              <a:gd name="connsiteY4" fmla="*/ 0 h 52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550" h="529550">
                <a:moveTo>
                  <a:pt x="264775" y="0"/>
                </a:moveTo>
                <a:cubicBezTo>
                  <a:pt x="411006" y="0"/>
                  <a:pt x="529550" y="118544"/>
                  <a:pt x="529550" y="264775"/>
                </a:cubicBezTo>
                <a:cubicBezTo>
                  <a:pt x="529550" y="411006"/>
                  <a:pt x="411006" y="529550"/>
                  <a:pt x="264775" y="529550"/>
                </a:cubicBezTo>
                <a:cubicBezTo>
                  <a:pt x="118544" y="529550"/>
                  <a:pt x="0" y="411006"/>
                  <a:pt x="0" y="264775"/>
                </a:cubicBezTo>
                <a:cubicBezTo>
                  <a:pt x="0" y="118544"/>
                  <a:pt x="118544" y="0"/>
                  <a:pt x="264775" y="0"/>
                </a:cubicBezTo>
                <a:close/>
              </a:path>
            </a:pathLst>
          </a:custGeom>
        </p:spPr>
        <p:txBody>
          <a:bodyPr wrap="square">
            <a:noAutofit/>
          </a:bodyPr>
          <a:lstStyle>
            <a:lvl1pPr rtl="0">
              <a:defRPr/>
            </a:lvl1pPr>
          </a:lstStyle>
          <a:p>
            <a:r>
              <a:rPr lang="en-US" dirty="0"/>
              <a:t> </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Blank">
    <p:bg>
      <p:bgPr>
        <a:solidFill>
          <a:schemeClr val="bg1"/>
        </a:solidFill>
        <a:effectLst/>
      </p:bgPr>
    </p:bg>
    <p:spTree>
      <p:nvGrpSpPr>
        <p:cNvPr id="1" name=""/>
        <p:cNvGrpSpPr/>
        <p:nvPr/>
      </p:nvGrpSpPr>
      <p:grpSpPr>
        <a:xfrm>
          <a:off x="0" y="0"/>
          <a:ext cx="0" cy="0"/>
          <a:chOff x="0" y="0"/>
          <a:chExt cx="0" cy="0"/>
        </a:xfrm>
      </p:grpSpPr>
      <p:sp>
        <p:nvSpPr>
          <p:cNvPr id="30" name="Picture Placeholder 29"/>
          <p:cNvSpPr>
            <a:spLocks noGrp="1"/>
          </p:cNvSpPr>
          <p:nvPr>
            <p:ph type="pic" sz="quarter" idx="10" hasCustomPrompt="1"/>
          </p:nvPr>
        </p:nvSpPr>
        <p:spPr>
          <a:xfrm>
            <a:off x="6463184" y="4182812"/>
            <a:ext cx="1626879" cy="1049589"/>
          </a:xfrm>
          <a:custGeom>
            <a:avLst/>
            <a:gdLst>
              <a:gd name="connsiteX0" fmla="*/ 59123 w 1626879"/>
              <a:gd name="connsiteY0" fmla="*/ 0 h 1049589"/>
              <a:gd name="connsiteX1" fmla="*/ 1567756 w 1626879"/>
              <a:gd name="connsiteY1" fmla="*/ 0 h 1049589"/>
              <a:gd name="connsiteX2" fmla="*/ 1626879 w 1626879"/>
              <a:gd name="connsiteY2" fmla="*/ 59123 h 1049589"/>
              <a:gd name="connsiteX3" fmla="*/ 1626879 w 1626879"/>
              <a:gd name="connsiteY3" fmla="*/ 990466 h 1049589"/>
              <a:gd name="connsiteX4" fmla="*/ 1567756 w 1626879"/>
              <a:gd name="connsiteY4" fmla="*/ 1049589 h 1049589"/>
              <a:gd name="connsiteX5" fmla="*/ 59123 w 1626879"/>
              <a:gd name="connsiteY5" fmla="*/ 1049589 h 1049589"/>
              <a:gd name="connsiteX6" fmla="*/ 0 w 1626879"/>
              <a:gd name="connsiteY6" fmla="*/ 990466 h 1049589"/>
              <a:gd name="connsiteX7" fmla="*/ 0 w 1626879"/>
              <a:gd name="connsiteY7" fmla="*/ 59123 h 1049589"/>
              <a:gd name="connsiteX8" fmla="*/ 59123 w 1626879"/>
              <a:gd name="connsiteY8" fmla="*/ 0 h 104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6879" h="1049589">
                <a:moveTo>
                  <a:pt x="59123" y="0"/>
                </a:moveTo>
                <a:lnTo>
                  <a:pt x="1567756" y="0"/>
                </a:lnTo>
                <a:cubicBezTo>
                  <a:pt x="1600409" y="0"/>
                  <a:pt x="1626879" y="26470"/>
                  <a:pt x="1626879" y="59123"/>
                </a:cubicBezTo>
                <a:lnTo>
                  <a:pt x="1626879" y="990466"/>
                </a:lnTo>
                <a:cubicBezTo>
                  <a:pt x="1626879" y="1023119"/>
                  <a:pt x="1600409" y="1049589"/>
                  <a:pt x="1567756" y="1049589"/>
                </a:cubicBezTo>
                <a:lnTo>
                  <a:pt x="59123" y="1049589"/>
                </a:lnTo>
                <a:cubicBezTo>
                  <a:pt x="26470" y="1049589"/>
                  <a:pt x="0" y="1023119"/>
                  <a:pt x="0" y="990466"/>
                </a:cubicBezTo>
                <a:lnTo>
                  <a:pt x="0" y="59123"/>
                </a:lnTo>
                <a:cubicBezTo>
                  <a:pt x="0" y="26470"/>
                  <a:pt x="26470" y="0"/>
                  <a:pt x="59123" y="0"/>
                </a:cubicBezTo>
                <a:close/>
              </a:path>
            </a:pathLst>
          </a:custGeom>
        </p:spPr>
        <p:txBody>
          <a:bodyPr wrap="square">
            <a:noAutofit/>
          </a:bodyPr>
          <a:lstStyle>
            <a:lvl1pPr marL="0" indent="0">
              <a:buNone/>
              <a:defRPr/>
            </a:lvl1pPr>
          </a:lstStyle>
          <a:p>
            <a:r>
              <a:rPr lang="en-US" dirty="0"/>
              <a:t> </a:t>
            </a:r>
          </a:p>
        </p:txBody>
      </p:sp>
      <p:sp>
        <p:nvSpPr>
          <p:cNvPr id="31" name="Picture Placeholder 30"/>
          <p:cNvSpPr>
            <a:spLocks noGrp="1"/>
          </p:cNvSpPr>
          <p:nvPr>
            <p:ph type="pic" sz="quarter" idx="11" hasCustomPrompt="1"/>
          </p:nvPr>
        </p:nvSpPr>
        <p:spPr>
          <a:xfrm>
            <a:off x="8216004" y="4182811"/>
            <a:ext cx="1626879" cy="1049589"/>
          </a:xfrm>
          <a:custGeom>
            <a:avLst/>
            <a:gdLst>
              <a:gd name="connsiteX0" fmla="*/ 63343 w 1626879"/>
              <a:gd name="connsiteY0" fmla="*/ 0 h 1049589"/>
              <a:gd name="connsiteX1" fmla="*/ 1563536 w 1626879"/>
              <a:gd name="connsiteY1" fmla="*/ 0 h 1049589"/>
              <a:gd name="connsiteX2" fmla="*/ 1626879 w 1626879"/>
              <a:gd name="connsiteY2" fmla="*/ 63343 h 1049589"/>
              <a:gd name="connsiteX3" fmla="*/ 1626879 w 1626879"/>
              <a:gd name="connsiteY3" fmla="*/ 986246 h 1049589"/>
              <a:gd name="connsiteX4" fmla="*/ 1563536 w 1626879"/>
              <a:gd name="connsiteY4" fmla="*/ 1049589 h 1049589"/>
              <a:gd name="connsiteX5" fmla="*/ 63343 w 1626879"/>
              <a:gd name="connsiteY5" fmla="*/ 1049589 h 1049589"/>
              <a:gd name="connsiteX6" fmla="*/ 0 w 1626879"/>
              <a:gd name="connsiteY6" fmla="*/ 986246 h 1049589"/>
              <a:gd name="connsiteX7" fmla="*/ 0 w 1626879"/>
              <a:gd name="connsiteY7" fmla="*/ 63343 h 1049589"/>
              <a:gd name="connsiteX8" fmla="*/ 63343 w 1626879"/>
              <a:gd name="connsiteY8" fmla="*/ 0 h 104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6879" h="1049589">
                <a:moveTo>
                  <a:pt x="63343" y="0"/>
                </a:moveTo>
                <a:lnTo>
                  <a:pt x="1563536" y="0"/>
                </a:lnTo>
                <a:cubicBezTo>
                  <a:pt x="1598519" y="0"/>
                  <a:pt x="1626879" y="28360"/>
                  <a:pt x="1626879" y="63343"/>
                </a:cubicBezTo>
                <a:lnTo>
                  <a:pt x="1626879" y="986246"/>
                </a:lnTo>
                <a:cubicBezTo>
                  <a:pt x="1626879" y="1021229"/>
                  <a:pt x="1598519" y="1049589"/>
                  <a:pt x="1563536" y="1049589"/>
                </a:cubicBezTo>
                <a:lnTo>
                  <a:pt x="63343" y="1049589"/>
                </a:lnTo>
                <a:cubicBezTo>
                  <a:pt x="28360" y="1049589"/>
                  <a:pt x="0" y="1021229"/>
                  <a:pt x="0" y="986246"/>
                </a:cubicBezTo>
                <a:lnTo>
                  <a:pt x="0" y="63343"/>
                </a:lnTo>
                <a:cubicBezTo>
                  <a:pt x="0" y="28360"/>
                  <a:pt x="28360" y="0"/>
                  <a:pt x="63343" y="0"/>
                </a:cubicBezTo>
                <a:close/>
              </a:path>
            </a:pathLst>
          </a:custGeom>
        </p:spPr>
        <p:txBody>
          <a:bodyPr wrap="square">
            <a:noAutofit/>
          </a:bodyPr>
          <a:lstStyle>
            <a:lvl1pPr marL="0" indent="0">
              <a:buNone/>
              <a:defRPr/>
            </a:lvl1pPr>
          </a:lstStyle>
          <a:p>
            <a:r>
              <a:rPr lang="en-US" dirty="0"/>
              <a:t> </a:t>
            </a:r>
          </a:p>
        </p:txBody>
      </p:sp>
      <p:sp>
        <p:nvSpPr>
          <p:cNvPr id="32" name="Picture Placeholder 31"/>
          <p:cNvSpPr>
            <a:spLocks noGrp="1"/>
          </p:cNvSpPr>
          <p:nvPr>
            <p:ph type="pic" sz="quarter" idx="12" hasCustomPrompt="1"/>
          </p:nvPr>
        </p:nvSpPr>
        <p:spPr>
          <a:xfrm>
            <a:off x="9968825" y="4182811"/>
            <a:ext cx="1626879" cy="1049589"/>
          </a:xfrm>
          <a:custGeom>
            <a:avLst/>
            <a:gdLst>
              <a:gd name="connsiteX0" fmla="*/ 50685 w 1626879"/>
              <a:gd name="connsiteY0" fmla="*/ 0 h 1049589"/>
              <a:gd name="connsiteX1" fmla="*/ 1576194 w 1626879"/>
              <a:gd name="connsiteY1" fmla="*/ 0 h 1049589"/>
              <a:gd name="connsiteX2" fmla="*/ 1626879 w 1626879"/>
              <a:gd name="connsiteY2" fmla="*/ 50685 h 1049589"/>
              <a:gd name="connsiteX3" fmla="*/ 1626879 w 1626879"/>
              <a:gd name="connsiteY3" fmla="*/ 998904 h 1049589"/>
              <a:gd name="connsiteX4" fmla="*/ 1576194 w 1626879"/>
              <a:gd name="connsiteY4" fmla="*/ 1049589 h 1049589"/>
              <a:gd name="connsiteX5" fmla="*/ 50685 w 1626879"/>
              <a:gd name="connsiteY5" fmla="*/ 1049589 h 1049589"/>
              <a:gd name="connsiteX6" fmla="*/ 0 w 1626879"/>
              <a:gd name="connsiteY6" fmla="*/ 998904 h 1049589"/>
              <a:gd name="connsiteX7" fmla="*/ 0 w 1626879"/>
              <a:gd name="connsiteY7" fmla="*/ 50685 h 1049589"/>
              <a:gd name="connsiteX8" fmla="*/ 50685 w 1626879"/>
              <a:gd name="connsiteY8" fmla="*/ 0 h 104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6879" h="1049589">
                <a:moveTo>
                  <a:pt x="50685" y="0"/>
                </a:moveTo>
                <a:lnTo>
                  <a:pt x="1576194" y="0"/>
                </a:lnTo>
                <a:cubicBezTo>
                  <a:pt x="1604187" y="0"/>
                  <a:pt x="1626879" y="22692"/>
                  <a:pt x="1626879" y="50685"/>
                </a:cubicBezTo>
                <a:lnTo>
                  <a:pt x="1626879" y="998904"/>
                </a:lnTo>
                <a:cubicBezTo>
                  <a:pt x="1626879" y="1026897"/>
                  <a:pt x="1604187" y="1049589"/>
                  <a:pt x="1576194" y="1049589"/>
                </a:cubicBezTo>
                <a:lnTo>
                  <a:pt x="50685" y="1049589"/>
                </a:lnTo>
                <a:cubicBezTo>
                  <a:pt x="22692" y="1049589"/>
                  <a:pt x="0" y="1026897"/>
                  <a:pt x="0" y="998904"/>
                </a:cubicBezTo>
                <a:lnTo>
                  <a:pt x="0" y="50685"/>
                </a:lnTo>
                <a:cubicBezTo>
                  <a:pt x="0" y="22692"/>
                  <a:pt x="22692" y="0"/>
                  <a:pt x="50685" y="0"/>
                </a:cubicBezTo>
                <a:close/>
              </a:path>
            </a:pathLst>
          </a:custGeom>
        </p:spPr>
        <p:txBody>
          <a:bodyPr wrap="square">
            <a:noAutofit/>
          </a:bodyPr>
          <a:lstStyle>
            <a:lvl1pPr marL="0" indent="0">
              <a:buNone/>
              <a:defRPr/>
            </a:lvl1pPr>
          </a:lstStyle>
          <a:p>
            <a:r>
              <a:rPr lang="en-US" dirty="0"/>
              <a:t> </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Blank">
    <p:bg>
      <p:bgPr>
        <a:solidFill>
          <a:schemeClr val="bg1"/>
        </a:solidFill>
        <a:effectLst/>
      </p:bgPr>
    </p:bg>
    <p:spTree>
      <p:nvGrpSpPr>
        <p:cNvPr id="1" name=""/>
        <p:cNvGrpSpPr/>
        <p:nvPr/>
      </p:nvGrpSpPr>
      <p:grpSpPr>
        <a:xfrm>
          <a:off x="0" y="0"/>
          <a:ext cx="0" cy="0"/>
          <a:chOff x="0" y="0"/>
          <a:chExt cx="0" cy="0"/>
        </a:xfrm>
      </p:grpSpPr>
      <p:sp>
        <p:nvSpPr>
          <p:cNvPr id="32" name="Picture Placeholder 31"/>
          <p:cNvSpPr>
            <a:spLocks noGrp="1"/>
          </p:cNvSpPr>
          <p:nvPr>
            <p:ph type="pic" sz="quarter" idx="10" hasCustomPrompt="1"/>
          </p:nvPr>
        </p:nvSpPr>
        <p:spPr>
          <a:xfrm>
            <a:off x="675721" y="2789048"/>
            <a:ext cx="520828" cy="520828"/>
          </a:xfrm>
          <a:custGeom>
            <a:avLst/>
            <a:gdLst>
              <a:gd name="connsiteX0" fmla="*/ 260414 w 520828"/>
              <a:gd name="connsiteY0" fmla="*/ 0 h 520828"/>
              <a:gd name="connsiteX1" fmla="*/ 520828 w 520828"/>
              <a:gd name="connsiteY1" fmla="*/ 260414 h 520828"/>
              <a:gd name="connsiteX2" fmla="*/ 260414 w 520828"/>
              <a:gd name="connsiteY2" fmla="*/ 520828 h 520828"/>
              <a:gd name="connsiteX3" fmla="*/ 0 w 520828"/>
              <a:gd name="connsiteY3" fmla="*/ 260414 h 520828"/>
              <a:gd name="connsiteX4" fmla="*/ 260414 w 520828"/>
              <a:gd name="connsiteY4" fmla="*/ 0 h 520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8" h="520828">
                <a:moveTo>
                  <a:pt x="260414" y="0"/>
                </a:moveTo>
                <a:cubicBezTo>
                  <a:pt x="404237" y="0"/>
                  <a:pt x="520828" y="116591"/>
                  <a:pt x="520828" y="260414"/>
                </a:cubicBezTo>
                <a:cubicBezTo>
                  <a:pt x="520828" y="404237"/>
                  <a:pt x="404237" y="520828"/>
                  <a:pt x="260414" y="520828"/>
                </a:cubicBezTo>
                <a:cubicBezTo>
                  <a:pt x="116591" y="520828"/>
                  <a:pt x="0" y="404237"/>
                  <a:pt x="0" y="260414"/>
                </a:cubicBezTo>
                <a:cubicBezTo>
                  <a:pt x="0" y="116591"/>
                  <a:pt x="116591" y="0"/>
                  <a:pt x="260414" y="0"/>
                </a:cubicBezTo>
                <a:close/>
              </a:path>
            </a:pathLst>
          </a:custGeom>
        </p:spPr>
        <p:txBody>
          <a:bodyPr wrap="square">
            <a:noAutofit/>
          </a:bodyPr>
          <a:lstStyle>
            <a:lvl1pPr>
              <a:defRPr sz="1200"/>
            </a:lvl1pPr>
          </a:lstStyle>
          <a:p>
            <a:r>
              <a:rPr lang="en-US" dirty="0"/>
              <a:t> </a:t>
            </a:r>
          </a:p>
        </p:txBody>
      </p:sp>
      <p:sp>
        <p:nvSpPr>
          <p:cNvPr id="33" name="Picture Placeholder 32"/>
          <p:cNvSpPr>
            <a:spLocks noGrp="1"/>
          </p:cNvSpPr>
          <p:nvPr>
            <p:ph type="pic" sz="quarter" idx="11" hasCustomPrompt="1"/>
          </p:nvPr>
        </p:nvSpPr>
        <p:spPr>
          <a:xfrm>
            <a:off x="675721" y="3689843"/>
            <a:ext cx="520828" cy="520828"/>
          </a:xfrm>
          <a:custGeom>
            <a:avLst/>
            <a:gdLst>
              <a:gd name="connsiteX0" fmla="*/ 260414 w 520828"/>
              <a:gd name="connsiteY0" fmla="*/ 0 h 520828"/>
              <a:gd name="connsiteX1" fmla="*/ 520828 w 520828"/>
              <a:gd name="connsiteY1" fmla="*/ 260414 h 520828"/>
              <a:gd name="connsiteX2" fmla="*/ 260414 w 520828"/>
              <a:gd name="connsiteY2" fmla="*/ 520828 h 520828"/>
              <a:gd name="connsiteX3" fmla="*/ 0 w 520828"/>
              <a:gd name="connsiteY3" fmla="*/ 260414 h 520828"/>
              <a:gd name="connsiteX4" fmla="*/ 260414 w 520828"/>
              <a:gd name="connsiteY4" fmla="*/ 0 h 520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8" h="520828">
                <a:moveTo>
                  <a:pt x="260414" y="0"/>
                </a:moveTo>
                <a:cubicBezTo>
                  <a:pt x="404237" y="0"/>
                  <a:pt x="520828" y="116591"/>
                  <a:pt x="520828" y="260414"/>
                </a:cubicBezTo>
                <a:cubicBezTo>
                  <a:pt x="520828" y="404237"/>
                  <a:pt x="404237" y="520828"/>
                  <a:pt x="260414" y="520828"/>
                </a:cubicBezTo>
                <a:cubicBezTo>
                  <a:pt x="116591" y="520828"/>
                  <a:pt x="0" y="404237"/>
                  <a:pt x="0" y="260414"/>
                </a:cubicBezTo>
                <a:cubicBezTo>
                  <a:pt x="0" y="116591"/>
                  <a:pt x="116591" y="0"/>
                  <a:pt x="260414" y="0"/>
                </a:cubicBezTo>
                <a:close/>
              </a:path>
            </a:pathLst>
          </a:custGeom>
        </p:spPr>
        <p:txBody>
          <a:bodyPr wrap="square">
            <a:noAutofit/>
          </a:bodyPr>
          <a:lstStyle>
            <a:lvl1pPr>
              <a:defRPr sz="1200"/>
            </a:lvl1pPr>
          </a:lstStyle>
          <a:p>
            <a:r>
              <a:rPr lang="en-US" dirty="0"/>
              <a:t> </a:t>
            </a:r>
          </a:p>
        </p:txBody>
      </p:sp>
      <p:sp>
        <p:nvSpPr>
          <p:cNvPr id="34" name="Picture Placeholder 33"/>
          <p:cNvSpPr>
            <a:spLocks noGrp="1"/>
          </p:cNvSpPr>
          <p:nvPr>
            <p:ph type="pic" sz="quarter" idx="12" hasCustomPrompt="1"/>
          </p:nvPr>
        </p:nvSpPr>
        <p:spPr>
          <a:xfrm>
            <a:off x="675721" y="4590638"/>
            <a:ext cx="520828" cy="520828"/>
          </a:xfrm>
          <a:custGeom>
            <a:avLst/>
            <a:gdLst>
              <a:gd name="connsiteX0" fmla="*/ 260414 w 520828"/>
              <a:gd name="connsiteY0" fmla="*/ 0 h 520828"/>
              <a:gd name="connsiteX1" fmla="*/ 520828 w 520828"/>
              <a:gd name="connsiteY1" fmla="*/ 260414 h 520828"/>
              <a:gd name="connsiteX2" fmla="*/ 260414 w 520828"/>
              <a:gd name="connsiteY2" fmla="*/ 520828 h 520828"/>
              <a:gd name="connsiteX3" fmla="*/ 0 w 520828"/>
              <a:gd name="connsiteY3" fmla="*/ 260414 h 520828"/>
              <a:gd name="connsiteX4" fmla="*/ 260414 w 520828"/>
              <a:gd name="connsiteY4" fmla="*/ 0 h 520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8" h="520828">
                <a:moveTo>
                  <a:pt x="260414" y="0"/>
                </a:moveTo>
                <a:cubicBezTo>
                  <a:pt x="404237" y="0"/>
                  <a:pt x="520828" y="116591"/>
                  <a:pt x="520828" y="260414"/>
                </a:cubicBezTo>
                <a:cubicBezTo>
                  <a:pt x="520828" y="404237"/>
                  <a:pt x="404237" y="520828"/>
                  <a:pt x="260414" y="520828"/>
                </a:cubicBezTo>
                <a:cubicBezTo>
                  <a:pt x="116591" y="520828"/>
                  <a:pt x="0" y="404237"/>
                  <a:pt x="0" y="260414"/>
                </a:cubicBezTo>
                <a:cubicBezTo>
                  <a:pt x="0" y="116591"/>
                  <a:pt x="116591" y="0"/>
                  <a:pt x="260414" y="0"/>
                </a:cubicBezTo>
                <a:close/>
              </a:path>
            </a:pathLst>
          </a:custGeom>
        </p:spPr>
        <p:txBody>
          <a:bodyPr wrap="square">
            <a:noAutofit/>
          </a:bodyPr>
          <a:lstStyle>
            <a:lvl1pPr>
              <a:defRPr sz="1200"/>
            </a:lvl1pPr>
          </a:lstStyle>
          <a:p>
            <a:r>
              <a:rPr lang="en-US" dirty="0"/>
              <a:t> </a:t>
            </a:r>
          </a:p>
        </p:txBody>
      </p:sp>
      <p:sp>
        <p:nvSpPr>
          <p:cNvPr id="35" name="Picture Placeholder 34"/>
          <p:cNvSpPr>
            <a:spLocks noGrp="1"/>
          </p:cNvSpPr>
          <p:nvPr>
            <p:ph type="pic" sz="quarter" idx="13" hasCustomPrompt="1"/>
          </p:nvPr>
        </p:nvSpPr>
        <p:spPr>
          <a:xfrm>
            <a:off x="675721" y="5491432"/>
            <a:ext cx="520828" cy="520828"/>
          </a:xfrm>
          <a:custGeom>
            <a:avLst/>
            <a:gdLst>
              <a:gd name="connsiteX0" fmla="*/ 260414 w 520828"/>
              <a:gd name="connsiteY0" fmla="*/ 0 h 520828"/>
              <a:gd name="connsiteX1" fmla="*/ 520828 w 520828"/>
              <a:gd name="connsiteY1" fmla="*/ 260414 h 520828"/>
              <a:gd name="connsiteX2" fmla="*/ 260414 w 520828"/>
              <a:gd name="connsiteY2" fmla="*/ 520828 h 520828"/>
              <a:gd name="connsiteX3" fmla="*/ 0 w 520828"/>
              <a:gd name="connsiteY3" fmla="*/ 260414 h 520828"/>
              <a:gd name="connsiteX4" fmla="*/ 260414 w 520828"/>
              <a:gd name="connsiteY4" fmla="*/ 0 h 520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8" h="520828">
                <a:moveTo>
                  <a:pt x="260414" y="0"/>
                </a:moveTo>
                <a:cubicBezTo>
                  <a:pt x="404237" y="0"/>
                  <a:pt x="520828" y="116591"/>
                  <a:pt x="520828" y="260414"/>
                </a:cubicBezTo>
                <a:cubicBezTo>
                  <a:pt x="520828" y="404237"/>
                  <a:pt x="404237" y="520828"/>
                  <a:pt x="260414" y="520828"/>
                </a:cubicBezTo>
                <a:cubicBezTo>
                  <a:pt x="116591" y="520828"/>
                  <a:pt x="0" y="404237"/>
                  <a:pt x="0" y="260414"/>
                </a:cubicBezTo>
                <a:cubicBezTo>
                  <a:pt x="0" y="116591"/>
                  <a:pt x="116591" y="0"/>
                  <a:pt x="260414" y="0"/>
                </a:cubicBezTo>
                <a:close/>
              </a:path>
            </a:pathLst>
          </a:custGeom>
        </p:spPr>
        <p:txBody>
          <a:bodyPr wrap="square">
            <a:noAutofit/>
          </a:bodyPr>
          <a:lstStyle>
            <a:lvl1pPr>
              <a:defRPr sz="1200"/>
            </a:lvl1pPr>
          </a:lstStyle>
          <a:p>
            <a:r>
              <a:rPr lang="en-US" dirty="0"/>
              <a:t> </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list-Item">
    <p:spTree>
      <p:nvGrpSpPr>
        <p:cNvPr id="1" name=""/>
        <p:cNvGrpSpPr/>
        <p:nvPr/>
      </p:nvGrpSpPr>
      <p:grpSpPr>
        <a:xfrm>
          <a:off x="0" y="0"/>
          <a:ext cx="0" cy="0"/>
          <a:chOff x="0" y="0"/>
          <a:chExt cx="0" cy="0"/>
        </a:xfrm>
      </p:grpSpPr>
      <p:sp>
        <p:nvSpPr>
          <p:cNvPr id="11" name="Picture Placeholder 10"/>
          <p:cNvSpPr>
            <a:spLocks noGrp="1"/>
          </p:cNvSpPr>
          <p:nvPr>
            <p:ph type="pic" sz="quarter" idx="10"/>
          </p:nvPr>
        </p:nvSpPr>
        <p:spPr>
          <a:xfrm>
            <a:off x="758845" y="4661075"/>
            <a:ext cx="276999" cy="276998"/>
          </a:xfrm>
          <a:custGeom>
            <a:avLst/>
            <a:gdLst>
              <a:gd name="connsiteX0" fmla="*/ 46167 w 276999"/>
              <a:gd name="connsiteY0" fmla="*/ 0 h 276998"/>
              <a:gd name="connsiteX1" fmla="*/ 230832 w 276999"/>
              <a:gd name="connsiteY1" fmla="*/ 0 h 276998"/>
              <a:gd name="connsiteX2" fmla="*/ 276999 w 276999"/>
              <a:gd name="connsiteY2" fmla="*/ 46167 h 276998"/>
              <a:gd name="connsiteX3" fmla="*/ 276999 w 276999"/>
              <a:gd name="connsiteY3" fmla="*/ 230831 h 276998"/>
              <a:gd name="connsiteX4" fmla="*/ 230832 w 276999"/>
              <a:gd name="connsiteY4" fmla="*/ 276998 h 276998"/>
              <a:gd name="connsiteX5" fmla="*/ 46167 w 276999"/>
              <a:gd name="connsiteY5" fmla="*/ 276998 h 276998"/>
              <a:gd name="connsiteX6" fmla="*/ 0 w 276999"/>
              <a:gd name="connsiteY6" fmla="*/ 230831 h 276998"/>
              <a:gd name="connsiteX7" fmla="*/ 0 w 276999"/>
              <a:gd name="connsiteY7" fmla="*/ 46167 h 276998"/>
              <a:gd name="connsiteX8" fmla="*/ 46167 w 276999"/>
              <a:gd name="connsiteY8" fmla="*/ 0 h 276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6999" h="276998">
                <a:moveTo>
                  <a:pt x="46167" y="0"/>
                </a:moveTo>
                <a:lnTo>
                  <a:pt x="230832" y="0"/>
                </a:lnTo>
                <a:cubicBezTo>
                  <a:pt x="256329" y="0"/>
                  <a:pt x="276999" y="20670"/>
                  <a:pt x="276999" y="46167"/>
                </a:cubicBezTo>
                <a:lnTo>
                  <a:pt x="276999" y="230831"/>
                </a:lnTo>
                <a:cubicBezTo>
                  <a:pt x="276999" y="256328"/>
                  <a:pt x="256329" y="276998"/>
                  <a:pt x="230832" y="276998"/>
                </a:cubicBezTo>
                <a:lnTo>
                  <a:pt x="46167" y="276998"/>
                </a:lnTo>
                <a:cubicBezTo>
                  <a:pt x="20670" y="276998"/>
                  <a:pt x="0" y="256328"/>
                  <a:pt x="0" y="230831"/>
                </a:cubicBezTo>
                <a:lnTo>
                  <a:pt x="0" y="46167"/>
                </a:lnTo>
                <a:cubicBezTo>
                  <a:pt x="0" y="20670"/>
                  <a:pt x="20670" y="0"/>
                  <a:pt x="46167" y="0"/>
                </a:cubicBezTo>
                <a:close/>
              </a:path>
            </a:pathLst>
          </a:custGeom>
        </p:spPr>
        <p:txBody>
          <a:bodyPr wrap="square">
            <a:noAutofit/>
          </a:bodyPr>
          <a:lstStyle/>
          <a:p>
            <a:endParaRPr lang="en-US" dirty="0"/>
          </a:p>
        </p:txBody>
      </p:sp>
      <p:sp>
        <p:nvSpPr>
          <p:cNvPr id="10" name="Picture Placeholder 9"/>
          <p:cNvSpPr>
            <a:spLocks noGrp="1"/>
          </p:cNvSpPr>
          <p:nvPr>
            <p:ph type="pic" sz="quarter" idx="11"/>
          </p:nvPr>
        </p:nvSpPr>
        <p:spPr>
          <a:xfrm>
            <a:off x="761043" y="5092446"/>
            <a:ext cx="276999" cy="276998"/>
          </a:xfrm>
          <a:custGeom>
            <a:avLst/>
            <a:gdLst>
              <a:gd name="connsiteX0" fmla="*/ 46167 w 276999"/>
              <a:gd name="connsiteY0" fmla="*/ 0 h 276998"/>
              <a:gd name="connsiteX1" fmla="*/ 230832 w 276999"/>
              <a:gd name="connsiteY1" fmla="*/ 0 h 276998"/>
              <a:gd name="connsiteX2" fmla="*/ 276999 w 276999"/>
              <a:gd name="connsiteY2" fmla="*/ 46167 h 276998"/>
              <a:gd name="connsiteX3" fmla="*/ 276999 w 276999"/>
              <a:gd name="connsiteY3" fmla="*/ 230831 h 276998"/>
              <a:gd name="connsiteX4" fmla="*/ 230832 w 276999"/>
              <a:gd name="connsiteY4" fmla="*/ 276998 h 276998"/>
              <a:gd name="connsiteX5" fmla="*/ 46167 w 276999"/>
              <a:gd name="connsiteY5" fmla="*/ 276998 h 276998"/>
              <a:gd name="connsiteX6" fmla="*/ 0 w 276999"/>
              <a:gd name="connsiteY6" fmla="*/ 230831 h 276998"/>
              <a:gd name="connsiteX7" fmla="*/ 0 w 276999"/>
              <a:gd name="connsiteY7" fmla="*/ 46167 h 276998"/>
              <a:gd name="connsiteX8" fmla="*/ 46167 w 276999"/>
              <a:gd name="connsiteY8" fmla="*/ 0 h 276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6999" h="276998">
                <a:moveTo>
                  <a:pt x="46167" y="0"/>
                </a:moveTo>
                <a:lnTo>
                  <a:pt x="230832" y="0"/>
                </a:lnTo>
                <a:cubicBezTo>
                  <a:pt x="256329" y="0"/>
                  <a:pt x="276999" y="20670"/>
                  <a:pt x="276999" y="46167"/>
                </a:cubicBezTo>
                <a:lnTo>
                  <a:pt x="276999" y="230831"/>
                </a:lnTo>
                <a:cubicBezTo>
                  <a:pt x="276999" y="256328"/>
                  <a:pt x="256329" y="276998"/>
                  <a:pt x="230832" y="276998"/>
                </a:cubicBezTo>
                <a:lnTo>
                  <a:pt x="46167" y="276998"/>
                </a:lnTo>
                <a:cubicBezTo>
                  <a:pt x="20670" y="276998"/>
                  <a:pt x="0" y="256328"/>
                  <a:pt x="0" y="230831"/>
                </a:cubicBezTo>
                <a:lnTo>
                  <a:pt x="0" y="46167"/>
                </a:lnTo>
                <a:cubicBezTo>
                  <a:pt x="0" y="20670"/>
                  <a:pt x="20670" y="0"/>
                  <a:pt x="46167" y="0"/>
                </a:cubicBezTo>
                <a:close/>
              </a:path>
            </a:pathLst>
          </a:custGeom>
        </p:spPr>
        <p:txBody>
          <a:bodyPr wrap="square">
            <a:noAutofit/>
          </a:bodyPr>
          <a:lstStyle/>
          <a:p>
            <a:endParaRPr lang="en-US"/>
          </a:p>
        </p:txBody>
      </p:sp>
      <p:sp>
        <p:nvSpPr>
          <p:cNvPr id="9" name="Picture Placeholder 8"/>
          <p:cNvSpPr>
            <a:spLocks noGrp="1"/>
          </p:cNvSpPr>
          <p:nvPr>
            <p:ph type="pic" sz="quarter" idx="12"/>
          </p:nvPr>
        </p:nvSpPr>
        <p:spPr>
          <a:xfrm>
            <a:off x="761043" y="5562066"/>
            <a:ext cx="276999" cy="276998"/>
          </a:xfrm>
          <a:custGeom>
            <a:avLst/>
            <a:gdLst>
              <a:gd name="connsiteX0" fmla="*/ 46167 w 276999"/>
              <a:gd name="connsiteY0" fmla="*/ 0 h 276998"/>
              <a:gd name="connsiteX1" fmla="*/ 230832 w 276999"/>
              <a:gd name="connsiteY1" fmla="*/ 0 h 276998"/>
              <a:gd name="connsiteX2" fmla="*/ 276999 w 276999"/>
              <a:gd name="connsiteY2" fmla="*/ 46167 h 276998"/>
              <a:gd name="connsiteX3" fmla="*/ 276999 w 276999"/>
              <a:gd name="connsiteY3" fmla="*/ 230831 h 276998"/>
              <a:gd name="connsiteX4" fmla="*/ 230832 w 276999"/>
              <a:gd name="connsiteY4" fmla="*/ 276998 h 276998"/>
              <a:gd name="connsiteX5" fmla="*/ 46167 w 276999"/>
              <a:gd name="connsiteY5" fmla="*/ 276998 h 276998"/>
              <a:gd name="connsiteX6" fmla="*/ 0 w 276999"/>
              <a:gd name="connsiteY6" fmla="*/ 230831 h 276998"/>
              <a:gd name="connsiteX7" fmla="*/ 0 w 276999"/>
              <a:gd name="connsiteY7" fmla="*/ 46167 h 276998"/>
              <a:gd name="connsiteX8" fmla="*/ 46167 w 276999"/>
              <a:gd name="connsiteY8" fmla="*/ 0 h 276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6999" h="276998">
                <a:moveTo>
                  <a:pt x="46167" y="0"/>
                </a:moveTo>
                <a:lnTo>
                  <a:pt x="230832" y="0"/>
                </a:lnTo>
                <a:cubicBezTo>
                  <a:pt x="256329" y="0"/>
                  <a:pt x="276999" y="20670"/>
                  <a:pt x="276999" y="46167"/>
                </a:cubicBezTo>
                <a:lnTo>
                  <a:pt x="276999" y="230831"/>
                </a:lnTo>
                <a:cubicBezTo>
                  <a:pt x="276999" y="256328"/>
                  <a:pt x="256329" y="276998"/>
                  <a:pt x="230832" y="276998"/>
                </a:cubicBezTo>
                <a:lnTo>
                  <a:pt x="46167" y="276998"/>
                </a:lnTo>
                <a:cubicBezTo>
                  <a:pt x="20670" y="276998"/>
                  <a:pt x="0" y="256328"/>
                  <a:pt x="0" y="230831"/>
                </a:cubicBezTo>
                <a:lnTo>
                  <a:pt x="0" y="46167"/>
                </a:lnTo>
                <a:cubicBezTo>
                  <a:pt x="0" y="20670"/>
                  <a:pt x="20670" y="0"/>
                  <a:pt x="46167" y="0"/>
                </a:cubicBezTo>
                <a:close/>
              </a:path>
            </a:pathLst>
          </a:custGeom>
        </p:spPr>
        <p:txBody>
          <a:bodyPr wrap="square">
            <a:noAutofit/>
          </a:bodyPr>
          <a:lstStyle/>
          <a:p>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16" name="Picture Placeholder 15"/>
          <p:cNvSpPr>
            <a:spLocks noGrp="1"/>
          </p:cNvSpPr>
          <p:nvPr>
            <p:ph type="pic" sz="quarter" idx="14"/>
          </p:nvPr>
        </p:nvSpPr>
        <p:spPr>
          <a:xfrm>
            <a:off x="4623115" y="4333853"/>
            <a:ext cx="580103" cy="580103"/>
          </a:xfrm>
          <a:custGeom>
            <a:avLst/>
            <a:gdLst>
              <a:gd name="connsiteX0" fmla="*/ 62396 w 580103"/>
              <a:gd name="connsiteY0" fmla="*/ 0 h 580103"/>
              <a:gd name="connsiteX1" fmla="*/ 517707 w 580103"/>
              <a:gd name="connsiteY1" fmla="*/ 0 h 580103"/>
              <a:gd name="connsiteX2" fmla="*/ 580103 w 580103"/>
              <a:gd name="connsiteY2" fmla="*/ 62396 h 580103"/>
              <a:gd name="connsiteX3" fmla="*/ 580103 w 580103"/>
              <a:gd name="connsiteY3" fmla="*/ 517707 h 580103"/>
              <a:gd name="connsiteX4" fmla="*/ 517707 w 580103"/>
              <a:gd name="connsiteY4" fmla="*/ 580103 h 580103"/>
              <a:gd name="connsiteX5" fmla="*/ 62396 w 580103"/>
              <a:gd name="connsiteY5" fmla="*/ 580103 h 580103"/>
              <a:gd name="connsiteX6" fmla="*/ 0 w 580103"/>
              <a:gd name="connsiteY6" fmla="*/ 517707 h 580103"/>
              <a:gd name="connsiteX7" fmla="*/ 0 w 580103"/>
              <a:gd name="connsiteY7" fmla="*/ 62396 h 580103"/>
              <a:gd name="connsiteX8" fmla="*/ 62396 w 580103"/>
              <a:gd name="connsiteY8" fmla="*/ 0 h 580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103" h="580103">
                <a:moveTo>
                  <a:pt x="62396" y="0"/>
                </a:moveTo>
                <a:lnTo>
                  <a:pt x="517707" y="0"/>
                </a:lnTo>
                <a:cubicBezTo>
                  <a:pt x="552167" y="0"/>
                  <a:pt x="580103" y="27936"/>
                  <a:pt x="580103" y="62396"/>
                </a:cubicBezTo>
                <a:lnTo>
                  <a:pt x="580103" y="517707"/>
                </a:lnTo>
                <a:cubicBezTo>
                  <a:pt x="580103" y="552167"/>
                  <a:pt x="552167" y="580103"/>
                  <a:pt x="517707" y="580103"/>
                </a:cubicBezTo>
                <a:lnTo>
                  <a:pt x="62396" y="580103"/>
                </a:lnTo>
                <a:cubicBezTo>
                  <a:pt x="27936" y="580103"/>
                  <a:pt x="0" y="552167"/>
                  <a:pt x="0" y="517707"/>
                </a:cubicBezTo>
                <a:lnTo>
                  <a:pt x="0" y="62396"/>
                </a:lnTo>
                <a:cubicBezTo>
                  <a:pt x="0" y="27936"/>
                  <a:pt x="27936" y="0"/>
                  <a:pt x="62396" y="0"/>
                </a:cubicBezTo>
                <a:close/>
              </a:path>
            </a:pathLst>
          </a:custGeom>
        </p:spPr>
        <p:txBody>
          <a:bodyPr wrap="square">
            <a:noAutofit/>
          </a:bodyPr>
          <a:lstStyle>
            <a:lvl1pPr marL="0" indent="0">
              <a:buNone/>
              <a:defRPr sz="900"/>
            </a:lvl1pPr>
          </a:lstStyle>
          <a:p>
            <a:endParaRPr lang="en-US" dirty="0"/>
          </a:p>
        </p:txBody>
      </p:sp>
      <p:sp>
        <p:nvSpPr>
          <p:cNvPr id="17" name="Picture Placeholder 16"/>
          <p:cNvSpPr>
            <a:spLocks noGrp="1"/>
          </p:cNvSpPr>
          <p:nvPr>
            <p:ph type="pic" sz="quarter" idx="15"/>
          </p:nvPr>
        </p:nvSpPr>
        <p:spPr>
          <a:xfrm>
            <a:off x="8299768" y="4333853"/>
            <a:ext cx="580103" cy="580103"/>
          </a:xfrm>
          <a:custGeom>
            <a:avLst/>
            <a:gdLst>
              <a:gd name="connsiteX0" fmla="*/ 62396 w 580103"/>
              <a:gd name="connsiteY0" fmla="*/ 0 h 580103"/>
              <a:gd name="connsiteX1" fmla="*/ 517707 w 580103"/>
              <a:gd name="connsiteY1" fmla="*/ 0 h 580103"/>
              <a:gd name="connsiteX2" fmla="*/ 580103 w 580103"/>
              <a:gd name="connsiteY2" fmla="*/ 62396 h 580103"/>
              <a:gd name="connsiteX3" fmla="*/ 580103 w 580103"/>
              <a:gd name="connsiteY3" fmla="*/ 517707 h 580103"/>
              <a:gd name="connsiteX4" fmla="*/ 517707 w 580103"/>
              <a:gd name="connsiteY4" fmla="*/ 580103 h 580103"/>
              <a:gd name="connsiteX5" fmla="*/ 62396 w 580103"/>
              <a:gd name="connsiteY5" fmla="*/ 580103 h 580103"/>
              <a:gd name="connsiteX6" fmla="*/ 0 w 580103"/>
              <a:gd name="connsiteY6" fmla="*/ 517707 h 580103"/>
              <a:gd name="connsiteX7" fmla="*/ 0 w 580103"/>
              <a:gd name="connsiteY7" fmla="*/ 62396 h 580103"/>
              <a:gd name="connsiteX8" fmla="*/ 62396 w 580103"/>
              <a:gd name="connsiteY8" fmla="*/ 0 h 580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103" h="580103">
                <a:moveTo>
                  <a:pt x="62396" y="0"/>
                </a:moveTo>
                <a:lnTo>
                  <a:pt x="517707" y="0"/>
                </a:lnTo>
                <a:cubicBezTo>
                  <a:pt x="552167" y="0"/>
                  <a:pt x="580103" y="27936"/>
                  <a:pt x="580103" y="62396"/>
                </a:cubicBezTo>
                <a:lnTo>
                  <a:pt x="580103" y="517707"/>
                </a:lnTo>
                <a:cubicBezTo>
                  <a:pt x="580103" y="552167"/>
                  <a:pt x="552167" y="580103"/>
                  <a:pt x="517707" y="580103"/>
                </a:cubicBezTo>
                <a:lnTo>
                  <a:pt x="62396" y="580103"/>
                </a:lnTo>
                <a:cubicBezTo>
                  <a:pt x="27936" y="580103"/>
                  <a:pt x="0" y="552167"/>
                  <a:pt x="0" y="517707"/>
                </a:cubicBezTo>
                <a:lnTo>
                  <a:pt x="0" y="62396"/>
                </a:lnTo>
                <a:cubicBezTo>
                  <a:pt x="0" y="27936"/>
                  <a:pt x="27936" y="0"/>
                  <a:pt x="62396" y="0"/>
                </a:cubicBezTo>
                <a:close/>
              </a:path>
            </a:pathLst>
          </a:custGeom>
        </p:spPr>
        <p:txBody>
          <a:bodyPr wrap="square">
            <a:noAutofit/>
          </a:bodyPr>
          <a:lstStyle>
            <a:lvl1pPr marL="0" indent="0">
              <a:buNone/>
              <a:defRPr sz="900"/>
            </a:lvl1pPr>
          </a:lstStyle>
          <a:p>
            <a:endParaRPr lang="en-US" dirty="0"/>
          </a:p>
        </p:txBody>
      </p:sp>
      <p:sp>
        <p:nvSpPr>
          <p:cNvPr id="15" name="Picture Placeholder 14"/>
          <p:cNvSpPr>
            <a:spLocks noGrp="1"/>
          </p:cNvSpPr>
          <p:nvPr>
            <p:ph type="pic" sz="quarter" idx="13"/>
          </p:nvPr>
        </p:nvSpPr>
        <p:spPr>
          <a:xfrm>
            <a:off x="946462" y="4333853"/>
            <a:ext cx="580103" cy="580103"/>
          </a:xfrm>
          <a:custGeom>
            <a:avLst/>
            <a:gdLst>
              <a:gd name="connsiteX0" fmla="*/ 62396 w 580103"/>
              <a:gd name="connsiteY0" fmla="*/ 0 h 580103"/>
              <a:gd name="connsiteX1" fmla="*/ 517707 w 580103"/>
              <a:gd name="connsiteY1" fmla="*/ 0 h 580103"/>
              <a:gd name="connsiteX2" fmla="*/ 580103 w 580103"/>
              <a:gd name="connsiteY2" fmla="*/ 62396 h 580103"/>
              <a:gd name="connsiteX3" fmla="*/ 580103 w 580103"/>
              <a:gd name="connsiteY3" fmla="*/ 517707 h 580103"/>
              <a:gd name="connsiteX4" fmla="*/ 517707 w 580103"/>
              <a:gd name="connsiteY4" fmla="*/ 580103 h 580103"/>
              <a:gd name="connsiteX5" fmla="*/ 62396 w 580103"/>
              <a:gd name="connsiteY5" fmla="*/ 580103 h 580103"/>
              <a:gd name="connsiteX6" fmla="*/ 0 w 580103"/>
              <a:gd name="connsiteY6" fmla="*/ 517707 h 580103"/>
              <a:gd name="connsiteX7" fmla="*/ 0 w 580103"/>
              <a:gd name="connsiteY7" fmla="*/ 62396 h 580103"/>
              <a:gd name="connsiteX8" fmla="*/ 62396 w 580103"/>
              <a:gd name="connsiteY8" fmla="*/ 0 h 580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103" h="580103">
                <a:moveTo>
                  <a:pt x="62396" y="0"/>
                </a:moveTo>
                <a:lnTo>
                  <a:pt x="517707" y="0"/>
                </a:lnTo>
                <a:cubicBezTo>
                  <a:pt x="552167" y="0"/>
                  <a:pt x="580103" y="27936"/>
                  <a:pt x="580103" y="62396"/>
                </a:cubicBezTo>
                <a:lnTo>
                  <a:pt x="580103" y="517707"/>
                </a:lnTo>
                <a:cubicBezTo>
                  <a:pt x="580103" y="552167"/>
                  <a:pt x="552167" y="580103"/>
                  <a:pt x="517707" y="580103"/>
                </a:cubicBezTo>
                <a:lnTo>
                  <a:pt x="62396" y="580103"/>
                </a:lnTo>
                <a:cubicBezTo>
                  <a:pt x="27936" y="580103"/>
                  <a:pt x="0" y="552167"/>
                  <a:pt x="0" y="517707"/>
                </a:cubicBezTo>
                <a:lnTo>
                  <a:pt x="0" y="62396"/>
                </a:lnTo>
                <a:cubicBezTo>
                  <a:pt x="0" y="27936"/>
                  <a:pt x="27936" y="0"/>
                  <a:pt x="62396" y="0"/>
                </a:cubicBezTo>
                <a:close/>
              </a:path>
            </a:pathLst>
          </a:custGeom>
        </p:spPr>
        <p:txBody>
          <a:bodyPr wrap="square">
            <a:noAutofit/>
          </a:bodyPr>
          <a:lstStyle>
            <a:lvl1pPr marL="0" indent="0">
              <a:buNone/>
              <a:defRPr sz="900"/>
            </a:lvl1pPr>
          </a:lstStyle>
          <a:p>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_list-Item">
    <p:spTree>
      <p:nvGrpSpPr>
        <p:cNvPr id="1" name=""/>
        <p:cNvGrpSpPr/>
        <p:nvPr/>
      </p:nvGrpSpPr>
      <p:grpSpPr>
        <a:xfrm>
          <a:off x="0" y="0"/>
          <a:ext cx="0" cy="0"/>
          <a:chOff x="0" y="0"/>
          <a:chExt cx="0" cy="0"/>
        </a:xfrm>
      </p:grpSpPr>
      <p:sp>
        <p:nvSpPr>
          <p:cNvPr id="37" name="Picture Placeholder 36"/>
          <p:cNvSpPr>
            <a:spLocks noGrp="1"/>
          </p:cNvSpPr>
          <p:nvPr>
            <p:ph type="pic" sz="quarter" idx="10"/>
          </p:nvPr>
        </p:nvSpPr>
        <p:spPr>
          <a:xfrm>
            <a:off x="761042" y="4567044"/>
            <a:ext cx="276999" cy="276999"/>
          </a:xfrm>
          <a:prstGeom prst="roundRect">
            <a:avLst>
              <a:gd name="adj" fmla="val 8643"/>
            </a:avLst>
          </a:prstGeom>
          <a:noFill/>
          <a:ln w="6350">
            <a:noFill/>
          </a:ln>
        </p:spPr>
        <p:txBody>
          <a:bodyPr wrap="square">
            <a:noAutofit/>
          </a:bodyPr>
          <a:lstStyle/>
          <a:p>
            <a:endParaRPr lang="en-US" dirty="0"/>
          </a:p>
        </p:txBody>
      </p:sp>
      <p:sp>
        <p:nvSpPr>
          <p:cNvPr id="38" name="Picture Placeholder 37"/>
          <p:cNvSpPr>
            <a:spLocks noGrp="1"/>
          </p:cNvSpPr>
          <p:nvPr>
            <p:ph type="pic" sz="quarter" idx="11"/>
          </p:nvPr>
        </p:nvSpPr>
        <p:spPr>
          <a:xfrm>
            <a:off x="761042" y="5026545"/>
            <a:ext cx="276999" cy="276999"/>
          </a:xfrm>
          <a:prstGeom prst="roundRect">
            <a:avLst>
              <a:gd name="adj" fmla="val 9790"/>
            </a:avLst>
          </a:prstGeom>
          <a:noFill/>
          <a:ln w="6350">
            <a:noFill/>
          </a:ln>
        </p:spPr>
        <p:txBody>
          <a:bodyPr wrap="square">
            <a:noAutofit/>
          </a:bodyPr>
          <a:lstStyle/>
          <a:p>
            <a:endParaRPr lang="en-US" dirty="0"/>
          </a:p>
        </p:txBody>
      </p:sp>
      <p:sp>
        <p:nvSpPr>
          <p:cNvPr id="39" name="Picture Placeholder 38"/>
          <p:cNvSpPr>
            <a:spLocks noGrp="1"/>
          </p:cNvSpPr>
          <p:nvPr>
            <p:ph type="pic" sz="quarter" idx="12"/>
          </p:nvPr>
        </p:nvSpPr>
        <p:spPr>
          <a:xfrm>
            <a:off x="761042" y="5486044"/>
            <a:ext cx="276999" cy="276999"/>
          </a:xfrm>
          <a:prstGeom prst="roundRect">
            <a:avLst>
              <a:gd name="adj" fmla="val 12082"/>
            </a:avLst>
          </a:prstGeom>
          <a:noFill/>
          <a:ln w="6350">
            <a:noFill/>
          </a:ln>
        </p:spPr>
        <p:txBody>
          <a:bodyPr wrap="square">
            <a:noAutofit/>
          </a:bodyPr>
          <a:lstStyle/>
          <a:p>
            <a:endParaRPr lang="en-US" dirty="0"/>
          </a:p>
        </p:txBody>
      </p:sp>
      <p:sp>
        <p:nvSpPr>
          <p:cNvPr id="34" name="Picture Placeholder 33"/>
          <p:cNvSpPr>
            <a:spLocks noGrp="1"/>
          </p:cNvSpPr>
          <p:nvPr>
            <p:ph type="pic" sz="quarter" idx="13"/>
          </p:nvPr>
        </p:nvSpPr>
        <p:spPr>
          <a:xfrm>
            <a:off x="4584765" y="4567044"/>
            <a:ext cx="276999" cy="276999"/>
          </a:xfrm>
          <a:prstGeom prst="roundRect">
            <a:avLst>
              <a:gd name="adj" fmla="val 10936"/>
            </a:avLst>
          </a:prstGeom>
          <a:noFill/>
          <a:ln w="6350">
            <a:noFill/>
          </a:ln>
        </p:spPr>
        <p:txBody>
          <a:bodyPr wrap="square">
            <a:noAutofit/>
          </a:bodyPr>
          <a:lstStyle/>
          <a:p>
            <a:endParaRPr lang="en-US" dirty="0"/>
          </a:p>
        </p:txBody>
      </p:sp>
      <p:sp>
        <p:nvSpPr>
          <p:cNvPr id="35" name="Picture Placeholder 34"/>
          <p:cNvSpPr>
            <a:spLocks noGrp="1"/>
          </p:cNvSpPr>
          <p:nvPr>
            <p:ph type="pic" sz="quarter" idx="14"/>
          </p:nvPr>
        </p:nvSpPr>
        <p:spPr>
          <a:xfrm>
            <a:off x="4584765" y="5026545"/>
            <a:ext cx="276999" cy="276999"/>
          </a:xfrm>
          <a:prstGeom prst="roundRect">
            <a:avLst>
              <a:gd name="adj" fmla="val 9790"/>
            </a:avLst>
          </a:prstGeom>
          <a:noFill/>
          <a:ln w="6350">
            <a:noFill/>
          </a:ln>
        </p:spPr>
        <p:txBody>
          <a:bodyPr wrap="square">
            <a:noAutofit/>
          </a:bodyPr>
          <a:lstStyle/>
          <a:p>
            <a:endParaRPr lang="en-US"/>
          </a:p>
        </p:txBody>
      </p:sp>
      <p:sp>
        <p:nvSpPr>
          <p:cNvPr id="36" name="Picture Placeholder 35"/>
          <p:cNvSpPr>
            <a:spLocks noGrp="1"/>
          </p:cNvSpPr>
          <p:nvPr>
            <p:ph type="pic" sz="quarter" idx="15"/>
          </p:nvPr>
        </p:nvSpPr>
        <p:spPr>
          <a:xfrm>
            <a:off x="4584765" y="5486044"/>
            <a:ext cx="276999" cy="276999"/>
          </a:xfrm>
          <a:prstGeom prst="roundRect">
            <a:avLst>
              <a:gd name="adj" fmla="val 8643"/>
            </a:avLst>
          </a:prstGeom>
          <a:noFill/>
          <a:ln w="6350">
            <a:noFill/>
          </a:ln>
        </p:spPr>
        <p:txBody>
          <a:bodyPr wrap="square">
            <a:noAutofit/>
          </a:bodyPr>
          <a:lstStyle/>
          <a:p>
            <a:endParaRPr lang="en-US" dirty="0"/>
          </a:p>
        </p:txBody>
      </p:sp>
      <p:sp>
        <p:nvSpPr>
          <p:cNvPr id="33" name="Picture Placeholder 32"/>
          <p:cNvSpPr>
            <a:spLocks noGrp="1"/>
          </p:cNvSpPr>
          <p:nvPr>
            <p:ph type="pic" sz="quarter" idx="16"/>
          </p:nvPr>
        </p:nvSpPr>
        <p:spPr>
          <a:xfrm>
            <a:off x="8386851" y="4567044"/>
            <a:ext cx="276999" cy="276999"/>
          </a:xfrm>
          <a:prstGeom prst="roundRect">
            <a:avLst>
              <a:gd name="adj" fmla="val 8070"/>
            </a:avLst>
          </a:prstGeom>
          <a:noFill/>
          <a:ln w="6350">
            <a:noFill/>
          </a:ln>
        </p:spPr>
        <p:txBody>
          <a:bodyPr wrap="square">
            <a:noAutofit/>
          </a:bodyPr>
          <a:lstStyle/>
          <a:p>
            <a:endParaRPr lang="en-US" dirty="0"/>
          </a:p>
        </p:txBody>
      </p:sp>
      <p:sp>
        <p:nvSpPr>
          <p:cNvPr id="32" name="Picture Placeholder 31"/>
          <p:cNvSpPr>
            <a:spLocks noGrp="1"/>
          </p:cNvSpPr>
          <p:nvPr>
            <p:ph type="pic" sz="quarter" idx="17"/>
          </p:nvPr>
        </p:nvSpPr>
        <p:spPr>
          <a:xfrm>
            <a:off x="8386851" y="5026545"/>
            <a:ext cx="276999" cy="276999"/>
          </a:xfrm>
          <a:prstGeom prst="roundRect">
            <a:avLst>
              <a:gd name="adj" fmla="val 8930"/>
            </a:avLst>
          </a:prstGeom>
          <a:noFill/>
          <a:ln w="6350">
            <a:noFill/>
          </a:ln>
        </p:spPr>
        <p:txBody>
          <a:bodyPr wrap="square">
            <a:noAutofit/>
          </a:bodyPr>
          <a:lstStyle/>
          <a:p>
            <a:endParaRPr lang="en-US" dirty="0"/>
          </a:p>
        </p:txBody>
      </p:sp>
      <p:sp>
        <p:nvSpPr>
          <p:cNvPr id="31" name="Picture Placeholder 30"/>
          <p:cNvSpPr>
            <a:spLocks noGrp="1"/>
          </p:cNvSpPr>
          <p:nvPr>
            <p:ph type="pic" sz="quarter" idx="18"/>
          </p:nvPr>
        </p:nvSpPr>
        <p:spPr>
          <a:xfrm>
            <a:off x="8386851" y="5486044"/>
            <a:ext cx="276999" cy="276999"/>
          </a:xfrm>
          <a:prstGeom prst="roundRect">
            <a:avLst>
              <a:gd name="adj" fmla="val 7210"/>
            </a:avLst>
          </a:prstGeom>
          <a:noFill/>
          <a:ln w="6350">
            <a:noFill/>
          </a:ln>
        </p:spPr>
        <p:txBody>
          <a:bodyPr wrap="square">
            <a:noAutofit/>
          </a:bodyPr>
          <a:lstStyle/>
          <a:p>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sp>
        <p:nvSpPr>
          <p:cNvPr id="19" name="Picture Placeholder 18"/>
          <p:cNvSpPr>
            <a:spLocks noGrp="1"/>
          </p:cNvSpPr>
          <p:nvPr>
            <p:ph type="pic" sz="quarter" idx="10"/>
          </p:nvPr>
        </p:nvSpPr>
        <p:spPr>
          <a:xfrm>
            <a:off x="830502" y="1003712"/>
            <a:ext cx="2151570" cy="1063473"/>
          </a:xfrm>
          <a:custGeom>
            <a:avLst/>
            <a:gdLst>
              <a:gd name="connsiteX0" fmla="*/ 0 w 2151570"/>
              <a:gd name="connsiteY0" fmla="*/ 0 h 1063473"/>
              <a:gd name="connsiteX1" fmla="*/ 2151570 w 2151570"/>
              <a:gd name="connsiteY1" fmla="*/ 0 h 1063473"/>
              <a:gd name="connsiteX2" fmla="*/ 2151570 w 2151570"/>
              <a:gd name="connsiteY2" fmla="*/ 1063473 h 1063473"/>
              <a:gd name="connsiteX3" fmla="*/ 0 w 2151570"/>
              <a:gd name="connsiteY3" fmla="*/ 1063473 h 1063473"/>
            </a:gdLst>
            <a:ahLst/>
            <a:cxnLst>
              <a:cxn ang="0">
                <a:pos x="connsiteX0" y="connsiteY0"/>
              </a:cxn>
              <a:cxn ang="0">
                <a:pos x="connsiteX1" y="connsiteY1"/>
              </a:cxn>
              <a:cxn ang="0">
                <a:pos x="connsiteX2" y="connsiteY2"/>
              </a:cxn>
              <a:cxn ang="0">
                <a:pos x="connsiteX3" y="connsiteY3"/>
              </a:cxn>
            </a:cxnLst>
            <a:rect l="l" t="t" r="r" b="b"/>
            <a:pathLst>
              <a:path w="2151570" h="1063473">
                <a:moveTo>
                  <a:pt x="0" y="0"/>
                </a:moveTo>
                <a:lnTo>
                  <a:pt x="2151570" y="0"/>
                </a:lnTo>
                <a:lnTo>
                  <a:pt x="2151570" y="1063473"/>
                </a:lnTo>
                <a:lnTo>
                  <a:pt x="0" y="1063473"/>
                </a:lnTo>
                <a:close/>
              </a:path>
            </a:pathLst>
          </a:custGeom>
        </p:spPr>
        <p:txBody>
          <a:bodyPr wrap="square">
            <a:noAutofit/>
          </a:bodyPr>
          <a:lstStyle/>
          <a:p>
            <a:endParaRPr lang="en-US"/>
          </a:p>
        </p:txBody>
      </p:sp>
      <p:sp>
        <p:nvSpPr>
          <p:cNvPr id="20" name="Picture Placeholder 19"/>
          <p:cNvSpPr>
            <a:spLocks noGrp="1"/>
          </p:cNvSpPr>
          <p:nvPr>
            <p:ph type="pic" sz="quarter" idx="11"/>
          </p:nvPr>
        </p:nvSpPr>
        <p:spPr>
          <a:xfrm>
            <a:off x="3619410" y="1003711"/>
            <a:ext cx="2151570" cy="1063473"/>
          </a:xfrm>
          <a:custGeom>
            <a:avLst/>
            <a:gdLst>
              <a:gd name="connsiteX0" fmla="*/ 0 w 2151570"/>
              <a:gd name="connsiteY0" fmla="*/ 0 h 1063473"/>
              <a:gd name="connsiteX1" fmla="*/ 2151570 w 2151570"/>
              <a:gd name="connsiteY1" fmla="*/ 0 h 1063473"/>
              <a:gd name="connsiteX2" fmla="*/ 2151570 w 2151570"/>
              <a:gd name="connsiteY2" fmla="*/ 1063473 h 1063473"/>
              <a:gd name="connsiteX3" fmla="*/ 0 w 2151570"/>
              <a:gd name="connsiteY3" fmla="*/ 1063473 h 1063473"/>
            </a:gdLst>
            <a:ahLst/>
            <a:cxnLst>
              <a:cxn ang="0">
                <a:pos x="connsiteX0" y="connsiteY0"/>
              </a:cxn>
              <a:cxn ang="0">
                <a:pos x="connsiteX1" y="connsiteY1"/>
              </a:cxn>
              <a:cxn ang="0">
                <a:pos x="connsiteX2" y="connsiteY2"/>
              </a:cxn>
              <a:cxn ang="0">
                <a:pos x="connsiteX3" y="connsiteY3"/>
              </a:cxn>
            </a:cxnLst>
            <a:rect l="l" t="t" r="r" b="b"/>
            <a:pathLst>
              <a:path w="2151570" h="1063473">
                <a:moveTo>
                  <a:pt x="0" y="0"/>
                </a:moveTo>
                <a:lnTo>
                  <a:pt x="2151570" y="0"/>
                </a:lnTo>
                <a:lnTo>
                  <a:pt x="2151570" y="1063473"/>
                </a:lnTo>
                <a:lnTo>
                  <a:pt x="0" y="1063473"/>
                </a:lnTo>
                <a:close/>
              </a:path>
            </a:pathLst>
          </a:custGeom>
        </p:spPr>
        <p:txBody>
          <a:bodyPr wrap="square">
            <a:noAutofit/>
          </a:bodyPr>
          <a:lstStyle/>
          <a:p>
            <a:endParaRPr lang="en-US"/>
          </a:p>
        </p:txBody>
      </p:sp>
      <p:sp>
        <p:nvSpPr>
          <p:cNvPr id="21" name="Picture Placeholder 20"/>
          <p:cNvSpPr>
            <a:spLocks noGrp="1"/>
          </p:cNvSpPr>
          <p:nvPr>
            <p:ph type="pic" sz="quarter" idx="12"/>
          </p:nvPr>
        </p:nvSpPr>
        <p:spPr>
          <a:xfrm>
            <a:off x="6408321" y="1003713"/>
            <a:ext cx="2151570" cy="1063473"/>
          </a:xfrm>
          <a:custGeom>
            <a:avLst/>
            <a:gdLst>
              <a:gd name="connsiteX0" fmla="*/ 0 w 2151570"/>
              <a:gd name="connsiteY0" fmla="*/ 0 h 1063473"/>
              <a:gd name="connsiteX1" fmla="*/ 2151570 w 2151570"/>
              <a:gd name="connsiteY1" fmla="*/ 0 h 1063473"/>
              <a:gd name="connsiteX2" fmla="*/ 2151570 w 2151570"/>
              <a:gd name="connsiteY2" fmla="*/ 1063473 h 1063473"/>
              <a:gd name="connsiteX3" fmla="*/ 0 w 2151570"/>
              <a:gd name="connsiteY3" fmla="*/ 1063473 h 1063473"/>
            </a:gdLst>
            <a:ahLst/>
            <a:cxnLst>
              <a:cxn ang="0">
                <a:pos x="connsiteX0" y="connsiteY0"/>
              </a:cxn>
              <a:cxn ang="0">
                <a:pos x="connsiteX1" y="connsiteY1"/>
              </a:cxn>
              <a:cxn ang="0">
                <a:pos x="connsiteX2" y="connsiteY2"/>
              </a:cxn>
              <a:cxn ang="0">
                <a:pos x="connsiteX3" y="connsiteY3"/>
              </a:cxn>
            </a:cxnLst>
            <a:rect l="l" t="t" r="r" b="b"/>
            <a:pathLst>
              <a:path w="2151570" h="1063473">
                <a:moveTo>
                  <a:pt x="0" y="0"/>
                </a:moveTo>
                <a:lnTo>
                  <a:pt x="2151570" y="0"/>
                </a:lnTo>
                <a:lnTo>
                  <a:pt x="2151570" y="1063473"/>
                </a:lnTo>
                <a:lnTo>
                  <a:pt x="0" y="1063473"/>
                </a:lnTo>
                <a:close/>
              </a:path>
            </a:pathLst>
          </a:custGeom>
        </p:spPr>
        <p:txBody>
          <a:bodyPr wrap="square">
            <a:noAutofit/>
          </a:bodyPr>
          <a:lstStyle/>
          <a:p>
            <a:endParaRPr lang="en-US"/>
          </a:p>
        </p:txBody>
      </p:sp>
      <p:sp>
        <p:nvSpPr>
          <p:cNvPr id="22" name="Picture Placeholder 21"/>
          <p:cNvSpPr>
            <a:spLocks noGrp="1"/>
          </p:cNvSpPr>
          <p:nvPr>
            <p:ph type="pic" sz="quarter" idx="13"/>
          </p:nvPr>
        </p:nvSpPr>
        <p:spPr>
          <a:xfrm>
            <a:off x="9197230" y="1003713"/>
            <a:ext cx="2151570" cy="1063473"/>
          </a:xfrm>
          <a:custGeom>
            <a:avLst/>
            <a:gdLst>
              <a:gd name="connsiteX0" fmla="*/ 0 w 2151570"/>
              <a:gd name="connsiteY0" fmla="*/ 0 h 1063473"/>
              <a:gd name="connsiteX1" fmla="*/ 2151570 w 2151570"/>
              <a:gd name="connsiteY1" fmla="*/ 0 h 1063473"/>
              <a:gd name="connsiteX2" fmla="*/ 2151570 w 2151570"/>
              <a:gd name="connsiteY2" fmla="*/ 1063473 h 1063473"/>
              <a:gd name="connsiteX3" fmla="*/ 0 w 2151570"/>
              <a:gd name="connsiteY3" fmla="*/ 1063473 h 1063473"/>
            </a:gdLst>
            <a:ahLst/>
            <a:cxnLst>
              <a:cxn ang="0">
                <a:pos x="connsiteX0" y="connsiteY0"/>
              </a:cxn>
              <a:cxn ang="0">
                <a:pos x="connsiteX1" y="connsiteY1"/>
              </a:cxn>
              <a:cxn ang="0">
                <a:pos x="connsiteX2" y="connsiteY2"/>
              </a:cxn>
              <a:cxn ang="0">
                <a:pos x="connsiteX3" y="connsiteY3"/>
              </a:cxn>
            </a:cxnLst>
            <a:rect l="l" t="t" r="r" b="b"/>
            <a:pathLst>
              <a:path w="2151570" h="1063473">
                <a:moveTo>
                  <a:pt x="0" y="0"/>
                </a:moveTo>
                <a:lnTo>
                  <a:pt x="2151570" y="0"/>
                </a:lnTo>
                <a:lnTo>
                  <a:pt x="2151570" y="1063473"/>
                </a:lnTo>
                <a:lnTo>
                  <a:pt x="0" y="1063473"/>
                </a:lnTo>
                <a:close/>
              </a:path>
            </a:pathLst>
          </a:custGeom>
        </p:spPr>
        <p:txBody>
          <a:bodyPr wrap="square">
            <a:noAutofit/>
          </a:bodyPr>
          <a:lstStyle/>
          <a:p>
            <a:endParaRPr lang="en-US"/>
          </a:p>
        </p:txBody>
      </p:sp>
      <p:sp>
        <p:nvSpPr>
          <p:cNvPr id="23" name="Picture Placeholder 22"/>
          <p:cNvSpPr>
            <a:spLocks noGrp="1"/>
          </p:cNvSpPr>
          <p:nvPr>
            <p:ph type="pic" sz="quarter" idx="14"/>
          </p:nvPr>
        </p:nvSpPr>
        <p:spPr>
          <a:xfrm>
            <a:off x="9197229" y="3880255"/>
            <a:ext cx="2151570" cy="1063473"/>
          </a:xfrm>
          <a:custGeom>
            <a:avLst/>
            <a:gdLst>
              <a:gd name="connsiteX0" fmla="*/ 0 w 2151570"/>
              <a:gd name="connsiteY0" fmla="*/ 0 h 1063473"/>
              <a:gd name="connsiteX1" fmla="*/ 2151570 w 2151570"/>
              <a:gd name="connsiteY1" fmla="*/ 0 h 1063473"/>
              <a:gd name="connsiteX2" fmla="*/ 2151570 w 2151570"/>
              <a:gd name="connsiteY2" fmla="*/ 1063473 h 1063473"/>
              <a:gd name="connsiteX3" fmla="*/ 0 w 2151570"/>
              <a:gd name="connsiteY3" fmla="*/ 1063473 h 1063473"/>
            </a:gdLst>
            <a:ahLst/>
            <a:cxnLst>
              <a:cxn ang="0">
                <a:pos x="connsiteX0" y="connsiteY0"/>
              </a:cxn>
              <a:cxn ang="0">
                <a:pos x="connsiteX1" y="connsiteY1"/>
              </a:cxn>
              <a:cxn ang="0">
                <a:pos x="connsiteX2" y="connsiteY2"/>
              </a:cxn>
              <a:cxn ang="0">
                <a:pos x="connsiteX3" y="connsiteY3"/>
              </a:cxn>
            </a:cxnLst>
            <a:rect l="l" t="t" r="r" b="b"/>
            <a:pathLst>
              <a:path w="2151570" h="1063473">
                <a:moveTo>
                  <a:pt x="0" y="0"/>
                </a:moveTo>
                <a:lnTo>
                  <a:pt x="2151570" y="0"/>
                </a:lnTo>
                <a:lnTo>
                  <a:pt x="2151570" y="1063473"/>
                </a:lnTo>
                <a:lnTo>
                  <a:pt x="0" y="1063473"/>
                </a:lnTo>
                <a:close/>
              </a:path>
            </a:pathLst>
          </a:custGeom>
        </p:spPr>
        <p:txBody>
          <a:bodyPr wrap="square">
            <a:noAutofit/>
          </a:bodyPr>
          <a:lstStyle/>
          <a:p>
            <a:endParaRPr lang="en-US"/>
          </a:p>
        </p:txBody>
      </p:sp>
      <p:sp>
        <p:nvSpPr>
          <p:cNvPr id="24" name="Picture Placeholder 23"/>
          <p:cNvSpPr>
            <a:spLocks noGrp="1"/>
          </p:cNvSpPr>
          <p:nvPr>
            <p:ph type="pic" sz="quarter" idx="15"/>
          </p:nvPr>
        </p:nvSpPr>
        <p:spPr>
          <a:xfrm>
            <a:off x="6408320" y="3880255"/>
            <a:ext cx="2151570" cy="1063473"/>
          </a:xfrm>
          <a:custGeom>
            <a:avLst/>
            <a:gdLst>
              <a:gd name="connsiteX0" fmla="*/ 0 w 2151570"/>
              <a:gd name="connsiteY0" fmla="*/ 0 h 1063473"/>
              <a:gd name="connsiteX1" fmla="*/ 2151570 w 2151570"/>
              <a:gd name="connsiteY1" fmla="*/ 0 h 1063473"/>
              <a:gd name="connsiteX2" fmla="*/ 2151570 w 2151570"/>
              <a:gd name="connsiteY2" fmla="*/ 1063473 h 1063473"/>
              <a:gd name="connsiteX3" fmla="*/ 0 w 2151570"/>
              <a:gd name="connsiteY3" fmla="*/ 1063473 h 1063473"/>
            </a:gdLst>
            <a:ahLst/>
            <a:cxnLst>
              <a:cxn ang="0">
                <a:pos x="connsiteX0" y="connsiteY0"/>
              </a:cxn>
              <a:cxn ang="0">
                <a:pos x="connsiteX1" y="connsiteY1"/>
              </a:cxn>
              <a:cxn ang="0">
                <a:pos x="connsiteX2" y="connsiteY2"/>
              </a:cxn>
              <a:cxn ang="0">
                <a:pos x="connsiteX3" y="connsiteY3"/>
              </a:cxn>
            </a:cxnLst>
            <a:rect l="l" t="t" r="r" b="b"/>
            <a:pathLst>
              <a:path w="2151570" h="1063473">
                <a:moveTo>
                  <a:pt x="0" y="0"/>
                </a:moveTo>
                <a:lnTo>
                  <a:pt x="2151570" y="0"/>
                </a:lnTo>
                <a:lnTo>
                  <a:pt x="2151570" y="1063473"/>
                </a:lnTo>
                <a:lnTo>
                  <a:pt x="0" y="1063473"/>
                </a:lnTo>
                <a:close/>
              </a:path>
            </a:pathLst>
          </a:custGeom>
        </p:spPr>
        <p:txBody>
          <a:bodyPr wrap="square">
            <a:noAutofit/>
          </a:bodyPr>
          <a:lstStyle/>
          <a:p>
            <a:endParaRPr lang="en-US"/>
          </a:p>
        </p:txBody>
      </p:sp>
      <p:sp>
        <p:nvSpPr>
          <p:cNvPr id="25" name="Picture Placeholder 24"/>
          <p:cNvSpPr>
            <a:spLocks noGrp="1"/>
          </p:cNvSpPr>
          <p:nvPr>
            <p:ph type="pic" sz="quarter" idx="16"/>
          </p:nvPr>
        </p:nvSpPr>
        <p:spPr>
          <a:xfrm>
            <a:off x="3619409" y="3880253"/>
            <a:ext cx="2151570" cy="1063473"/>
          </a:xfrm>
          <a:custGeom>
            <a:avLst/>
            <a:gdLst>
              <a:gd name="connsiteX0" fmla="*/ 0 w 2151570"/>
              <a:gd name="connsiteY0" fmla="*/ 0 h 1063473"/>
              <a:gd name="connsiteX1" fmla="*/ 2151570 w 2151570"/>
              <a:gd name="connsiteY1" fmla="*/ 0 h 1063473"/>
              <a:gd name="connsiteX2" fmla="*/ 2151570 w 2151570"/>
              <a:gd name="connsiteY2" fmla="*/ 1063473 h 1063473"/>
              <a:gd name="connsiteX3" fmla="*/ 0 w 2151570"/>
              <a:gd name="connsiteY3" fmla="*/ 1063473 h 1063473"/>
            </a:gdLst>
            <a:ahLst/>
            <a:cxnLst>
              <a:cxn ang="0">
                <a:pos x="connsiteX0" y="connsiteY0"/>
              </a:cxn>
              <a:cxn ang="0">
                <a:pos x="connsiteX1" y="connsiteY1"/>
              </a:cxn>
              <a:cxn ang="0">
                <a:pos x="connsiteX2" y="connsiteY2"/>
              </a:cxn>
              <a:cxn ang="0">
                <a:pos x="connsiteX3" y="connsiteY3"/>
              </a:cxn>
            </a:cxnLst>
            <a:rect l="l" t="t" r="r" b="b"/>
            <a:pathLst>
              <a:path w="2151570" h="1063473">
                <a:moveTo>
                  <a:pt x="0" y="0"/>
                </a:moveTo>
                <a:lnTo>
                  <a:pt x="2151570" y="0"/>
                </a:lnTo>
                <a:lnTo>
                  <a:pt x="2151570" y="1063473"/>
                </a:lnTo>
                <a:lnTo>
                  <a:pt x="0" y="1063473"/>
                </a:lnTo>
                <a:close/>
              </a:path>
            </a:pathLst>
          </a:custGeom>
        </p:spPr>
        <p:txBody>
          <a:bodyPr wrap="square">
            <a:noAutofit/>
          </a:bodyPr>
          <a:lstStyle/>
          <a:p>
            <a:endParaRPr lang="en-US"/>
          </a:p>
        </p:txBody>
      </p:sp>
      <p:sp>
        <p:nvSpPr>
          <p:cNvPr id="26" name="Picture Placeholder 25"/>
          <p:cNvSpPr>
            <a:spLocks noGrp="1"/>
          </p:cNvSpPr>
          <p:nvPr>
            <p:ph type="pic" sz="quarter" idx="17"/>
          </p:nvPr>
        </p:nvSpPr>
        <p:spPr>
          <a:xfrm>
            <a:off x="830501" y="3880254"/>
            <a:ext cx="2151570" cy="1063473"/>
          </a:xfrm>
          <a:custGeom>
            <a:avLst/>
            <a:gdLst>
              <a:gd name="connsiteX0" fmla="*/ 0 w 2151570"/>
              <a:gd name="connsiteY0" fmla="*/ 0 h 1063473"/>
              <a:gd name="connsiteX1" fmla="*/ 2151570 w 2151570"/>
              <a:gd name="connsiteY1" fmla="*/ 0 h 1063473"/>
              <a:gd name="connsiteX2" fmla="*/ 2151570 w 2151570"/>
              <a:gd name="connsiteY2" fmla="*/ 1063473 h 1063473"/>
              <a:gd name="connsiteX3" fmla="*/ 0 w 2151570"/>
              <a:gd name="connsiteY3" fmla="*/ 1063473 h 1063473"/>
            </a:gdLst>
            <a:ahLst/>
            <a:cxnLst>
              <a:cxn ang="0">
                <a:pos x="connsiteX0" y="connsiteY0"/>
              </a:cxn>
              <a:cxn ang="0">
                <a:pos x="connsiteX1" y="connsiteY1"/>
              </a:cxn>
              <a:cxn ang="0">
                <a:pos x="connsiteX2" y="connsiteY2"/>
              </a:cxn>
              <a:cxn ang="0">
                <a:pos x="connsiteX3" y="connsiteY3"/>
              </a:cxn>
            </a:cxnLst>
            <a:rect l="l" t="t" r="r" b="b"/>
            <a:pathLst>
              <a:path w="2151570" h="1063473">
                <a:moveTo>
                  <a:pt x="0" y="0"/>
                </a:moveTo>
                <a:lnTo>
                  <a:pt x="2151570" y="0"/>
                </a:lnTo>
                <a:lnTo>
                  <a:pt x="2151570" y="1063473"/>
                </a:lnTo>
                <a:lnTo>
                  <a:pt x="0" y="1063473"/>
                </a:lnTo>
                <a:close/>
              </a:path>
            </a:pathLst>
          </a:custGeom>
        </p:spPr>
        <p:txBody>
          <a:bodyPr wrap="square">
            <a:noAutofit/>
          </a:bodyPr>
          <a:lstStyle/>
          <a:p>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7_Blank">
    <p:bg>
      <p:bgPr>
        <a:solidFill>
          <a:schemeClr val="bg1"/>
        </a:solid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0" hasCustomPrompt="1"/>
          </p:nvPr>
        </p:nvSpPr>
        <p:spPr>
          <a:xfrm>
            <a:off x="1393674" y="4538992"/>
            <a:ext cx="668806" cy="668806"/>
          </a:xfrm>
          <a:custGeom>
            <a:avLst/>
            <a:gdLst>
              <a:gd name="connsiteX0" fmla="*/ 334403 w 668806"/>
              <a:gd name="connsiteY0" fmla="*/ 0 h 668806"/>
              <a:gd name="connsiteX1" fmla="*/ 668806 w 668806"/>
              <a:gd name="connsiteY1" fmla="*/ 334403 h 668806"/>
              <a:gd name="connsiteX2" fmla="*/ 334403 w 668806"/>
              <a:gd name="connsiteY2" fmla="*/ 668806 h 668806"/>
              <a:gd name="connsiteX3" fmla="*/ 0 w 668806"/>
              <a:gd name="connsiteY3" fmla="*/ 334403 h 668806"/>
              <a:gd name="connsiteX4" fmla="*/ 334403 w 668806"/>
              <a:gd name="connsiteY4" fmla="*/ 0 h 66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806" h="668806">
                <a:moveTo>
                  <a:pt x="334403" y="0"/>
                </a:moveTo>
                <a:cubicBezTo>
                  <a:pt x="519089" y="0"/>
                  <a:pt x="668806" y="149717"/>
                  <a:pt x="668806" y="334403"/>
                </a:cubicBezTo>
                <a:cubicBezTo>
                  <a:pt x="668806" y="519089"/>
                  <a:pt x="519089" y="668806"/>
                  <a:pt x="334403" y="668806"/>
                </a:cubicBezTo>
                <a:cubicBezTo>
                  <a:pt x="149717" y="668806"/>
                  <a:pt x="0" y="519089"/>
                  <a:pt x="0" y="334403"/>
                </a:cubicBezTo>
                <a:cubicBezTo>
                  <a:pt x="0" y="149717"/>
                  <a:pt x="149717" y="0"/>
                  <a:pt x="334403" y="0"/>
                </a:cubicBezTo>
                <a:close/>
              </a:path>
            </a:pathLst>
          </a:custGeom>
        </p:spPr>
        <p:txBody>
          <a:bodyPr wrap="square">
            <a:noAutofit/>
          </a:bodyPr>
          <a:lstStyle/>
          <a:p>
            <a:r>
              <a:rPr lang="en-US" dirty="0"/>
              <a:t> </a:t>
            </a:r>
          </a:p>
        </p:txBody>
      </p:sp>
      <p:sp>
        <p:nvSpPr>
          <p:cNvPr id="11" name="Picture Placeholder 10"/>
          <p:cNvSpPr>
            <a:spLocks noGrp="1"/>
          </p:cNvSpPr>
          <p:nvPr>
            <p:ph type="pic" sz="quarter" idx="11" hasCustomPrompt="1"/>
          </p:nvPr>
        </p:nvSpPr>
        <p:spPr>
          <a:xfrm>
            <a:off x="1393674" y="5546509"/>
            <a:ext cx="668806" cy="668806"/>
          </a:xfrm>
          <a:custGeom>
            <a:avLst/>
            <a:gdLst>
              <a:gd name="connsiteX0" fmla="*/ 334403 w 668806"/>
              <a:gd name="connsiteY0" fmla="*/ 0 h 668806"/>
              <a:gd name="connsiteX1" fmla="*/ 668806 w 668806"/>
              <a:gd name="connsiteY1" fmla="*/ 334403 h 668806"/>
              <a:gd name="connsiteX2" fmla="*/ 334403 w 668806"/>
              <a:gd name="connsiteY2" fmla="*/ 668806 h 668806"/>
              <a:gd name="connsiteX3" fmla="*/ 0 w 668806"/>
              <a:gd name="connsiteY3" fmla="*/ 334403 h 668806"/>
              <a:gd name="connsiteX4" fmla="*/ 334403 w 668806"/>
              <a:gd name="connsiteY4" fmla="*/ 0 h 66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806" h="668806">
                <a:moveTo>
                  <a:pt x="334403" y="0"/>
                </a:moveTo>
                <a:cubicBezTo>
                  <a:pt x="519089" y="0"/>
                  <a:pt x="668806" y="149717"/>
                  <a:pt x="668806" y="334403"/>
                </a:cubicBezTo>
                <a:cubicBezTo>
                  <a:pt x="668806" y="519089"/>
                  <a:pt x="519089" y="668806"/>
                  <a:pt x="334403" y="668806"/>
                </a:cubicBezTo>
                <a:cubicBezTo>
                  <a:pt x="149717" y="668806"/>
                  <a:pt x="0" y="519089"/>
                  <a:pt x="0" y="334403"/>
                </a:cubicBezTo>
                <a:cubicBezTo>
                  <a:pt x="0" y="149717"/>
                  <a:pt x="149717" y="0"/>
                  <a:pt x="334403" y="0"/>
                </a:cubicBezTo>
                <a:close/>
              </a:path>
            </a:pathLst>
          </a:custGeom>
        </p:spPr>
        <p:txBody>
          <a:bodyPr wrap="square">
            <a:noAutofit/>
          </a:bodyPr>
          <a:lstStyle/>
          <a:p>
            <a:r>
              <a:rPr lang="en-US" dirty="0"/>
              <a:t> </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Q1">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Q4">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13" name="Picture Placeholder 12"/>
          <p:cNvSpPr>
            <a:spLocks noGrp="1"/>
          </p:cNvSpPr>
          <p:nvPr>
            <p:ph type="pic" sz="quarter" idx="10" hasCustomPrompt="1"/>
          </p:nvPr>
        </p:nvSpPr>
        <p:spPr>
          <a:xfrm>
            <a:off x="843280" y="3778841"/>
            <a:ext cx="564112" cy="564112"/>
          </a:xfrm>
          <a:custGeom>
            <a:avLst/>
            <a:gdLst>
              <a:gd name="connsiteX0" fmla="*/ 282056 w 564112"/>
              <a:gd name="connsiteY0" fmla="*/ 0 h 564112"/>
              <a:gd name="connsiteX1" fmla="*/ 564112 w 564112"/>
              <a:gd name="connsiteY1" fmla="*/ 282056 h 564112"/>
              <a:gd name="connsiteX2" fmla="*/ 282056 w 564112"/>
              <a:gd name="connsiteY2" fmla="*/ 564112 h 564112"/>
              <a:gd name="connsiteX3" fmla="*/ 0 w 564112"/>
              <a:gd name="connsiteY3" fmla="*/ 282056 h 564112"/>
              <a:gd name="connsiteX4" fmla="*/ 282056 w 564112"/>
              <a:gd name="connsiteY4" fmla="*/ 0 h 56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112" h="564112">
                <a:moveTo>
                  <a:pt x="282056" y="0"/>
                </a:moveTo>
                <a:cubicBezTo>
                  <a:pt x="437831" y="0"/>
                  <a:pt x="564112" y="126281"/>
                  <a:pt x="564112" y="282056"/>
                </a:cubicBezTo>
                <a:cubicBezTo>
                  <a:pt x="564112" y="437831"/>
                  <a:pt x="437831" y="564112"/>
                  <a:pt x="282056" y="564112"/>
                </a:cubicBezTo>
                <a:cubicBezTo>
                  <a:pt x="126281" y="564112"/>
                  <a:pt x="0" y="437831"/>
                  <a:pt x="0" y="282056"/>
                </a:cubicBezTo>
                <a:cubicBezTo>
                  <a:pt x="0" y="126281"/>
                  <a:pt x="126281" y="0"/>
                  <a:pt x="282056" y="0"/>
                </a:cubicBezTo>
                <a:close/>
              </a:path>
            </a:pathLst>
          </a:custGeom>
        </p:spPr>
        <p:txBody>
          <a:bodyPr wrap="square">
            <a:noAutofit/>
          </a:bodyPr>
          <a:lstStyle/>
          <a:p>
            <a:r>
              <a:rPr lang="en-US" dirty="0"/>
              <a:t> </a:t>
            </a:r>
          </a:p>
        </p:txBody>
      </p:sp>
      <p:sp>
        <p:nvSpPr>
          <p:cNvPr id="14" name="Picture Placeholder 13"/>
          <p:cNvSpPr>
            <a:spLocks noGrp="1"/>
          </p:cNvSpPr>
          <p:nvPr>
            <p:ph type="pic" sz="quarter" idx="11" hasCustomPrompt="1"/>
          </p:nvPr>
        </p:nvSpPr>
        <p:spPr>
          <a:xfrm>
            <a:off x="519925" y="4654827"/>
            <a:ext cx="564112" cy="564112"/>
          </a:xfrm>
          <a:custGeom>
            <a:avLst/>
            <a:gdLst>
              <a:gd name="connsiteX0" fmla="*/ 282056 w 564112"/>
              <a:gd name="connsiteY0" fmla="*/ 0 h 564112"/>
              <a:gd name="connsiteX1" fmla="*/ 564112 w 564112"/>
              <a:gd name="connsiteY1" fmla="*/ 282056 h 564112"/>
              <a:gd name="connsiteX2" fmla="*/ 282056 w 564112"/>
              <a:gd name="connsiteY2" fmla="*/ 564112 h 564112"/>
              <a:gd name="connsiteX3" fmla="*/ 0 w 564112"/>
              <a:gd name="connsiteY3" fmla="*/ 282056 h 564112"/>
              <a:gd name="connsiteX4" fmla="*/ 282056 w 564112"/>
              <a:gd name="connsiteY4" fmla="*/ 0 h 56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112" h="564112">
                <a:moveTo>
                  <a:pt x="282056" y="0"/>
                </a:moveTo>
                <a:cubicBezTo>
                  <a:pt x="437831" y="0"/>
                  <a:pt x="564112" y="126281"/>
                  <a:pt x="564112" y="282056"/>
                </a:cubicBezTo>
                <a:cubicBezTo>
                  <a:pt x="564112" y="437831"/>
                  <a:pt x="437831" y="564112"/>
                  <a:pt x="282056" y="564112"/>
                </a:cubicBezTo>
                <a:cubicBezTo>
                  <a:pt x="126281" y="564112"/>
                  <a:pt x="0" y="437831"/>
                  <a:pt x="0" y="282056"/>
                </a:cubicBezTo>
                <a:cubicBezTo>
                  <a:pt x="0" y="126281"/>
                  <a:pt x="126281" y="0"/>
                  <a:pt x="282056" y="0"/>
                </a:cubicBezTo>
                <a:close/>
              </a:path>
            </a:pathLst>
          </a:custGeom>
        </p:spPr>
        <p:txBody>
          <a:bodyPr wrap="square">
            <a:noAutofit/>
          </a:bodyPr>
          <a:lstStyle/>
          <a:p>
            <a:r>
              <a:rPr lang="en-US" dirty="0"/>
              <a:t> </a:t>
            </a:r>
          </a:p>
        </p:txBody>
      </p:sp>
      <p:sp>
        <p:nvSpPr>
          <p:cNvPr id="15" name="Picture Placeholder 14"/>
          <p:cNvSpPr>
            <a:spLocks noGrp="1"/>
          </p:cNvSpPr>
          <p:nvPr>
            <p:ph type="pic" sz="quarter" idx="12" hasCustomPrompt="1"/>
          </p:nvPr>
        </p:nvSpPr>
        <p:spPr>
          <a:xfrm>
            <a:off x="843279" y="5624186"/>
            <a:ext cx="564112" cy="564112"/>
          </a:xfrm>
          <a:custGeom>
            <a:avLst/>
            <a:gdLst>
              <a:gd name="connsiteX0" fmla="*/ 282056 w 564112"/>
              <a:gd name="connsiteY0" fmla="*/ 0 h 564112"/>
              <a:gd name="connsiteX1" fmla="*/ 564112 w 564112"/>
              <a:gd name="connsiteY1" fmla="*/ 282056 h 564112"/>
              <a:gd name="connsiteX2" fmla="*/ 282056 w 564112"/>
              <a:gd name="connsiteY2" fmla="*/ 564112 h 564112"/>
              <a:gd name="connsiteX3" fmla="*/ 0 w 564112"/>
              <a:gd name="connsiteY3" fmla="*/ 282056 h 564112"/>
              <a:gd name="connsiteX4" fmla="*/ 282056 w 564112"/>
              <a:gd name="connsiteY4" fmla="*/ 0 h 56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112" h="564112">
                <a:moveTo>
                  <a:pt x="282056" y="0"/>
                </a:moveTo>
                <a:cubicBezTo>
                  <a:pt x="437831" y="0"/>
                  <a:pt x="564112" y="126281"/>
                  <a:pt x="564112" y="282056"/>
                </a:cubicBezTo>
                <a:cubicBezTo>
                  <a:pt x="564112" y="437831"/>
                  <a:pt x="437831" y="564112"/>
                  <a:pt x="282056" y="564112"/>
                </a:cubicBezTo>
                <a:cubicBezTo>
                  <a:pt x="126281" y="564112"/>
                  <a:pt x="0" y="437831"/>
                  <a:pt x="0" y="282056"/>
                </a:cubicBezTo>
                <a:cubicBezTo>
                  <a:pt x="0" y="126281"/>
                  <a:pt x="126281" y="0"/>
                  <a:pt x="282056" y="0"/>
                </a:cubicBezTo>
                <a:close/>
              </a:path>
            </a:pathLst>
          </a:custGeom>
        </p:spPr>
        <p:txBody>
          <a:bodyPr wrap="square">
            <a:noAutofit/>
          </a:bodyPr>
          <a:lstStyle/>
          <a:p>
            <a:r>
              <a:rPr lang="en-US" dirty="0"/>
              <a:t> </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Q1">
    <p:bg>
      <p:bgPr>
        <a:solidFill>
          <a:schemeClr val="bg1"/>
        </a:solidFill>
        <a:effectLst/>
      </p:bgPr>
    </p:bg>
    <p:spTree>
      <p:nvGrpSpPr>
        <p:cNvPr id="1" name=""/>
        <p:cNvGrpSpPr/>
        <p:nvPr/>
      </p:nvGrpSpPr>
      <p:grpSpPr>
        <a:xfrm>
          <a:off x="0" y="0"/>
          <a:ext cx="0" cy="0"/>
          <a:chOff x="0" y="0"/>
          <a:chExt cx="0" cy="0"/>
        </a:xfrm>
      </p:grpSpPr>
      <p:sp>
        <p:nvSpPr>
          <p:cNvPr id="8" name="Picture Placeholder 7"/>
          <p:cNvSpPr>
            <a:spLocks noGrp="1"/>
          </p:cNvSpPr>
          <p:nvPr>
            <p:ph type="pic" sz="quarter" idx="10" hasCustomPrompt="1"/>
          </p:nvPr>
        </p:nvSpPr>
        <p:spPr>
          <a:xfrm>
            <a:off x="715622" y="1471123"/>
            <a:ext cx="1122612" cy="1122612"/>
          </a:xfrm>
          <a:custGeom>
            <a:avLst/>
            <a:gdLst>
              <a:gd name="connsiteX0" fmla="*/ 561306 w 1122612"/>
              <a:gd name="connsiteY0" fmla="*/ 0 h 1122612"/>
              <a:gd name="connsiteX1" fmla="*/ 1122612 w 1122612"/>
              <a:gd name="connsiteY1" fmla="*/ 561306 h 1122612"/>
              <a:gd name="connsiteX2" fmla="*/ 561306 w 1122612"/>
              <a:gd name="connsiteY2" fmla="*/ 1122612 h 1122612"/>
              <a:gd name="connsiteX3" fmla="*/ 0 w 1122612"/>
              <a:gd name="connsiteY3" fmla="*/ 561306 h 1122612"/>
              <a:gd name="connsiteX4" fmla="*/ 561306 w 1122612"/>
              <a:gd name="connsiteY4" fmla="*/ 0 h 1122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2612" h="1122612">
                <a:moveTo>
                  <a:pt x="561306" y="0"/>
                </a:moveTo>
                <a:cubicBezTo>
                  <a:pt x="871307" y="0"/>
                  <a:pt x="1122612" y="251305"/>
                  <a:pt x="1122612" y="561306"/>
                </a:cubicBezTo>
                <a:cubicBezTo>
                  <a:pt x="1122612" y="871307"/>
                  <a:pt x="871307" y="1122612"/>
                  <a:pt x="561306" y="1122612"/>
                </a:cubicBezTo>
                <a:cubicBezTo>
                  <a:pt x="251305" y="1122612"/>
                  <a:pt x="0" y="871307"/>
                  <a:pt x="0" y="561306"/>
                </a:cubicBezTo>
                <a:cubicBezTo>
                  <a:pt x="0" y="251305"/>
                  <a:pt x="251305" y="0"/>
                  <a:pt x="561306" y="0"/>
                </a:cubicBezTo>
                <a:close/>
              </a:path>
            </a:pathLst>
          </a:custGeom>
          <a:ln w="31750">
            <a:solidFill>
              <a:schemeClr val="bg1">
                <a:alpha val="40000"/>
              </a:schemeClr>
            </a:solidFill>
          </a:ln>
        </p:spPr>
        <p:txBody>
          <a:bodyPr wrap="square">
            <a:noAutofit/>
          </a:bodyPr>
          <a:lstStyle/>
          <a:p>
            <a:r>
              <a:rPr lang="en-US" dirty="0"/>
              <a:t> </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Slide 6">
    <p:spTree>
      <p:nvGrpSpPr>
        <p:cNvPr id="1" name=""/>
        <p:cNvGrpSpPr/>
        <p:nvPr/>
      </p:nvGrpSpPr>
      <p:grpSpPr>
        <a:xfrm>
          <a:off x="0" y="0"/>
          <a:ext cx="0" cy="0"/>
          <a:chOff x="0" y="0"/>
          <a:chExt cx="0" cy="0"/>
        </a:xfrm>
      </p:grpSpPr>
      <p:sp>
        <p:nvSpPr>
          <p:cNvPr id="26" name="Picture Placeholder 25"/>
          <p:cNvSpPr>
            <a:spLocks noGrp="1"/>
          </p:cNvSpPr>
          <p:nvPr>
            <p:ph type="pic" sz="quarter" idx="12" hasCustomPrompt="1"/>
          </p:nvPr>
        </p:nvSpPr>
        <p:spPr>
          <a:xfrm>
            <a:off x="665216" y="1706312"/>
            <a:ext cx="580225" cy="580225"/>
          </a:xfrm>
          <a:custGeom>
            <a:avLst/>
            <a:gdLst>
              <a:gd name="connsiteX0" fmla="*/ 96706 w 580225"/>
              <a:gd name="connsiteY0" fmla="*/ 0 h 580225"/>
              <a:gd name="connsiteX1" fmla="*/ 483519 w 580225"/>
              <a:gd name="connsiteY1" fmla="*/ 0 h 580225"/>
              <a:gd name="connsiteX2" fmla="*/ 580225 w 580225"/>
              <a:gd name="connsiteY2" fmla="*/ 96706 h 580225"/>
              <a:gd name="connsiteX3" fmla="*/ 580225 w 580225"/>
              <a:gd name="connsiteY3" fmla="*/ 483519 h 580225"/>
              <a:gd name="connsiteX4" fmla="*/ 483519 w 580225"/>
              <a:gd name="connsiteY4" fmla="*/ 580225 h 580225"/>
              <a:gd name="connsiteX5" fmla="*/ 96706 w 580225"/>
              <a:gd name="connsiteY5" fmla="*/ 580225 h 580225"/>
              <a:gd name="connsiteX6" fmla="*/ 0 w 580225"/>
              <a:gd name="connsiteY6" fmla="*/ 483519 h 580225"/>
              <a:gd name="connsiteX7" fmla="*/ 0 w 580225"/>
              <a:gd name="connsiteY7" fmla="*/ 96706 h 580225"/>
              <a:gd name="connsiteX8" fmla="*/ 96706 w 580225"/>
              <a:gd name="connsiteY8" fmla="*/ 0 h 58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225" h="580225">
                <a:moveTo>
                  <a:pt x="96706" y="0"/>
                </a:moveTo>
                <a:lnTo>
                  <a:pt x="483519" y="0"/>
                </a:lnTo>
                <a:cubicBezTo>
                  <a:pt x="536928" y="0"/>
                  <a:pt x="580225" y="43297"/>
                  <a:pt x="580225" y="96706"/>
                </a:cubicBezTo>
                <a:lnTo>
                  <a:pt x="580225" y="483519"/>
                </a:lnTo>
                <a:cubicBezTo>
                  <a:pt x="580225" y="536928"/>
                  <a:pt x="536928" y="580225"/>
                  <a:pt x="483519" y="580225"/>
                </a:cubicBezTo>
                <a:lnTo>
                  <a:pt x="96706" y="580225"/>
                </a:lnTo>
                <a:cubicBezTo>
                  <a:pt x="43297" y="580225"/>
                  <a:pt x="0" y="536928"/>
                  <a:pt x="0" y="483519"/>
                </a:cubicBezTo>
                <a:lnTo>
                  <a:pt x="0" y="96706"/>
                </a:lnTo>
                <a:cubicBezTo>
                  <a:pt x="0" y="43297"/>
                  <a:pt x="43297" y="0"/>
                  <a:pt x="96706" y="0"/>
                </a:cubicBezTo>
                <a:close/>
              </a:path>
            </a:pathLst>
          </a:custGeom>
          <a:solidFill>
            <a:schemeClr val="bg1">
              <a:lumMod val="95000"/>
            </a:schemeClr>
          </a:solidFill>
        </p:spPr>
        <p:txBody>
          <a:bodyPr wrap="square">
            <a:noAutofit/>
          </a:bodyPr>
          <a:lstStyle>
            <a:lvl1pPr marL="0" indent="0" rtl="0">
              <a:buNone/>
              <a:defRPr sz="1000"/>
            </a:lvl1pPr>
          </a:lstStyle>
          <a:p>
            <a:r>
              <a:rPr lang="en-US"/>
              <a:t>Image</a:t>
            </a:r>
          </a:p>
        </p:txBody>
      </p:sp>
      <p:sp>
        <p:nvSpPr>
          <p:cNvPr id="27" name="Picture Placeholder 26"/>
          <p:cNvSpPr>
            <a:spLocks noGrp="1"/>
          </p:cNvSpPr>
          <p:nvPr userDrawn="1">
            <p:ph type="pic" sz="quarter" idx="13" hasCustomPrompt="1"/>
          </p:nvPr>
        </p:nvSpPr>
        <p:spPr>
          <a:xfrm>
            <a:off x="665216" y="2629022"/>
            <a:ext cx="580225" cy="580225"/>
          </a:xfrm>
          <a:custGeom>
            <a:avLst/>
            <a:gdLst>
              <a:gd name="connsiteX0" fmla="*/ 96706 w 580225"/>
              <a:gd name="connsiteY0" fmla="*/ 0 h 580225"/>
              <a:gd name="connsiteX1" fmla="*/ 483519 w 580225"/>
              <a:gd name="connsiteY1" fmla="*/ 0 h 580225"/>
              <a:gd name="connsiteX2" fmla="*/ 580225 w 580225"/>
              <a:gd name="connsiteY2" fmla="*/ 96706 h 580225"/>
              <a:gd name="connsiteX3" fmla="*/ 580225 w 580225"/>
              <a:gd name="connsiteY3" fmla="*/ 483519 h 580225"/>
              <a:gd name="connsiteX4" fmla="*/ 483519 w 580225"/>
              <a:gd name="connsiteY4" fmla="*/ 580225 h 580225"/>
              <a:gd name="connsiteX5" fmla="*/ 96706 w 580225"/>
              <a:gd name="connsiteY5" fmla="*/ 580225 h 580225"/>
              <a:gd name="connsiteX6" fmla="*/ 0 w 580225"/>
              <a:gd name="connsiteY6" fmla="*/ 483519 h 580225"/>
              <a:gd name="connsiteX7" fmla="*/ 0 w 580225"/>
              <a:gd name="connsiteY7" fmla="*/ 96706 h 580225"/>
              <a:gd name="connsiteX8" fmla="*/ 96706 w 580225"/>
              <a:gd name="connsiteY8" fmla="*/ 0 h 58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225" h="580225">
                <a:moveTo>
                  <a:pt x="96706" y="0"/>
                </a:moveTo>
                <a:lnTo>
                  <a:pt x="483519" y="0"/>
                </a:lnTo>
                <a:cubicBezTo>
                  <a:pt x="536928" y="0"/>
                  <a:pt x="580225" y="43297"/>
                  <a:pt x="580225" y="96706"/>
                </a:cubicBezTo>
                <a:lnTo>
                  <a:pt x="580225" y="483519"/>
                </a:lnTo>
                <a:cubicBezTo>
                  <a:pt x="580225" y="536928"/>
                  <a:pt x="536928" y="580225"/>
                  <a:pt x="483519" y="580225"/>
                </a:cubicBezTo>
                <a:lnTo>
                  <a:pt x="96706" y="580225"/>
                </a:lnTo>
                <a:cubicBezTo>
                  <a:pt x="43297" y="580225"/>
                  <a:pt x="0" y="536928"/>
                  <a:pt x="0" y="483519"/>
                </a:cubicBezTo>
                <a:lnTo>
                  <a:pt x="0" y="96706"/>
                </a:lnTo>
                <a:cubicBezTo>
                  <a:pt x="0" y="43297"/>
                  <a:pt x="43297" y="0"/>
                  <a:pt x="96706" y="0"/>
                </a:cubicBezTo>
                <a:close/>
              </a:path>
            </a:pathLst>
          </a:custGeom>
          <a:solidFill>
            <a:schemeClr val="bg1">
              <a:lumMod val="95000"/>
            </a:schemeClr>
          </a:solidFill>
        </p:spPr>
        <p:txBody>
          <a:bodyPr wrap="square">
            <a:noAutofit/>
          </a:bodyPr>
          <a:lstStyle>
            <a:lvl1pPr marL="0" indent="0" rtl="0">
              <a:buNone/>
              <a:defRPr sz="1000"/>
            </a:lvl1pPr>
          </a:lstStyle>
          <a:p>
            <a:r>
              <a:rPr lang="en-US"/>
              <a:t>Image</a:t>
            </a:r>
          </a:p>
        </p:txBody>
      </p:sp>
      <p:sp>
        <p:nvSpPr>
          <p:cNvPr id="28" name="Picture Placeholder 27"/>
          <p:cNvSpPr>
            <a:spLocks noGrp="1"/>
          </p:cNvSpPr>
          <p:nvPr userDrawn="1">
            <p:ph type="pic" sz="quarter" idx="14" hasCustomPrompt="1"/>
          </p:nvPr>
        </p:nvSpPr>
        <p:spPr>
          <a:xfrm>
            <a:off x="665216" y="3551731"/>
            <a:ext cx="580225" cy="580225"/>
          </a:xfrm>
          <a:custGeom>
            <a:avLst/>
            <a:gdLst>
              <a:gd name="connsiteX0" fmla="*/ 96706 w 580225"/>
              <a:gd name="connsiteY0" fmla="*/ 0 h 580225"/>
              <a:gd name="connsiteX1" fmla="*/ 483519 w 580225"/>
              <a:gd name="connsiteY1" fmla="*/ 0 h 580225"/>
              <a:gd name="connsiteX2" fmla="*/ 580225 w 580225"/>
              <a:gd name="connsiteY2" fmla="*/ 96706 h 580225"/>
              <a:gd name="connsiteX3" fmla="*/ 580225 w 580225"/>
              <a:gd name="connsiteY3" fmla="*/ 483519 h 580225"/>
              <a:gd name="connsiteX4" fmla="*/ 483519 w 580225"/>
              <a:gd name="connsiteY4" fmla="*/ 580225 h 580225"/>
              <a:gd name="connsiteX5" fmla="*/ 96706 w 580225"/>
              <a:gd name="connsiteY5" fmla="*/ 580225 h 580225"/>
              <a:gd name="connsiteX6" fmla="*/ 0 w 580225"/>
              <a:gd name="connsiteY6" fmla="*/ 483519 h 580225"/>
              <a:gd name="connsiteX7" fmla="*/ 0 w 580225"/>
              <a:gd name="connsiteY7" fmla="*/ 96706 h 580225"/>
              <a:gd name="connsiteX8" fmla="*/ 96706 w 580225"/>
              <a:gd name="connsiteY8" fmla="*/ 0 h 58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225" h="580225">
                <a:moveTo>
                  <a:pt x="96706" y="0"/>
                </a:moveTo>
                <a:lnTo>
                  <a:pt x="483519" y="0"/>
                </a:lnTo>
                <a:cubicBezTo>
                  <a:pt x="536928" y="0"/>
                  <a:pt x="580225" y="43297"/>
                  <a:pt x="580225" y="96706"/>
                </a:cubicBezTo>
                <a:lnTo>
                  <a:pt x="580225" y="483519"/>
                </a:lnTo>
                <a:cubicBezTo>
                  <a:pt x="580225" y="536928"/>
                  <a:pt x="536928" y="580225"/>
                  <a:pt x="483519" y="580225"/>
                </a:cubicBezTo>
                <a:lnTo>
                  <a:pt x="96706" y="580225"/>
                </a:lnTo>
                <a:cubicBezTo>
                  <a:pt x="43297" y="580225"/>
                  <a:pt x="0" y="536928"/>
                  <a:pt x="0" y="483519"/>
                </a:cubicBezTo>
                <a:lnTo>
                  <a:pt x="0" y="96706"/>
                </a:lnTo>
                <a:cubicBezTo>
                  <a:pt x="0" y="43297"/>
                  <a:pt x="43297" y="0"/>
                  <a:pt x="96706" y="0"/>
                </a:cubicBezTo>
                <a:close/>
              </a:path>
            </a:pathLst>
          </a:custGeom>
          <a:solidFill>
            <a:schemeClr val="bg1">
              <a:lumMod val="95000"/>
            </a:schemeClr>
          </a:solidFill>
        </p:spPr>
        <p:txBody>
          <a:bodyPr wrap="square">
            <a:noAutofit/>
          </a:bodyPr>
          <a:lstStyle>
            <a:lvl1pPr marL="0" indent="0" rtl="0">
              <a:buNone/>
              <a:defRPr sz="1000"/>
            </a:lvl1pPr>
          </a:lstStyle>
          <a:p>
            <a:r>
              <a:rPr lang="en-US"/>
              <a:t>Image</a:t>
            </a:r>
          </a:p>
        </p:txBody>
      </p:sp>
      <p:sp>
        <p:nvSpPr>
          <p:cNvPr id="29" name="Picture Placeholder 28"/>
          <p:cNvSpPr>
            <a:spLocks noGrp="1"/>
          </p:cNvSpPr>
          <p:nvPr userDrawn="1">
            <p:ph type="pic" sz="quarter" idx="15" hasCustomPrompt="1"/>
          </p:nvPr>
        </p:nvSpPr>
        <p:spPr>
          <a:xfrm>
            <a:off x="665216" y="4474441"/>
            <a:ext cx="580225" cy="580225"/>
          </a:xfrm>
          <a:custGeom>
            <a:avLst/>
            <a:gdLst>
              <a:gd name="connsiteX0" fmla="*/ 96706 w 580225"/>
              <a:gd name="connsiteY0" fmla="*/ 0 h 580225"/>
              <a:gd name="connsiteX1" fmla="*/ 483519 w 580225"/>
              <a:gd name="connsiteY1" fmla="*/ 0 h 580225"/>
              <a:gd name="connsiteX2" fmla="*/ 580225 w 580225"/>
              <a:gd name="connsiteY2" fmla="*/ 96706 h 580225"/>
              <a:gd name="connsiteX3" fmla="*/ 580225 w 580225"/>
              <a:gd name="connsiteY3" fmla="*/ 483519 h 580225"/>
              <a:gd name="connsiteX4" fmla="*/ 483519 w 580225"/>
              <a:gd name="connsiteY4" fmla="*/ 580225 h 580225"/>
              <a:gd name="connsiteX5" fmla="*/ 96706 w 580225"/>
              <a:gd name="connsiteY5" fmla="*/ 580225 h 580225"/>
              <a:gd name="connsiteX6" fmla="*/ 0 w 580225"/>
              <a:gd name="connsiteY6" fmla="*/ 483519 h 580225"/>
              <a:gd name="connsiteX7" fmla="*/ 0 w 580225"/>
              <a:gd name="connsiteY7" fmla="*/ 96706 h 580225"/>
              <a:gd name="connsiteX8" fmla="*/ 96706 w 580225"/>
              <a:gd name="connsiteY8" fmla="*/ 0 h 58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225" h="580225">
                <a:moveTo>
                  <a:pt x="96706" y="0"/>
                </a:moveTo>
                <a:lnTo>
                  <a:pt x="483519" y="0"/>
                </a:lnTo>
                <a:cubicBezTo>
                  <a:pt x="536928" y="0"/>
                  <a:pt x="580225" y="43297"/>
                  <a:pt x="580225" y="96706"/>
                </a:cubicBezTo>
                <a:lnTo>
                  <a:pt x="580225" y="483519"/>
                </a:lnTo>
                <a:cubicBezTo>
                  <a:pt x="580225" y="536928"/>
                  <a:pt x="536928" y="580225"/>
                  <a:pt x="483519" y="580225"/>
                </a:cubicBezTo>
                <a:lnTo>
                  <a:pt x="96706" y="580225"/>
                </a:lnTo>
                <a:cubicBezTo>
                  <a:pt x="43297" y="580225"/>
                  <a:pt x="0" y="536928"/>
                  <a:pt x="0" y="483519"/>
                </a:cubicBezTo>
                <a:lnTo>
                  <a:pt x="0" y="96706"/>
                </a:lnTo>
                <a:cubicBezTo>
                  <a:pt x="0" y="43297"/>
                  <a:pt x="43297" y="0"/>
                  <a:pt x="96706" y="0"/>
                </a:cubicBezTo>
                <a:close/>
              </a:path>
            </a:pathLst>
          </a:custGeom>
          <a:solidFill>
            <a:schemeClr val="bg1">
              <a:lumMod val="95000"/>
            </a:schemeClr>
          </a:solidFill>
        </p:spPr>
        <p:txBody>
          <a:bodyPr wrap="square">
            <a:noAutofit/>
          </a:bodyPr>
          <a:lstStyle>
            <a:lvl1pPr marL="0" indent="0" rtl="0">
              <a:buNone/>
              <a:defRPr sz="1000"/>
            </a:lvl1pPr>
          </a:lstStyle>
          <a:p>
            <a:r>
              <a:rPr lang="en-US"/>
              <a:t>Image</a:t>
            </a:r>
          </a:p>
        </p:txBody>
      </p:sp>
      <p:sp>
        <p:nvSpPr>
          <p:cNvPr id="30" name="Picture Placeholder 29"/>
          <p:cNvSpPr>
            <a:spLocks noGrp="1"/>
          </p:cNvSpPr>
          <p:nvPr userDrawn="1">
            <p:ph type="pic" sz="quarter" idx="16" hasCustomPrompt="1"/>
          </p:nvPr>
        </p:nvSpPr>
        <p:spPr>
          <a:xfrm>
            <a:off x="665216" y="5397150"/>
            <a:ext cx="580225" cy="580225"/>
          </a:xfrm>
          <a:custGeom>
            <a:avLst/>
            <a:gdLst>
              <a:gd name="connsiteX0" fmla="*/ 96706 w 580225"/>
              <a:gd name="connsiteY0" fmla="*/ 0 h 580225"/>
              <a:gd name="connsiteX1" fmla="*/ 483519 w 580225"/>
              <a:gd name="connsiteY1" fmla="*/ 0 h 580225"/>
              <a:gd name="connsiteX2" fmla="*/ 580225 w 580225"/>
              <a:gd name="connsiteY2" fmla="*/ 96706 h 580225"/>
              <a:gd name="connsiteX3" fmla="*/ 580225 w 580225"/>
              <a:gd name="connsiteY3" fmla="*/ 483519 h 580225"/>
              <a:gd name="connsiteX4" fmla="*/ 483519 w 580225"/>
              <a:gd name="connsiteY4" fmla="*/ 580225 h 580225"/>
              <a:gd name="connsiteX5" fmla="*/ 96706 w 580225"/>
              <a:gd name="connsiteY5" fmla="*/ 580225 h 580225"/>
              <a:gd name="connsiteX6" fmla="*/ 0 w 580225"/>
              <a:gd name="connsiteY6" fmla="*/ 483519 h 580225"/>
              <a:gd name="connsiteX7" fmla="*/ 0 w 580225"/>
              <a:gd name="connsiteY7" fmla="*/ 96706 h 580225"/>
              <a:gd name="connsiteX8" fmla="*/ 96706 w 580225"/>
              <a:gd name="connsiteY8" fmla="*/ 0 h 58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225" h="580225">
                <a:moveTo>
                  <a:pt x="96706" y="0"/>
                </a:moveTo>
                <a:lnTo>
                  <a:pt x="483519" y="0"/>
                </a:lnTo>
                <a:cubicBezTo>
                  <a:pt x="536928" y="0"/>
                  <a:pt x="580225" y="43297"/>
                  <a:pt x="580225" y="96706"/>
                </a:cubicBezTo>
                <a:lnTo>
                  <a:pt x="580225" y="483519"/>
                </a:lnTo>
                <a:cubicBezTo>
                  <a:pt x="580225" y="536928"/>
                  <a:pt x="536928" y="580225"/>
                  <a:pt x="483519" y="580225"/>
                </a:cubicBezTo>
                <a:lnTo>
                  <a:pt x="96706" y="580225"/>
                </a:lnTo>
                <a:cubicBezTo>
                  <a:pt x="43297" y="580225"/>
                  <a:pt x="0" y="536928"/>
                  <a:pt x="0" y="483519"/>
                </a:cubicBezTo>
                <a:lnTo>
                  <a:pt x="0" y="96706"/>
                </a:lnTo>
                <a:cubicBezTo>
                  <a:pt x="0" y="43297"/>
                  <a:pt x="43297" y="0"/>
                  <a:pt x="96706" y="0"/>
                </a:cubicBezTo>
                <a:close/>
              </a:path>
            </a:pathLst>
          </a:custGeom>
          <a:solidFill>
            <a:schemeClr val="bg1">
              <a:lumMod val="95000"/>
            </a:schemeClr>
          </a:solidFill>
        </p:spPr>
        <p:txBody>
          <a:bodyPr wrap="square">
            <a:noAutofit/>
          </a:bodyPr>
          <a:lstStyle>
            <a:lvl1pPr marL="0" indent="0" rtl="0">
              <a:buNone/>
              <a:defRPr sz="1000"/>
            </a:lvl1pPr>
          </a:lstStyle>
          <a:p>
            <a:r>
              <a:rPr lang="en-US"/>
              <a:t>Image</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Q2">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_Q1">
    <p:bg>
      <p:bgPr>
        <a:solidFill>
          <a:schemeClr val="bg1"/>
        </a:solidFill>
        <a:effectLst/>
      </p:bgPr>
    </p:bg>
    <p:spTree>
      <p:nvGrpSpPr>
        <p:cNvPr id="1" name=""/>
        <p:cNvGrpSpPr/>
        <p:nvPr/>
      </p:nvGrpSpPr>
      <p:grpSpPr>
        <a:xfrm>
          <a:off x="0" y="0"/>
          <a:ext cx="0" cy="0"/>
          <a:chOff x="0" y="0"/>
          <a:chExt cx="0" cy="0"/>
        </a:xfrm>
      </p:grpSpPr>
      <p:sp>
        <p:nvSpPr>
          <p:cNvPr id="33" name="Picture Placeholder 32"/>
          <p:cNvSpPr>
            <a:spLocks noGrp="1"/>
          </p:cNvSpPr>
          <p:nvPr>
            <p:ph type="pic" sz="quarter" idx="10" hasCustomPrompt="1"/>
          </p:nvPr>
        </p:nvSpPr>
        <p:spPr>
          <a:xfrm>
            <a:off x="5582472" y="1056201"/>
            <a:ext cx="522142" cy="446431"/>
          </a:xfrm>
          <a:custGeom>
            <a:avLst/>
            <a:gdLst>
              <a:gd name="connsiteX0" fmla="*/ 74407 w 522142"/>
              <a:gd name="connsiteY0" fmla="*/ 0 h 446431"/>
              <a:gd name="connsiteX1" fmla="*/ 447735 w 522142"/>
              <a:gd name="connsiteY1" fmla="*/ 0 h 446431"/>
              <a:gd name="connsiteX2" fmla="*/ 522142 w 522142"/>
              <a:gd name="connsiteY2" fmla="*/ 74407 h 446431"/>
              <a:gd name="connsiteX3" fmla="*/ 522142 w 522142"/>
              <a:gd name="connsiteY3" fmla="*/ 372024 h 446431"/>
              <a:gd name="connsiteX4" fmla="*/ 447735 w 522142"/>
              <a:gd name="connsiteY4" fmla="*/ 446431 h 446431"/>
              <a:gd name="connsiteX5" fmla="*/ 74407 w 522142"/>
              <a:gd name="connsiteY5" fmla="*/ 446431 h 446431"/>
              <a:gd name="connsiteX6" fmla="*/ 0 w 522142"/>
              <a:gd name="connsiteY6" fmla="*/ 372024 h 446431"/>
              <a:gd name="connsiteX7" fmla="*/ 0 w 522142"/>
              <a:gd name="connsiteY7" fmla="*/ 74407 h 446431"/>
              <a:gd name="connsiteX8" fmla="*/ 74407 w 522142"/>
              <a:gd name="connsiteY8" fmla="*/ 0 h 44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2142" h="446431">
                <a:moveTo>
                  <a:pt x="74407" y="0"/>
                </a:moveTo>
                <a:lnTo>
                  <a:pt x="447735" y="0"/>
                </a:lnTo>
                <a:cubicBezTo>
                  <a:pt x="488829" y="0"/>
                  <a:pt x="522142" y="33313"/>
                  <a:pt x="522142" y="74407"/>
                </a:cubicBezTo>
                <a:lnTo>
                  <a:pt x="522142" y="372024"/>
                </a:lnTo>
                <a:cubicBezTo>
                  <a:pt x="522142" y="413118"/>
                  <a:pt x="488829" y="446431"/>
                  <a:pt x="447735" y="446431"/>
                </a:cubicBezTo>
                <a:lnTo>
                  <a:pt x="74407" y="446431"/>
                </a:lnTo>
                <a:cubicBezTo>
                  <a:pt x="33313" y="446431"/>
                  <a:pt x="0" y="413118"/>
                  <a:pt x="0" y="372024"/>
                </a:cubicBezTo>
                <a:lnTo>
                  <a:pt x="0" y="74407"/>
                </a:lnTo>
                <a:cubicBezTo>
                  <a:pt x="0" y="33313"/>
                  <a:pt x="33313" y="0"/>
                  <a:pt x="74407" y="0"/>
                </a:cubicBezTo>
                <a:close/>
              </a:path>
            </a:pathLst>
          </a:custGeom>
        </p:spPr>
        <p:txBody>
          <a:bodyPr wrap="square">
            <a:noAutofit/>
          </a:bodyPr>
          <a:lstStyle/>
          <a:p>
            <a:r>
              <a:rPr lang="en-US" dirty="0"/>
              <a:t> </a:t>
            </a:r>
          </a:p>
        </p:txBody>
      </p:sp>
      <p:sp>
        <p:nvSpPr>
          <p:cNvPr id="34" name="Picture Placeholder 33"/>
          <p:cNvSpPr>
            <a:spLocks noGrp="1"/>
          </p:cNvSpPr>
          <p:nvPr>
            <p:ph type="pic" sz="quarter" idx="11" hasCustomPrompt="1"/>
          </p:nvPr>
        </p:nvSpPr>
        <p:spPr>
          <a:xfrm>
            <a:off x="5582472" y="2938518"/>
            <a:ext cx="522142" cy="446431"/>
          </a:xfrm>
          <a:custGeom>
            <a:avLst/>
            <a:gdLst>
              <a:gd name="connsiteX0" fmla="*/ 74407 w 522142"/>
              <a:gd name="connsiteY0" fmla="*/ 0 h 446431"/>
              <a:gd name="connsiteX1" fmla="*/ 447735 w 522142"/>
              <a:gd name="connsiteY1" fmla="*/ 0 h 446431"/>
              <a:gd name="connsiteX2" fmla="*/ 522142 w 522142"/>
              <a:gd name="connsiteY2" fmla="*/ 74407 h 446431"/>
              <a:gd name="connsiteX3" fmla="*/ 522142 w 522142"/>
              <a:gd name="connsiteY3" fmla="*/ 372024 h 446431"/>
              <a:gd name="connsiteX4" fmla="*/ 447735 w 522142"/>
              <a:gd name="connsiteY4" fmla="*/ 446431 h 446431"/>
              <a:gd name="connsiteX5" fmla="*/ 74407 w 522142"/>
              <a:gd name="connsiteY5" fmla="*/ 446431 h 446431"/>
              <a:gd name="connsiteX6" fmla="*/ 0 w 522142"/>
              <a:gd name="connsiteY6" fmla="*/ 372024 h 446431"/>
              <a:gd name="connsiteX7" fmla="*/ 0 w 522142"/>
              <a:gd name="connsiteY7" fmla="*/ 74407 h 446431"/>
              <a:gd name="connsiteX8" fmla="*/ 74407 w 522142"/>
              <a:gd name="connsiteY8" fmla="*/ 0 h 44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2142" h="446431">
                <a:moveTo>
                  <a:pt x="74407" y="0"/>
                </a:moveTo>
                <a:lnTo>
                  <a:pt x="447735" y="0"/>
                </a:lnTo>
                <a:cubicBezTo>
                  <a:pt x="488829" y="0"/>
                  <a:pt x="522142" y="33313"/>
                  <a:pt x="522142" y="74407"/>
                </a:cubicBezTo>
                <a:lnTo>
                  <a:pt x="522142" y="372024"/>
                </a:lnTo>
                <a:cubicBezTo>
                  <a:pt x="522142" y="413118"/>
                  <a:pt x="488829" y="446431"/>
                  <a:pt x="447735" y="446431"/>
                </a:cubicBezTo>
                <a:lnTo>
                  <a:pt x="74407" y="446431"/>
                </a:lnTo>
                <a:cubicBezTo>
                  <a:pt x="33313" y="446431"/>
                  <a:pt x="0" y="413118"/>
                  <a:pt x="0" y="372024"/>
                </a:cubicBezTo>
                <a:lnTo>
                  <a:pt x="0" y="74407"/>
                </a:lnTo>
                <a:cubicBezTo>
                  <a:pt x="0" y="33313"/>
                  <a:pt x="33313" y="0"/>
                  <a:pt x="74407" y="0"/>
                </a:cubicBezTo>
                <a:close/>
              </a:path>
            </a:pathLst>
          </a:custGeom>
        </p:spPr>
        <p:txBody>
          <a:bodyPr wrap="square">
            <a:noAutofit/>
          </a:bodyPr>
          <a:lstStyle/>
          <a:p>
            <a:r>
              <a:rPr lang="en-US" dirty="0"/>
              <a:t> </a:t>
            </a:r>
          </a:p>
        </p:txBody>
      </p:sp>
      <p:sp>
        <p:nvSpPr>
          <p:cNvPr id="35" name="Picture Placeholder 34"/>
          <p:cNvSpPr>
            <a:spLocks noGrp="1"/>
          </p:cNvSpPr>
          <p:nvPr>
            <p:ph type="pic" sz="quarter" idx="12" hasCustomPrompt="1"/>
          </p:nvPr>
        </p:nvSpPr>
        <p:spPr>
          <a:xfrm>
            <a:off x="5582472" y="4820755"/>
            <a:ext cx="522142" cy="446431"/>
          </a:xfrm>
          <a:custGeom>
            <a:avLst/>
            <a:gdLst>
              <a:gd name="connsiteX0" fmla="*/ 74407 w 522142"/>
              <a:gd name="connsiteY0" fmla="*/ 0 h 446431"/>
              <a:gd name="connsiteX1" fmla="*/ 447735 w 522142"/>
              <a:gd name="connsiteY1" fmla="*/ 0 h 446431"/>
              <a:gd name="connsiteX2" fmla="*/ 522142 w 522142"/>
              <a:gd name="connsiteY2" fmla="*/ 74407 h 446431"/>
              <a:gd name="connsiteX3" fmla="*/ 522142 w 522142"/>
              <a:gd name="connsiteY3" fmla="*/ 372024 h 446431"/>
              <a:gd name="connsiteX4" fmla="*/ 447735 w 522142"/>
              <a:gd name="connsiteY4" fmla="*/ 446431 h 446431"/>
              <a:gd name="connsiteX5" fmla="*/ 74407 w 522142"/>
              <a:gd name="connsiteY5" fmla="*/ 446431 h 446431"/>
              <a:gd name="connsiteX6" fmla="*/ 0 w 522142"/>
              <a:gd name="connsiteY6" fmla="*/ 372024 h 446431"/>
              <a:gd name="connsiteX7" fmla="*/ 0 w 522142"/>
              <a:gd name="connsiteY7" fmla="*/ 74407 h 446431"/>
              <a:gd name="connsiteX8" fmla="*/ 74407 w 522142"/>
              <a:gd name="connsiteY8" fmla="*/ 0 h 44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2142" h="446431">
                <a:moveTo>
                  <a:pt x="74407" y="0"/>
                </a:moveTo>
                <a:lnTo>
                  <a:pt x="447735" y="0"/>
                </a:lnTo>
                <a:cubicBezTo>
                  <a:pt x="488829" y="0"/>
                  <a:pt x="522142" y="33313"/>
                  <a:pt x="522142" y="74407"/>
                </a:cubicBezTo>
                <a:lnTo>
                  <a:pt x="522142" y="372024"/>
                </a:lnTo>
                <a:cubicBezTo>
                  <a:pt x="522142" y="413118"/>
                  <a:pt x="488829" y="446431"/>
                  <a:pt x="447735" y="446431"/>
                </a:cubicBezTo>
                <a:lnTo>
                  <a:pt x="74407" y="446431"/>
                </a:lnTo>
                <a:cubicBezTo>
                  <a:pt x="33313" y="446431"/>
                  <a:pt x="0" y="413118"/>
                  <a:pt x="0" y="372024"/>
                </a:cubicBezTo>
                <a:lnTo>
                  <a:pt x="0" y="74407"/>
                </a:lnTo>
                <a:cubicBezTo>
                  <a:pt x="0" y="33313"/>
                  <a:pt x="33313" y="0"/>
                  <a:pt x="74407" y="0"/>
                </a:cubicBezTo>
                <a:close/>
              </a:path>
            </a:pathLst>
          </a:custGeom>
        </p:spPr>
        <p:txBody>
          <a:bodyPr wrap="square">
            <a:noAutofit/>
          </a:bodyPr>
          <a:lstStyle/>
          <a:p>
            <a:r>
              <a:rPr lang="en-US" dirty="0"/>
              <a:t> </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4_Q1">
    <p:bg>
      <p:bgPr>
        <a:solidFill>
          <a:schemeClr val="bg1"/>
        </a:solidFill>
        <a:effectLst/>
      </p:bgPr>
    </p:bg>
    <p:spTree>
      <p:nvGrpSpPr>
        <p:cNvPr id="1" name=""/>
        <p:cNvGrpSpPr/>
        <p:nvPr/>
      </p:nvGrpSpPr>
      <p:grpSpPr>
        <a:xfrm>
          <a:off x="0" y="0"/>
          <a:ext cx="0" cy="0"/>
          <a:chOff x="0" y="0"/>
          <a:chExt cx="0" cy="0"/>
        </a:xfrm>
      </p:grpSpPr>
      <p:sp>
        <p:nvSpPr>
          <p:cNvPr id="33" name="Picture Placeholder 32"/>
          <p:cNvSpPr>
            <a:spLocks noGrp="1"/>
          </p:cNvSpPr>
          <p:nvPr>
            <p:ph type="pic" sz="quarter" idx="10" hasCustomPrompt="1"/>
          </p:nvPr>
        </p:nvSpPr>
        <p:spPr>
          <a:xfrm>
            <a:off x="8666591" y="1323049"/>
            <a:ext cx="475424" cy="475424"/>
          </a:xfrm>
          <a:custGeom>
            <a:avLst/>
            <a:gdLst>
              <a:gd name="connsiteX0" fmla="*/ 79239 w 475424"/>
              <a:gd name="connsiteY0" fmla="*/ 0 h 475424"/>
              <a:gd name="connsiteX1" fmla="*/ 396185 w 475424"/>
              <a:gd name="connsiteY1" fmla="*/ 0 h 475424"/>
              <a:gd name="connsiteX2" fmla="*/ 475424 w 475424"/>
              <a:gd name="connsiteY2" fmla="*/ 79239 h 475424"/>
              <a:gd name="connsiteX3" fmla="*/ 475424 w 475424"/>
              <a:gd name="connsiteY3" fmla="*/ 396185 h 475424"/>
              <a:gd name="connsiteX4" fmla="*/ 396185 w 475424"/>
              <a:gd name="connsiteY4" fmla="*/ 475424 h 475424"/>
              <a:gd name="connsiteX5" fmla="*/ 79239 w 475424"/>
              <a:gd name="connsiteY5" fmla="*/ 475424 h 475424"/>
              <a:gd name="connsiteX6" fmla="*/ 0 w 475424"/>
              <a:gd name="connsiteY6" fmla="*/ 396185 h 475424"/>
              <a:gd name="connsiteX7" fmla="*/ 0 w 475424"/>
              <a:gd name="connsiteY7" fmla="*/ 79239 h 475424"/>
              <a:gd name="connsiteX8" fmla="*/ 79239 w 475424"/>
              <a:gd name="connsiteY8" fmla="*/ 0 h 475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24" h="475424">
                <a:moveTo>
                  <a:pt x="79239" y="0"/>
                </a:moveTo>
                <a:lnTo>
                  <a:pt x="396185" y="0"/>
                </a:lnTo>
                <a:cubicBezTo>
                  <a:pt x="439947" y="0"/>
                  <a:pt x="475424" y="35477"/>
                  <a:pt x="475424" y="79239"/>
                </a:cubicBezTo>
                <a:lnTo>
                  <a:pt x="475424" y="396185"/>
                </a:lnTo>
                <a:cubicBezTo>
                  <a:pt x="475424" y="439947"/>
                  <a:pt x="439947" y="475424"/>
                  <a:pt x="396185" y="475424"/>
                </a:cubicBezTo>
                <a:lnTo>
                  <a:pt x="79239" y="475424"/>
                </a:lnTo>
                <a:cubicBezTo>
                  <a:pt x="35477" y="475424"/>
                  <a:pt x="0" y="439947"/>
                  <a:pt x="0" y="396185"/>
                </a:cubicBezTo>
                <a:lnTo>
                  <a:pt x="0" y="79239"/>
                </a:lnTo>
                <a:cubicBezTo>
                  <a:pt x="0" y="35477"/>
                  <a:pt x="35477" y="0"/>
                  <a:pt x="79239" y="0"/>
                </a:cubicBezTo>
                <a:close/>
              </a:path>
            </a:pathLst>
          </a:custGeom>
        </p:spPr>
        <p:txBody>
          <a:bodyPr wrap="square">
            <a:noAutofit/>
          </a:bodyPr>
          <a:lstStyle/>
          <a:p>
            <a:r>
              <a:rPr lang="en-US" dirty="0"/>
              <a:t> </a:t>
            </a:r>
          </a:p>
        </p:txBody>
      </p:sp>
      <p:sp>
        <p:nvSpPr>
          <p:cNvPr id="34" name="Picture Placeholder 33"/>
          <p:cNvSpPr>
            <a:spLocks noGrp="1"/>
          </p:cNvSpPr>
          <p:nvPr>
            <p:ph type="pic" sz="quarter" idx="11" hasCustomPrompt="1"/>
          </p:nvPr>
        </p:nvSpPr>
        <p:spPr>
          <a:xfrm>
            <a:off x="8666591" y="3203412"/>
            <a:ext cx="475424" cy="475424"/>
          </a:xfrm>
          <a:custGeom>
            <a:avLst/>
            <a:gdLst>
              <a:gd name="connsiteX0" fmla="*/ 79239 w 475424"/>
              <a:gd name="connsiteY0" fmla="*/ 0 h 475424"/>
              <a:gd name="connsiteX1" fmla="*/ 396185 w 475424"/>
              <a:gd name="connsiteY1" fmla="*/ 0 h 475424"/>
              <a:gd name="connsiteX2" fmla="*/ 475424 w 475424"/>
              <a:gd name="connsiteY2" fmla="*/ 79239 h 475424"/>
              <a:gd name="connsiteX3" fmla="*/ 475424 w 475424"/>
              <a:gd name="connsiteY3" fmla="*/ 396185 h 475424"/>
              <a:gd name="connsiteX4" fmla="*/ 396185 w 475424"/>
              <a:gd name="connsiteY4" fmla="*/ 475424 h 475424"/>
              <a:gd name="connsiteX5" fmla="*/ 79239 w 475424"/>
              <a:gd name="connsiteY5" fmla="*/ 475424 h 475424"/>
              <a:gd name="connsiteX6" fmla="*/ 0 w 475424"/>
              <a:gd name="connsiteY6" fmla="*/ 396185 h 475424"/>
              <a:gd name="connsiteX7" fmla="*/ 0 w 475424"/>
              <a:gd name="connsiteY7" fmla="*/ 79239 h 475424"/>
              <a:gd name="connsiteX8" fmla="*/ 79239 w 475424"/>
              <a:gd name="connsiteY8" fmla="*/ 0 h 475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24" h="475424">
                <a:moveTo>
                  <a:pt x="79239" y="0"/>
                </a:moveTo>
                <a:lnTo>
                  <a:pt x="396185" y="0"/>
                </a:lnTo>
                <a:cubicBezTo>
                  <a:pt x="439947" y="0"/>
                  <a:pt x="475424" y="35477"/>
                  <a:pt x="475424" y="79239"/>
                </a:cubicBezTo>
                <a:lnTo>
                  <a:pt x="475424" y="396185"/>
                </a:lnTo>
                <a:cubicBezTo>
                  <a:pt x="475424" y="439947"/>
                  <a:pt x="439947" y="475424"/>
                  <a:pt x="396185" y="475424"/>
                </a:cubicBezTo>
                <a:lnTo>
                  <a:pt x="79239" y="475424"/>
                </a:lnTo>
                <a:cubicBezTo>
                  <a:pt x="35477" y="475424"/>
                  <a:pt x="0" y="439947"/>
                  <a:pt x="0" y="396185"/>
                </a:cubicBezTo>
                <a:lnTo>
                  <a:pt x="0" y="79239"/>
                </a:lnTo>
                <a:cubicBezTo>
                  <a:pt x="0" y="35477"/>
                  <a:pt x="35477" y="0"/>
                  <a:pt x="79239" y="0"/>
                </a:cubicBezTo>
                <a:close/>
              </a:path>
            </a:pathLst>
          </a:custGeom>
        </p:spPr>
        <p:txBody>
          <a:bodyPr wrap="square">
            <a:noAutofit/>
          </a:bodyPr>
          <a:lstStyle/>
          <a:p>
            <a:r>
              <a:rPr lang="en-US" dirty="0"/>
              <a:t> </a:t>
            </a:r>
          </a:p>
        </p:txBody>
      </p:sp>
      <p:sp>
        <p:nvSpPr>
          <p:cNvPr id="35" name="Picture Placeholder 34"/>
          <p:cNvSpPr>
            <a:spLocks noGrp="1"/>
          </p:cNvSpPr>
          <p:nvPr>
            <p:ph type="pic" sz="quarter" idx="12" hasCustomPrompt="1"/>
          </p:nvPr>
        </p:nvSpPr>
        <p:spPr>
          <a:xfrm>
            <a:off x="8678812" y="4967444"/>
            <a:ext cx="475424" cy="475424"/>
          </a:xfrm>
          <a:custGeom>
            <a:avLst/>
            <a:gdLst>
              <a:gd name="connsiteX0" fmla="*/ 79239 w 475424"/>
              <a:gd name="connsiteY0" fmla="*/ 0 h 475424"/>
              <a:gd name="connsiteX1" fmla="*/ 396185 w 475424"/>
              <a:gd name="connsiteY1" fmla="*/ 0 h 475424"/>
              <a:gd name="connsiteX2" fmla="*/ 475424 w 475424"/>
              <a:gd name="connsiteY2" fmla="*/ 79239 h 475424"/>
              <a:gd name="connsiteX3" fmla="*/ 475424 w 475424"/>
              <a:gd name="connsiteY3" fmla="*/ 396185 h 475424"/>
              <a:gd name="connsiteX4" fmla="*/ 396185 w 475424"/>
              <a:gd name="connsiteY4" fmla="*/ 475424 h 475424"/>
              <a:gd name="connsiteX5" fmla="*/ 79239 w 475424"/>
              <a:gd name="connsiteY5" fmla="*/ 475424 h 475424"/>
              <a:gd name="connsiteX6" fmla="*/ 0 w 475424"/>
              <a:gd name="connsiteY6" fmla="*/ 396185 h 475424"/>
              <a:gd name="connsiteX7" fmla="*/ 0 w 475424"/>
              <a:gd name="connsiteY7" fmla="*/ 79239 h 475424"/>
              <a:gd name="connsiteX8" fmla="*/ 79239 w 475424"/>
              <a:gd name="connsiteY8" fmla="*/ 0 h 475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24" h="475424">
                <a:moveTo>
                  <a:pt x="79239" y="0"/>
                </a:moveTo>
                <a:lnTo>
                  <a:pt x="396185" y="0"/>
                </a:lnTo>
                <a:cubicBezTo>
                  <a:pt x="439947" y="0"/>
                  <a:pt x="475424" y="35477"/>
                  <a:pt x="475424" y="79239"/>
                </a:cubicBezTo>
                <a:lnTo>
                  <a:pt x="475424" y="396185"/>
                </a:lnTo>
                <a:cubicBezTo>
                  <a:pt x="475424" y="439947"/>
                  <a:pt x="439947" y="475424"/>
                  <a:pt x="396185" y="475424"/>
                </a:cubicBezTo>
                <a:lnTo>
                  <a:pt x="79239" y="475424"/>
                </a:lnTo>
                <a:cubicBezTo>
                  <a:pt x="35477" y="475424"/>
                  <a:pt x="0" y="439947"/>
                  <a:pt x="0" y="396185"/>
                </a:cubicBezTo>
                <a:lnTo>
                  <a:pt x="0" y="79239"/>
                </a:lnTo>
                <a:cubicBezTo>
                  <a:pt x="0" y="35477"/>
                  <a:pt x="35477" y="0"/>
                  <a:pt x="79239" y="0"/>
                </a:cubicBezTo>
                <a:close/>
              </a:path>
            </a:pathLst>
          </a:custGeom>
        </p:spPr>
        <p:txBody>
          <a:bodyPr wrap="square">
            <a:noAutofit/>
          </a:bodyPr>
          <a:lstStyle/>
          <a:p>
            <a:r>
              <a:rPr lang="en-US" dirty="0"/>
              <a:t> </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_Q1">
    <p:bg>
      <p:bgPr>
        <a:solidFill>
          <a:schemeClr val="bg1"/>
        </a:solidFill>
        <a:effectLst/>
      </p:bgPr>
    </p:bg>
    <p:spTree>
      <p:nvGrpSpPr>
        <p:cNvPr id="1" name=""/>
        <p:cNvGrpSpPr/>
        <p:nvPr/>
      </p:nvGrpSpPr>
      <p:grpSpPr>
        <a:xfrm>
          <a:off x="0" y="0"/>
          <a:ext cx="0" cy="0"/>
          <a:chOff x="0" y="0"/>
          <a:chExt cx="0" cy="0"/>
        </a:xfrm>
      </p:grpSpPr>
      <p:sp>
        <p:nvSpPr>
          <p:cNvPr id="18" name="Picture Placeholder 17"/>
          <p:cNvSpPr>
            <a:spLocks noGrp="1"/>
          </p:cNvSpPr>
          <p:nvPr>
            <p:ph type="pic" sz="quarter" idx="10" hasCustomPrompt="1"/>
          </p:nvPr>
        </p:nvSpPr>
        <p:spPr>
          <a:xfrm>
            <a:off x="854744" y="1252105"/>
            <a:ext cx="1960846" cy="1362716"/>
          </a:xfrm>
          <a:custGeom>
            <a:avLst/>
            <a:gdLst>
              <a:gd name="connsiteX0" fmla="*/ 112233 w 1960846"/>
              <a:gd name="connsiteY0" fmla="*/ 0 h 1362716"/>
              <a:gd name="connsiteX1" fmla="*/ 1848613 w 1960846"/>
              <a:gd name="connsiteY1" fmla="*/ 0 h 1362716"/>
              <a:gd name="connsiteX2" fmla="*/ 1960846 w 1960846"/>
              <a:gd name="connsiteY2" fmla="*/ 112233 h 1362716"/>
              <a:gd name="connsiteX3" fmla="*/ 1960846 w 1960846"/>
              <a:gd name="connsiteY3" fmla="*/ 1250483 h 1362716"/>
              <a:gd name="connsiteX4" fmla="*/ 1848613 w 1960846"/>
              <a:gd name="connsiteY4" fmla="*/ 1362716 h 1362716"/>
              <a:gd name="connsiteX5" fmla="*/ 112233 w 1960846"/>
              <a:gd name="connsiteY5" fmla="*/ 1362716 h 1362716"/>
              <a:gd name="connsiteX6" fmla="*/ 0 w 1960846"/>
              <a:gd name="connsiteY6" fmla="*/ 1250483 h 1362716"/>
              <a:gd name="connsiteX7" fmla="*/ 0 w 1960846"/>
              <a:gd name="connsiteY7" fmla="*/ 112233 h 1362716"/>
              <a:gd name="connsiteX8" fmla="*/ 112233 w 1960846"/>
              <a:gd name="connsiteY8" fmla="*/ 0 h 1362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0846" h="1362716">
                <a:moveTo>
                  <a:pt x="112233" y="0"/>
                </a:moveTo>
                <a:lnTo>
                  <a:pt x="1848613" y="0"/>
                </a:lnTo>
                <a:cubicBezTo>
                  <a:pt x="1910598" y="0"/>
                  <a:pt x="1960846" y="50248"/>
                  <a:pt x="1960846" y="112233"/>
                </a:cubicBezTo>
                <a:lnTo>
                  <a:pt x="1960846" y="1250483"/>
                </a:lnTo>
                <a:cubicBezTo>
                  <a:pt x="1960846" y="1312468"/>
                  <a:pt x="1910598" y="1362716"/>
                  <a:pt x="1848613" y="1362716"/>
                </a:cubicBezTo>
                <a:lnTo>
                  <a:pt x="112233" y="1362716"/>
                </a:lnTo>
                <a:cubicBezTo>
                  <a:pt x="50248" y="1362716"/>
                  <a:pt x="0" y="1312468"/>
                  <a:pt x="0" y="1250483"/>
                </a:cubicBezTo>
                <a:lnTo>
                  <a:pt x="0" y="112233"/>
                </a:lnTo>
                <a:cubicBezTo>
                  <a:pt x="0" y="50248"/>
                  <a:pt x="50248" y="0"/>
                  <a:pt x="112233" y="0"/>
                </a:cubicBezTo>
                <a:close/>
              </a:path>
            </a:pathLst>
          </a:custGeom>
        </p:spPr>
        <p:txBody>
          <a:bodyPr wrap="square">
            <a:noAutofit/>
          </a:bodyPr>
          <a:lstStyle/>
          <a:p>
            <a:r>
              <a:rPr lang="en-US" dirty="0"/>
              <a:t> </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平行四边形 1"/>
          <p:cNvSpPr/>
          <p:nvPr userDrawn="1"/>
        </p:nvSpPr>
        <p:spPr>
          <a:xfrm>
            <a:off x="433477" y="291051"/>
            <a:ext cx="330200" cy="342900"/>
          </a:xfrm>
          <a:prstGeom prst="parallelogram">
            <a:avLst/>
          </a:prstGeom>
          <a:gradFill>
            <a:gsLst>
              <a:gs pos="0">
                <a:schemeClr val="accent1">
                  <a:alpha val="35000"/>
                </a:schemeClr>
              </a:gs>
              <a:gs pos="68000">
                <a:schemeClr val="accent2">
                  <a:alpha val="2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Regular"/>
              <a:ea typeface="阿里巴巴普惠体 Light" panose="00020600040101010101" pitchFamily="18" charset="-122"/>
              <a:cs typeface="+mn-cs"/>
            </a:endParaRPr>
          </a:p>
        </p:txBody>
      </p:sp>
      <p:sp>
        <p:nvSpPr>
          <p:cNvPr id="3" name="平行四边形 2"/>
          <p:cNvSpPr/>
          <p:nvPr userDrawn="1"/>
        </p:nvSpPr>
        <p:spPr>
          <a:xfrm>
            <a:off x="579527" y="221201"/>
            <a:ext cx="330200" cy="342900"/>
          </a:xfrm>
          <a:prstGeom prst="parallelogram">
            <a:avLst/>
          </a:prstGeom>
          <a:gradFill>
            <a:gsLst>
              <a:gs pos="100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Regular"/>
              <a:ea typeface="阿里巴巴普惠体 Light" panose="00020600040101010101" pitchFamily="18"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x">
  <p:cSld name="空白">
    <p:spTree>
      <p:nvGrpSpPr>
        <p:cNvPr id="1" name=""/>
        <p:cNvGrpSpPr/>
        <p:nvPr/>
      </p:nvGrpSpPr>
      <p:grpSpPr>
        <a:xfrm>
          <a:off x="0" y="0"/>
          <a:ext cx="0" cy="0"/>
          <a:chOff x="0" y="0"/>
          <a:chExt cx="0" cy="0"/>
        </a:xfrm>
      </p:grpSpPr>
      <p:sp>
        <p:nvSpPr>
          <p:cNvPr id="32" name="幻灯片编号"/>
          <p:cNvSpPr txBox="1">
            <a:spLocks noGrp="1"/>
          </p:cNvSpPr>
          <p:nvPr>
            <p:ph type="sldNum" sz="quarter" idx="2"/>
          </p:nvPr>
        </p:nvSpPr>
        <p:spPr>
          <a:xfrm>
            <a:off x="5997574" y="6540499"/>
            <a:ext cx="190603" cy="187301"/>
          </a:xfrm>
          <a:prstGeom prst="rect">
            <a:avLst/>
          </a:prstGeom>
        </p:spPr>
        <p:txBody>
          <a:bodyPr wrap="none" anchor="b"/>
          <a:lstStyle>
            <a:lvl1pPr algn="ctr" defTabSz="292100">
              <a:defRPr sz="900" b="0">
                <a:latin typeface="Helvetica Neue" panose="02000503000000020004"/>
                <a:ea typeface="Helvetica Neue" panose="02000503000000020004"/>
                <a:cs typeface="Helvetica Neue" panose="02000503000000020004"/>
                <a:sym typeface="Helvetica Neue" panose="02000503000000020004"/>
              </a:defRPr>
            </a:lvl1pPr>
          </a:lstStyle>
          <a:p>
            <a:fld id="{86CB4B4D-7CA3-9044-876B-883B54F8677D}" type="slidenum">
              <a:rPr/>
              <a:t>‹#›</a:t>
            </a:fld>
            <a:endParaRPr/>
          </a:p>
        </p:txBody>
      </p:sp>
    </p:spTree>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21" Type="http://schemas.openxmlformats.org/officeDocument/2006/relationships/slideLayout" Target="../slideLayouts/slideLayout23.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5" Type="http://schemas.openxmlformats.org/officeDocument/2006/relationships/image" Target="../media/image1.emf"/><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24" Type="http://schemas.openxmlformats.org/officeDocument/2006/relationships/oleObject" Target="../embeddings/oleObject2.bin"/><Relationship Id="rId5" Type="http://schemas.openxmlformats.org/officeDocument/2006/relationships/slideLayout" Target="../slideLayouts/slideLayout7.xml"/><Relationship Id="rId15" Type="http://schemas.openxmlformats.org/officeDocument/2006/relationships/slideLayout" Target="../slideLayouts/slideLayout17.xml"/><Relationship Id="rId23" Type="http://schemas.openxmlformats.org/officeDocument/2006/relationships/tags" Target="../tags/tag3.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image" Target="../media/image1.emf"/><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oleObject" Target="../embeddings/oleObject2.bin"/><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tags" Target="../tags/tag4.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5.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6.xml"/></Relationships>
</file>

<file path=ppt/slideMasters/_rels/slideMaster6.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heme" Target="../theme/theme6.xml"/><Relationship Id="rId1" Type="http://schemas.openxmlformats.org/officeDocument/2006/relationships/slideLayout" Target="../slideLayouts/slideLayout49.xml"/><Relationship Id="rId5" Type="http://schemas.openxmlformats.org/officeDocument/2006/relationships/image" Target="../media/image1.emf"/><Relationship Id="rId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9CE1E10-32E5-85AC-AB56-982F77DC8D66}"/>
              </a:ext>
            </a:extLst>
          </p:cNvPr>
          <p:cNvGraphicFramePr>
            <a:graphicFrameLocks noChangeAspect="1"/>
          </p:cNvGraphicFramePr>
          <p:nvPr userDrawn="1">
            <p:custDataLst>
              <p:tags r:id="rId4"/>
            </p:custDataLst>
            <p:extLst>
              <p:ext uri="{D42A27DB-BD31-4B8C-83A1-F6EECF244321}">
                <p14:modId xmlns:p14="http://schemas.microsoft.com/office/powerpoint/2010/main" val="33454648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5" imgW="471" imgH="473" progId="TCLayout.ActiveDocument.1">
                  <p:embed/>
                </p:oleObj>
              </mc:Choice>
              <mc:Fallback>
                <p:oleObj name="think-cell 幻灯片" r:id="rId5" imgW="471" imgH="473"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457ADED-CB75-BE5B-693E-D5F08D57E94F}"/>
              </a:ext>
            </a:extLst>
          </p:cNvPr>
          <p:cNvGraphicFramePr>
            <a:graphicFrameLocks noChangeAspect="1"/>
          </p:cNvGraphicFramePr>
          <p:nvPr userDrawn="1">
            <p:custDataLst>
              <p:tags r:id="rId23"/>
            </p:custDataLst>
            <p:extLst>
              <p:ext uri="{D42A27DB-BD31-4B8C-83A1-F6EECF244321}">
                <p14:modId xmlns:p14="http://schemas.microsoft.com/office/powerpoint/2010/main" val="19633867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24" imgW="471" imgH="473" progId="TCLayout.ActiveDocument.1">
                  <p:embed/>
                </p:oleObj>
              </mc:Choice>
              <mc:Fallback>
                <p:oleObj name="think-cell 幻灯片" r:id="rId24" imgW="471" imgH="473" progId="TCLayout.ActiveDocument.1">
                  <p:embed/>
                  <p:pic>
                    <p:nvPicPr>
                      <p:cNvPr id="0" name=""/>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4" name="Rectangle 3"/>
          <p:cNvSpPr/>
          <p:nvPr userDrawn="1"/>
        </p:nvSpPr>
        <p:spPr>
          <a:xfrm>
            <a:off x="0" y="0"/>
            <a:ext cx="12192000" cy="6858000"/>
          </a:xfrm>
          <a:prstGeom prst="rect">
            <a:avLst/>
          </a:prstGeom>
          <a:solidFill>
            <a:schemeClr val="tx2">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E2580A7-5981-F8F4-E343-00830E01065E}"/>
              </a:ext>
            </a:extLst>
          </p:cNvPr>
          <p:cNvGraphicFramePr>
            <a:graphicFrameLocks noChangeAspect="1"/>
          </p:cNvGraphicFramePr>
          <p:nvPr userDrawn="1">
            <p:custDataLst>
              <p:tags r:id="rId23"/>
            </p:custDataLst>
            <p:extLst>
              <p:ext uri="{D42A27DB-BD31-4B8C-83A1-F6EECF244321}">
                <p14:modId xmlns:p14="http://schemas.microsoft.com/office/powerpoint/2010/main" val="9475909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24" imgW="471" imgH="473" progId="TCLayout.ActiveDocument.1">
                  <p:embed/>
                </p:oleObj>
              </mc:Choice>
              <mc:Fallback>
                <p:oleObj name="think-cell 幻灯片" r:id="rId24" imgW="471" imgH="473" progId="TCLayout.ActiveDocument.1">
                  <p:embed/>
                  <p:pic>
                    <p:nvPicPr>
                      <p:cNvPr id="0" name=""/>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4" name="Rectangle 3"/>
          <p:cNvSpPr/>
          <p:nvPr userDrawn="1"/>
        </p:nvSpPr>
        <p:spPr>
          <a:xfrm>
            <a:off x="0" y="0"/>
            <a:ext cx="12192000" cy="6858000"/>
          </a:xfrm>
          <a:prstGeom prst="rect">
            <a:avLst/>
          </a:prstGeom>
          <a:solidFill>
            <a:schemeClr val="tx2">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FF20682-F644-C638-6637-350566651811}"/>
              </a:ext>
            </a:extLst>
          </p:cNvPr>
          <p:cNvGraphicFramePr>
            <a:graphicFrameLocks noChangeAspect="1"/>
          </p:cNvGraphicFramePr>
          <p:nvPr userDrawn="1">
            <p:custDataLst>
              <p:tags r:id="rId4"/>
            </p:custDataLst>
            <p:extLst>
              <p:ext uri="{D42A27DB-BD31-4B8C-83A1-F6EECF244321}">
                <p14:modId xmlns:p14="http://schemas.microsoft.com/office/powerpoint/2010/main" val="8971862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5" imgW="471" imgH="473" progId="TCLayout.ActiveDocument.1">
                  <p:embed/>
                </p:oleObj>
              </mc:Choice>
              <mc:Fallback>
                <p:oleObj name="think-cell 幻灯片" r:id="rId5" imgW="471" imgH="473"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96" r:id="rId1"/>
    <p:sldLayoutId id="2147483697" r:id="rId2"/>
  </p:sldLayoutIdLst>
  <p:hf hdr="0" ftr="0" dt="0"/>
  <p:txStyles>
    <p:titleStyle>
      <a:lvl1pPr algn="l" defTabSz="609600" rtl="0" eaLnBrk="1" latinLnBrk="0" hangingPunct="1">
        <a:spcBef>
          <a:spcPct val="0"/>
        </a:spcBef>
        <a:buNone/>
        <a:defRPr sz="3735" kern="1600" spc="0">
          <a:solidFill>
            <a:schemeClr val="tx2"/>
          </a:solidFill>
          <a:latin typeface="Century Gothic" panose="020B0502020202020204" charset="0"/>
          <a:ea typeface="Century Gothic" panose="020B0502020202020204" charset="0"/>
          <a:cs typeface="Century Gothic" panose="020B0502020202020204" charset="0"/>
        </a:defRPr>
      </a:lvl1pPr>
    </p:titleStyle>
    <p:bodyStyle>
      <a:lvl1pPr marL="0" indent="0" algn="l" defTabSz="609600" rtl="0" eaLnBrk="1" latinLnBrk="0" hangingPunct="1">
        <a:spcBef>
          <a:spcPct val="20000"/>
        </a:spcBef>
        <a:buFont typeface="Arial" panose="020B0604020202020204"/>
        <a:buNone/>
        <a:defRPr sz="2135" kern="1200">
          <a:solidFill>
            <a:schemeClr val="bg2"/>
          </a:solidFill>
          <a:latin typeface="+mn-lt"/>
          <a:ea typeface="+mn-ea"/>
          <a:cs typeface="Arial" panose="020B0604020202020204"/>
        </a:defRPr>
      </a:lvl1pPr>
      <a:lvl2pPr marL="990600" indent="-381000" algn="l" defTabSz="609600" rtl="0" eaLnBrk="1" latinLnBrk="0" hangingPunct="1">
        <a:spcBef>
          <a:spcPct val="20000"/>
        </a:spcBef>
        <a:buFont typeface="Arial" panose="020B0604020202020204"/>
        <a:buChar char="–"/>
        <a:defRPr sz="2135" kern="1200">
          <a:solidFill>
            <a:schemeClr val="bg2"/>
          </a:solidFill>
          <a:latin typeface="+mn-lt"/>
          <a:ea typeface="+mn-ea"/>
          <a:cs typeface="Arial" panose="020B0604020202020204"/>
        </a:defRPr>
      </a:lvl2pPr>
      <a:lvl3pPr marL="1524000" indent="-304800" algn="l" defTabSz="609600" rtl="0" eaLnBrk="1" latinLnBrk="0" hangingPunct="1">
        <a:spcBef>
          <a:spcPct val="20000"/>
        </a:spcBef>
        <a:buFont typeface="Arial" panose="020B0604020202020204"/>
        <a:buChar char="•"/>
        <a:defRPr sz="2135" kern="1200">
          <a:solidFill>
            <a:schemeClr val="bg2"/>
          </a:solidFill>
          <a:latin typeface="+mn-lt"/>
          <a:ea typeface="+mn-ea"/>
          <a:cs typeface="Arial" panose="020B0604020202020204"/>
        </a:defRPr>
      </a:lvl3pPr>
      <a:lvl4pPr marL="2133600" indent="-304800" algn="l" defTabSz="609600" rtl="0" eaLnBrk="1" latinLnBrk="0" hangingPunct="1">
        <a:spcBef>
          <a:spcPct val="20000"/>
        </a:spcBef>
        <a:buFont typeface="Arial" panose="020B0604020202020204"/>
        <a:buChar char="–"/>
        <a:defRPr sz="2135" kern="1200">
          <a:solidFill>
            <a:schemeClr val="bg2"/>
          </a:solidFill>
          <a:latin typeface="+mn-lt"/>
          <a:ea typeface="+mn-ea"/>
          <a:cs typeface="Arial" panose="020B0604020202020204"/>
        </a:defRPr>
      </a:lvl4pPr>
      <a:lvl5pPr marL="2743200" indent="-304800" algn="l" defTabSz="609600" rtl="0" eaLnBrk="1" latinLnBrk="0" hangingPunct="1">
        <a:spcBef>
          <a:spcPct val="20000"/>
        </a:spcBef>
        <a:buFont typeface="Arial" panose="020B0604020202020204"/>
        <a:buChar char="»"/>
        <a:defRPr sz="2135" kern="1200">
          <a:solidFill>
            <a:schemeClr val="bg2"/>
          </a:solidFill>
          <a:latin typeface="+mn-lt"/>
          <a:ea typeface="+mn-ea"/>
          <a:cs typeface="Arial" panose="020B0604020202020204"/>
        </a:defRPr>
      </a:lvl5pPr>
      <a:lvl6pPr marL="33528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6pPr>
      <a:lvl7pPr marL="39624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7pPr>
      <a:lvl8pPr marL="45720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8pPr>
      <a:lvl9pPr marL="51816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9pPr>
    </p:bodyStyle>
    <p:otherStyle>
      <a:defPPr>
        <a:defRPr lang="en-US"/>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452859A8-D9E6-76B9-E1F9-30C074B3EEA3}"/>
              </a:ext>
            </a:extLst>
          </p:cNvPr>
          <p:cNvGraphicFramePr>
            <a:graphicFrameLocks noChangeAspect="1"/>
          </p:cNvGraphicFramePr>
          <p:nvPr userDrawn="1">
            <p:custDataLst>
              <p:tags r:id="rId4"/>
            </p:custDataLst>
            <p:extLst>
              <p:ext uri="{D42A27DB-BD31-4B8C-83A1-F6EECF244321}">
                <p14:modId xmlns:p14="http://schemas.microsoft.com/office/powerpoint/2010/main" val="15471972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5" imgW="471" imgH="473" progId="TCLayout.ActiveDocument.1">
                  <p:embed/>
                </p:oleObj>
              </mc:Choice>
              <mc:Fallback>
                <p:oleObj name="think-cell 幻灯片" r:id="rId5" imgW="471" imgH="473"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99" r:id="rId1"/>
    <p:sldLayoutId id="214748370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C80F5F8-C86B-763B-ABC4-AB45C688F890}"/>
              </a:ext>
            </a:extLst>
          </p:cNvPr>
          <p:cNvGraphicFramePr>
            <a:graphicFrameLocks noChangeAspect="1"/>
          </p:cNvGraphicFramePr>
          <p:nvPr userDrawn="1">
            <p:custDataLst>
              <p:tags r:id="rId3"/>
            </p:custDataLst>
            <p:extLst>
              <p:ext uri="{D42A27DB-BD31-4B8C-83A1-F6EECF244321}">
                <p14:modId xmlns:p14="http://schemas.microsoft.com/office/powerpoint/2010/main" val="23960766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 imgW="471" imgH="473" progId="TCLayout.ActiveDocument.1">
                  <p:embed/>
                </p:oleObj>
              </mc:Choice>
              <mc:Fallback>
                <p:oleObj name="think-cell 幻灯片" r:id="rId4" imgW="471" imgH="473"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0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oleObject" Target="../embeddings/oleObject3.bin"/><Relationship Id="rId18" Type="http://schemas.openxmlformats.org/officeDocument/2006/relationships/image" Target="../media/image5.jpe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slideLayout" Target="../slideLayouts/slideLayout49.xml"/><Relationship Id="rId17" Type="http://schemas.openxmlformats.org/officeDocument/2006/relationships/image" Target="../media/image4.png"/><Relationship Id="rId2" Type="http://schemas.openxmlformats.org/officeDocument/2006/relationships/tags" Target="../tags/tag9.xml"/><Relationship Id="rId16" Type="http://schemas.openxmlformats.org/officeDocument/2006/relationships/image" Target="../media/image3.png"/><Relationship Id="rId20" Type="http://schemas.openxmlformats.org/officeDocument/2006/relationships/image" Target="../media/image7.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5" Type="http://schemas.openxmlformats.org/officeDocument/2006/relationships/image" Target="../media/image2.png"/><Relationship Id="rId10" Type="http://schemas.openxmlformats.org/officeDocument/2006/relationships/tags" Target="../tags/tag17.xml"/><Relationship Id="rId19" Type="http://schemas.openxmlformats.org/officeDocument/2006/relationships/image" Target="../media/image6.png"/><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1.emf"/></Relationships>
</file>

<file path=ppt/slides/_rels/slide2.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oleObject" Target="../embeddings/oleObject4.bin"/><Relationship Id="rId18" Type="http://schemas.openxmlformats.org/officeDocument/2006/relationships/image" Target="../media/image10.jpe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slideLayout" Target="../slideLayouts/slideLayout49.xml"/><Relationship Id="rId17" Type="http://schemas.openxmlformats.org/officeDocument/2006/relationships/image" Target="../media/image9.png"/><Relationship Id="rId2" Type="http://schemas.openxmlformats.org/officeDocument/2006/relationships/tags" Target="../tags/tag20.xml"/><Relationship Id="rId16" Type="http://schemas.openxmlformats.org/officeDocument/2006/relationships/image" Target="../media/image5.jpe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5" Type="http://schemas.openxmlformats.org/officeDocument/2006/relationships/tags" Target="../tags/tag23.xml"/><Relationship Id="rId15" Type="http://schemas.openxmlformats.org/officeDocument/2006/relationships/image" Target="../media/image8.png"/><Relationship Id="rId10" Type="http://schemas.openxmlformats.org/officeDocument/2006/relationships/tags" Target="../tags/tag28.xml"/><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image" Target="../media/image1.emf"/></Relationships>
</file>

<file path=ppt/slides/_rels/slide3.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oleObject" Target="../embeddings/oleObject5.bin"/><Relationship Id="rId3" Type="http://schemas.openxmlformats.org/officeDocument/2006/relationships/tags" Target="../tags/tag32.xml"/><Relationship Id="rId7" Type="http://schemas.openxmlformats.org/officeDocument/2006/relationships/tags" Target="../tags/tag36.xml"/><Relationship Id="rId12" Type="http://schemas.openxmlformats.org/officeDocument/2006/relationships/slideLayout" Target="../slideLayouts/slideLayout49.xml"/><Relationship Id="rId2" Type="http://schemas.openxmlformats.org/officeDocument/2006/relationships/tags" Target="../tags/tag31.xml"/><Relationship Id="rId16" Type="http://schemas.openxmlformats.org/officeDocument/2006/relationships/image" Target="../media/image5.jpeg"/><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tags" Target="../tags/tag40.xml"/><Relationship Id="rId5" Type="http://schemas.openxmlformats.org/officeDocument/2006/relationships/tags" Target="../tags/tag34.xml"/><Relationship Id="rId15" Type="http://schemas.openxmlformats.org/officeDocument/2006/relationships/image" Target="../media/image8.png"/><Relationship Id="rId10" Type="http://schemas.openxmlformats.org/officeDocument/2006/relationships/tags" Target="../tags/tag39.xml"/><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image" Target="../media/image1.emf"/></Relationships>
</file>

<file path=ppt/slides/_rels/slide4.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oleObject" Target="../embeddings/oleObject4.bin"/><Relationship Id="rId18" Type="http://schemas.openxmlformats.org/officeDocument/2006/relationships/image" Target="../media/image12.png"/><Relationship Id="rId3" Type="http://schemas.openxmlformats.org/officeDocument/2006/relationships/tags" Target="../tags/tag43.xml"/><Relationship Id="rId7" Type="http://schemas.openxmlformats.org/officeDocument/2006/relationships/tags" Target="../tags/tag47.xml"/><Relationship Id="rId12" Type="http://schemas.openxmlformats.org/officeDocument/2006/relationships/slideLayout" Target="../slideLayouts/slideLayout49.xml"/><Relationship Id="rId17" Type="http://schemas.openxmlformats.org/officeDocument/2006/relationships/image" Target="../media/image11.png"/><Relationship Id="rId2" Type="http://schemas.openxmlformats.org/officeDocument/2006/relationships/tags" Target="../tags/tag42.xml"/><Relationship Id="rId16" Type="http://schemas.openxmlformats.org/officeDocument/2006/relationships/image" Target="../media/image5.jpeg"/><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5" Type="http://schemas.openxmlformats.org/officeDocument/2006/relationships/tags" Target="../tags/tag45.xml"/><Relationship Id="rId15" Type="http://schemas.openxmlformats.org/officeDocument/2006/relationships/image" Target="../media/image8.png"/><Relationship Id="rId10" Type="http://schemas.openxmlformats.org/officeDocument/2006/relationships/tags" Target="../tags/tag50.xml"/><Relationship Id="rId19" Type="http://schemas.openxmlformats.org/officeDocument/2006/relationships/image" Target="../media/image13.png"/><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image" Target="../media/image1.emf"/></Relationships>
</file>

<file path=ppt/slides/_rels/slide5.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oleObject" Target="../embeddings/oleObject6.bin"/><Relationship Id="rId18" Type="http://schemas.openxmlformats.org/officeDocument/2006/relationships/image" Target="../media/image14.png"/><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slideLayout" Target="../slideLayouts/slideLayout49.xml"/><Relationship Id="rId17" Type="http://schemas.openxmlformats.org/officeDocument/2006/relationships/image" Target="../media/image12.png"/><Relationship Id="rId2" Type="http://schemas.openxmlformats.org/officeDocument/2006/relationships/tags" Target="../tags/tag53.xml"/><Relationship Id="rId16" Type="http://schemas.openxmlformats.org/officeDocument/2006/relationships/image" Target="../media/image5.jpeg"/><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5" Type="http://schemas.openxmlformats.org/officeDocument/2006/relationships/image" Target="../media/image8.png"/><Relationship Id="rId10" Type="http://schemas.openxmlformats.org/officeDocument/2006/relationships/tags" Target="../tags/tag61.xml"/><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image" Target="../media/image1.emf"/></Relationships>
</file>

<file path=ppt/slides/_rels/slide6.xml.rels><?xml version="1.0" encoding="UTF-8" standalone="yes"?>
<Relationships xmlns="http://schemas.openxmlformats.org/package/2006/relationships"><Relationship Id="rId8" Type="http://schemas.openxmlformats.org/officeDocument/2006/relationships/tags" Target="../tags/tag70.xml"/><Relationship Id="rId13" Type="http://schemas.openxmlformats.org/officeDocument/2006/relationships/oleObject" Target="../embeddings/oleObject7.bin"/><Relationship Id="rId18" Type="http://schemas.openxmlformats.org/officeDocument/2006/relationships/image" Target="../media/image16.png"/><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slideLayout" Target="../slideLayouts/slideLayout49.xml"/><Relationship Id="rId17" Type="http://schemas.openxmlformats.org/officeDocument/2006/relationships/image" Target="../media/image15.png"/><Relationship Id="rId2" Type="http://schemas.openxmlformats.org/officeDocument/2006/relationships/tags" Target="../tags/tag64.xml"/><Relationship Id="rId16" Type="http://schemas.openxmlformats.org/officeDocument/2006/relationships/image" Target="../media/image5.jpeg"/><Relationship Id="rId20" Type="http://schemas.openxmlformats.org/officeDocument/2006/relationships/image" Target="../media/image18.png"/><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tags" Target="../tags/tag73.xml"/><Relationship Id="rId5" Type="http://schemas.openxmlformats.org/officeDocument/2006/relationships/tags" Target="../tags/tag67.xml"/><Relationship Id="rId15" Type="http://schemas.openxmlformats.org/officeDocument/2006/relationships/image" Target="../media/image8.png"/><Relationship Id="rId10" Type="http://schemas.openxmlformats.org/officeDocument/2006/relationships/tags" Target="../tags/tag72.xml"/><Relationship Id="rId19" Type="http://schemas.openxmlformats.org/officeDocument/2006/relationships/image" Target="../media/image17.png"/><Relationship Id="rId4" Type="http://schemas.openxmlformats.org/officeDocument/2006/relationships/tags" Target="../tags/tag66.xml"/><Relationship Id="rId9" Type="http://schemas.openxmlformats.org/officeDocument/2006/relationships/tags" Target="../tags/tag71.xml"/><Relationship Id="rId14" Type="http://schemas.openxmlformats.org/officeDocument/2006/relationships/image" Target="../media/image1.emf"/></Relationships>
</file>

<file path=ppt/slides/_rels/slide7.xml.rels><?xml version="1.0" encoding="UTF-8" standalone="yes"?>
<Relationships xmlns="http://schemas.openxmlformats.org/package/2006/relationships"><Relationship Id="rId8" Type="http://schemas.openxmlformats.org/officeDocument/2006/relationships/tags" Target="../tags/tag81.xml"/><Relationship Id="rId13" Type="http://schemas.openxmlformats.org/officeDocument/2006/relationships/oleObject" Target="../embeddings/oleObject8.bin"/><Relationship Id="rId3" Type="http://schemas.openxmlformats.org/officeDocument/2006/relationships/tags" Target="../tags/tag76.xml"/><Relationship Id="rId7" Type="http://schemas.openxmlformats.org/officeDocument/2006/relationships/tags" Target="../tags/tag80.xml"/><Relationship Id="rId12" Type="http://schemas.openxmlformats.org/officeDocument/2006/relationships/slideLayout" Target="../slideLayouts/slideLayout49.xml"/><Relationship Id="rId2" Type="http://schemas.openxmlformats.org/officeDocument/2006/relationships/tags" Target="../tags/tag75.xml"/><Relationship Id="rId16" Type="http://schemas.openxmlformats.org/officeDocument/2006/relationships/image" Target="../media/image5.jpeg"/><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tags" Target="../tags/tag84.xml"/><Relationship Id="rId5" Type="http://schemas.openxmlformats.org/officeDocument/2006/relationships/tags" Target="../tags/tag78.xml"/><Relationship Id="rId15" Type="http://schemas.openxmlformats.org/officeDocument/2006/relationships/image" Target="../media/image8.png"/><Relationship Id="rId10" Type="http://schemas.openxmlformats.org/officeDocument/2006/relationships/tags" Target="../tags/tag83.xml"/><Relationship Id="rId4" Type="http://schemas.openxmlformats.org/officeDocument/2006/relationships/tags" Target="../tags/tag77.xml"/><Relationship Id="rId9" Type="http://schemas.openxmlformats.org/officeDocument/2006/relationships/tags" Target="../tags/tag82.xml"/><Relationship Id="rId14" Type="http://schemas.openxmlformats.org/officeDocument/2006/relationships/image" Target="../media/image1.emf"/></Relationships>
</file>

<file path=ppt/slides/_rels/slide8.xml.rels><?xml version="1.0" encoding="UTF-8" standalone="yes"?>
<Relationships xmlns="http://schemas.openxmlformats.org/package/2006/relationships"><Relationship Id="rId8" Type="http://schemas.openxmlformats.org/officeDocument/2006/relationships/tags" Target="../tags/tag92.xml"/><Relationship Id="rId13" Type="http://schemas.openxmlformats.org/officeDocument/2006/relationships/oleObject" Target="../embeddings/oleObject7.bin"/><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tags" Target="../tags/tag87.xml"/><Relationship Id="rId21" Type="http://schemas.openxmlformats.org/officeDocument/2006/relationships/image" Target="../media/image23.png"/><Relationship Id="rId7" Type="http://schemas.openxmlformats.org/officeDocument/2006/relationships/tags" Target="../tags/tag91.xml"/><Relationship Id="rId12" Type="http://schemas.openxmlformats.org/officeDocument/2006/relationships/slideLayout" Target="../slideLayouts/slideLayout49.xml"/><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tags" Target="../tags/tag86.xml"/><Relationship Id="rId16" Type="http://schemas.openxmlformats.org/officeDocument/2006/relationships/image" Target="../media/image5.jpeg"/><Relationship Id="rId20" Type="http://schemas.openxmlformats.org/officeDocument/2006/relationships/image" Target="../media/image22.png"/><Relationship Id="rId1" Type="http://schemas.openxmlformats.org/officeDocument/2006/relationships/tags" Target="../tags/tag85.xml"/><Relationship Id="rId6" Type="http://schemas.openxmlformats.org/officeDocument/2006/relationships/tags" Target="../tags/tag90.xml"/><Relationship Id="rId11" Type="http://schemas.openxmlformats.org/officeDocument/2006/relationships/tags" Target="../tags/tag95.xml"/><Relationship Id="rId24" Type="http://schemas.openxmlformats.org/officeDocument/2006/relationships/image" Target="../media/image26.png"/><Relationship Id="rId5" Type="http://schemas.openxmlformats.org/officeDocument/2006/relationships/tags" Target="../tags/tag89.xml"/><Relationship Id="rId15" Type="http://schemas.openxmlformats.org/officeDocument/2006/relationships/image" Target="../media/image8.png"/><Relationship Id="rId23" Type="http://schemas.openxmlformats.org/officeDocument/2006/relationships/image" Target="../media/image25.png"/><Relationship Id="rId10" Type="http://schemas.openxmlformats.org/officeDocument/2006/relationships/tags" Target="../tags/tag94.xml"/><Relationship Id="rId19" Type="http://schemas.openxmlformats.org/officeDocument/2006/relationships/image" Target="../media/image21.png"/><Relationship Id="rId4" Type="http://schemas.openxmlformats.org/officeDocument/2006/relationships/tags" Target="../tags/tag88.xml"/><Relationship Id="rId9" Type="http://schemas.openxmlformats.org/officeDocument/2006/relationships/tags" Target="../tags/tag93.xml"/><Relationship Id="rId14" Type="http://schemas.openxmlformats.org/officeDocument/2006/relationships/image" Target="../media/image1.emf"/><Relationship Id="rId22"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tags" Target="../tags/tag103.xml"/><Relationship Id="rId13" Type="http://schemas.openxmlformats.org/officeDocument/2006/relationships/oleObject" Target="../embeddings/oleObject9.bin"/><Relationship Id="rId18" Type="http://schemas.openxmlformats.org/officeDocument/2006/relationships/image" Target="../media/image30.png"/><Relationship Id="rId3" Type="http://schemas.openxmlformats.org/officeDocument/2006/relationships/tags" Target="../tags/tag98.xml"/><Relationship Id="rId21" Type="http://schemas.openxmlformats.org/officeDocument/2006/relationships/image" Target="../media/image33.png"/><Relationship Id="rId7" Type="http://schemas.openxmlformats.org/officeDocument/2006/relationships/tags" Target="../tags/tag102.xml"/><Relationship Id="rId12" Type="http://schemas.openxmlformats.org/officeDocument/2006/relationships/slideLayout" Target="../slideLayouts/slideLayout49.xml"/><Relationship Id="rId17" Type="http://schemas.openxmlformats.org/officeDocument/2006/relationships/image" Target="../media/image29.png"/><Relationship Id="rId2" Type="http://schemas.openxmlformats.org/officeDocument/2006/relationships/tags" Target="../tags/tag97.xml"/><Relationship Id="rId16" Type="http://schemas.openxmlformats.org/officeDocument/2006/relationships/image" Target="../media/image5.jpeg"/><Relationship Id="rId20" Type="http://schemas.openxmlformats.org/officeDocument/2006/relationships/image" Target="../media/image32.png"/><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tags" Target="../tags/tag106.xml"/><Relationship Id="rId5" Type="http://schemas.openxmlformats.org/officeDocument/2006/relationships/tags" Target="../tags/tag100.xml"/><Relationship Id="rId15" Type="http://schemas.openxmlformats.org/officeDocument/2006/relationships/image" Target="../media/image8.png"/><Relationship Id="rId10" Type="http://schemas.openxmlformats.org/officeDocument/2006/relationships/tags" Target="../tags/tag105.xml"/><Relationship Id="rId19" Type="http://schemas.openxmlformats.org/officeDocument/2006/relationships/image" Target="../media/image31.png"/><Relationship Id="rId4" Type="http://schemas.openxmlformats.org/officeDocument/2006/relationships/tags" Target="../tags/tag99.xml"/><Relationship Id="rId9" Type="http://schemas.openxmlformats.org/officeDocument/2006/relationships/tags" Target="../tags/tag104.xml"/><Relationship Id="rId14" Type="http://schemas.openxmlformats.org/officeDocument/2006/relationships/image" Target="../media/image1.emf"/></Relationships>
</file>

<file path=ppt/slides/_rels/slide10.xml.rels><?xml version="1.0" encoding="UTF-8" standalone="yes"?>
<Relationships xmlns="http://schemas.openxmlformats.org/package/2006/relationships"><Relationship Id="rId8" Type="http://schemas.openxmlformats.org/officeDocument/2006/relationships/tags" Target="../tags/tag114.xml"/><Relationship Id="rId13" Type="http://schemas.openxmlformats.org/officeDocument/2006/relationships/oleObject" Target="../embeddings/oleObject10.bin"/><Relationship Id="rId18" Type="http://schemas.openxmlformats.org/officeDocument/2006/relationships/image" Target="../media/image35.png"/><Relationship Id="rId3" Type="http://schemas.openxmlformats.org/officeDocument/2006/relationships/tags" Target="../tags/tag109.xml"/><Relationship Id="rId7" Type="http://schemas.openxmlformats.org/officeDocument/2006/relationships/tags" Target="../tags/tag113.xml"/><Relationship Id="rId12" Type="http://schemas.openxmlformats.org/officeDocument/2006/relationships/slideLayout" Target="../slideLayouts/slideLayout49.xml"/><Relationship Id="rId17" Type="http://schemas.openxmlformats.org/officeDocument/2006/relationships/image" Target="../media/image34.png"/><Relationship Id="rId2" Type="http://schemas.openxmlformats.org/officeDocument/2006/relationships/tags" Target="../tags/tag108.xml"/><Relationship Id="rId16" Type="http://schemas.openxmlformats.org/officeDocument/2006/relationships/image" Target="../media/image5.jpeg"/><Relationship Id="rId20" Type="http://schemas.openxmlformats.org/officeDocument/2006/relationships/image" Target="../media/image37.png"/><Relationship Id="rId1" Type="http://schemas.openxmlformats.org/officeDocument/2006/relationships/tags" Target="../tags/tag107.xml"/><Relationship Id="rId6" Type="http://schemas.openxmlformats.org/officeDocument/2006/relationships/tags" Target="../tags/tag112.xml"/><Relationship Id="rId11" Type="http://schemas.openxmlformats.org/officeDocument/2006/relationships/tags" Target="../tags/tag117.xml"/><Relationship Id="rId5" Type="http://schemas.openxmlformats.org/officeDocument/2006/relationships/tags" Target="../tags/tag111.xml"/><Relationship Id="rId15" Type="http://schemas.openxmlformats.org/officeDocument/2006/relationships/image" Target="../media/image8.png"/><Relationship Id="rId10" Type="http://schemas.openxmlformats.org/officeDocument/2006/relationships/tags" Target="../tags/tag116.xml"/><Relationship Id="rId19" Type="http://schemas.openxmlformats.org/officeDocument/2006/relationships/image" Target="../media/image36.png"/><Relationship Id="rId4" Type="http://schemas.openxmlformats.org/officeDocument/2006/relationships/tags" Target="../tags/tag110.xml"/><Relationship Id="rId9" Type="http://schemas.openxmlformats.org/officeDocument/2006/relationships/tags" Target="../tags/tag115.xml"/><Relationship Id="rId14" Type="http://schemas.openxmlformats.org/officeDocument/2006/relationships/image" Target="../media/image1.emf"/></Relationships>
</file>

<file path=ppt/slides/_rels/slide11.xml.rels><?xml version="1.0" encoding="UTF-8" standalone="yes"?>
<Relationships xmlns="http://schemas.openxmlformats.org/package/2006/relationships"><Relationship Id="rId8" Type="http://schemas.openxmlformats.org/officeDocument/2006/relationships/tags" Target="../tags/tag125.xml"/><Relationship Id="rId13" Type="http://schemas.openxmlformats.org/officeDocument/2006/relationships/oleObject" Target="../embeddings/oleObject11.bin"/><Relationship Id="rId18" Type="http://schemas.openxmlformats.org/officeDocument/2006/relationships/image" Target="../media/image39.png"/><Relationship Id="rId3" Type="http://schemas.openxmlformats.org/officeDocument/2006/relationships/tags" Target="../tags/tag120.xml"/><Relationship Id="rId21" Type="http://schemas.openxmlformats.org/officeDocument/2006/relationships/image" Target="../media/image42.png"/><Relationship Id="rId7" Type="http://schemas.openxmlformats.org/officeDocument/2006/relationships/tags" Target="../tags/tag124.xml"/><Relationship Id="rId12" Type="http://schemas.openxmlformats.org/officeDocument/2006/relationships/slideLayout" Target="../slideLayouts/slideLayout49.xml"/><Relationship Id="rId17" Type="http://schemas.openxmlformats.org/officeDocument/2006/relationships/image" Target="../media/image38.png"/><Relationship Id="rId2" Type="http://schemas.openxmlformats.org/officeDocument/2006/relationships/tags" Target="../tags/tag119.xml"/><Relationship Id="rId16" Type="http://schemas.openxmlformats.org/officeDocument/2006/relationships/image" Target="../media/image5.jpeg"/><Relationship Id="rId20" Type="http://schemas.openxmlformats.org/officeDocument/2006/relationships/image" Target="../media/image41.png"/><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tags" Target="../tags/tag128.xml"/><Relationship Id="rId5" Type="http://schemas.openxmlformats.org/officeDocument/2006/relationships/tags" Target="../tags/tag122.xml"/><Relationship Id="rId15" Type="http://schemas.openxmlformats.org/officeDocument/2006/relationships/image" Target="../media/image8.png"/><Relationship Id="rId10" Type="http://schemas.openxmlformats.org/officeDocument/2006/relationships/tags" Target="../tags/tag127.xml"/><Relationship Id="rId19" Type="http://schemas.openxmlformats.org/officeDocument/2006/relationships/image" Target="../media/image40.png"/><Relationship Id="rId4" Type="http://schemas.openxmlformats.org/officeDocument/2006/relationships/tags" Target="../tags/tag121.xml"/><Relationship Id="rId9" Type="http://schemas.openxmlformats.org/officeDocument/2006/relationships/tags" Target="../tags/tag126.xml"/><Relationship Id="rId14" Type="http://schemas.openxmlformats.org/officeDocument/2006/relationships/image" Target="../media/image1.emf"/><Relationship Id="rId22" Type="http://schemas.openxmlformats.org/officeDocument/2006/relationships/image" Target="../media/image43.png"/></Relationships>
</file>

<file path=ppt/slides/_rels/slide12.xml.rels><?xml version="1.0" encoding="UTF-8" standalone="yes"?>
<Relationships xmlns="http://schemas.openxmlformats.org/package/2006/relationships"><Relationship Id="rId8" Type="http://schemas.openxmlformats.org/officeDocument/2006/relationships/tags" Target="../tags/tag136.xml"/><Relationship Id="rId13" Type="http://schemas.openxmlformats.org/officeDocument/2006/relationships/oleObject" Target="../embeddings/oleObject12.bin"/><Relationship Id="rId3" Type="http://schemas.openxmlformats.org/officeDocument/2006/relationships/tags" Target="../tags/tag131.xml"/><Relationship Id="rId7" Type="http://schemas.openxmlformats.org/officeDocument/2006/relationships/tags" Target="../tags/tag135.xml"/><Relationship Id="rId12" Type="http://schemas.openxmlformats.org/officeDocument/2006/relationships/slideLayout" Target="../slideLayouts/slideLayout49.xml"/><Relationship Id="rId2" Type="http://schemas.openxmlformats.org/officeDocument/2006/relationships/tags" Target="../tags/tag130.xml"/><Relationship Id="rId16" Type="http://schemas.openxmlformats.org/officeDocument/2006/relationships/image" Target="../media/image5.jpeg"/><Relationship Id="rId1" Type="http://schemas.openxmlformats.org/officeDocument/2006/relationships/tags" Target="../tags/tag129.xml"/><Relationship Id="rId6" Type="http://schemas.openxmlformats.org/officeDocument/2006/relationships/tags" Target="../tags/tag134.xml"/><Relationship Id="rId11" Type="http://schemas.openxmlformats.org/officeDocument/2006/relationships/tags" Target="../tags/tag139.xml"/><Relationship Id="rId5" Type="http://schemas.openxmlformats.org/officeDocument/2006/relationships/tags" Target="../tags/tag133.xml"/><Relationship Id="rId15" Type="http://schemas.openxmlformats.org/officeDocument/2006/relationships/image" Target="../media/image8.png"/><Relationship Id="rId10" Type="http://schemas.openxmlformats.org/officeDocument/2006/relationships/tags" Target="../tags/tag138.xml"/><Relationship Id="rId4" Type="http://schemas.openxmlformats.org/officeDocument/2006/relationships/tags" Target="../tags/tag132.xml"/><Relationship Id="rId9" Type="http://schemas.openxmlformats.org/officeDocument/2006/relationships/tags" Target="../tags/tag137.xml"/><Relationship Id="rId14" Type="http://schemas.openxmlformats.org/officeDocument/2006/relationships/image" Target="../media/image1.emf"/></Relationships>
</file>

<file path=ppt/slides/_rels/slide13.xml.rels><?xml version="1.0" encoding="UTF-8" standalone="yes"?>
<Relationships xmlns="http://schemas.openxmlformats.org/package/2006/relationships"><Relationship Id="rId8" Type="http://schemas.openxmlformats.org/officeDocument/2006/relationships/tags" Target="../tags/tag147.xml"/><Relationship Id="rId13" Type="http://schemas.openxmlformats.org/officeDocument/2006/relationships/video" Target="../media/media1.mp4"/><Relationship Id="rId18" Type="http://schemas.openxmlformats.org/officeDocument/2006/relationships/image" Target="../media/image5.jpeg"/><Relationship Id="rId3" Type="http://schemas.openxmlformats.org/officeDocument/2006/relationships/tags" Target="../tags/tag142.xml"/><Relationship Id="rId7" Type="http://schemas.openxmlformats.org/officeDocument/2006/relationships/tags" Target="../tags/tag146.xml"/><Relationship Id="rId12" Type="http://schemas.microsoft.com/office/2007/relationships/media" Target="../media/media1.mp4"/><Relationship Id="rId17" Type="http://schemas.openxmlformats.org/officeDocument/2006/relationships/image" Target="../media/image8.png"/><Relationship Id="rId2" Type="http://schemas.openxmlformats.org/officeDocument/2006/relationships/tags" Target="../tags/tag141.xml"/><Relationship Id="rId16" Type="http://schemas.openxmlformats.org/officeDocument/2006/relationships/image" Target="../media/image1.emf"/><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tags" Target="../tags/tag150.xml"/><Relationship Id="rId5" Type="http://schemas.openxmlformats.org/officeDocument/2006/relationships/tags" Target="../tags/tag144.xml"/><Relationship Id="rId15" Type="http://schemas.openxmlformats.org/officeDocument/2006/relationships/oleObject" Target="../embeddings/oleObject12.bin"/><Relationship Id="rId10" Type="http://schemas.openxmlformats.org/officeDocument/2006/relationships/tags" Target="../tags/tag149.xml"/><Relationship Id="rId19" Type="http://schemas.openxmlformats.org/officeDocument/2006/relationships/image" Target="../media/image44.png"/><Relationship Id="rId4" Type="http://schemas.openxmlformats.org/officeDocument/2006/relationships/tags" Target="../tags/tag143.xml"/><Relationship Id="rId9" Type="http://schemas.openxmlformats.org/officeDocument/2006/relationships/tags" Target="../tags/tag148.xml"/><Relationship Id="rId14"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8" Type="http://schemas.openxmlformats.org/officeDocument/2006/relationships/tags" Target="../tags/tag158.xml"/><Relationship Id="rId13" Type="http://schemas.openxmlformats.org/officeDocument/2006/relationships/oleObject" Target="../embeddings/oleObject12.bin"/><Relationship Id="rId3" Type="http://schemas.openxmlformats.org/officeDocument/2006/relationships/tags" Target="../tags/tag153.xml"/><Relationship Id="rId7" Type="http://schemas.openxmlformats.org/officeDocument/2006/relationships/tags" Target="../tags/tag157.xml"/><Relationship Id="rId12" Type="http://schemas.openxmlformats.org/officeDocument/2006/relationships/slideLayout" Target="../slideLayouts/slideLayout49.xml"/><Relationship Id="rId17" Type="http://schemas.openxmlformats.org/officeDocument/2006/relationships/image" Target="../media/image45.png"/><Relationship Id="rId2" Type="http://schemas.openxmlformats.org/officeDocument/2006/relationships/tags" Target="../tags/tag152.xml"/><Relationship Id="rId16" Type="http://schemas.openxmlformats.org/officeDocument/2006/relationships/image" Target="../media/image5.jpeg"/><Relationship Id="rId1" Type="http://schemas.openxmlformats.org/officeDocument/2006/relationships/tags" Target="../tags/tag151.xml"/><Relationship Id="rId6" Type="http://schemas.openxmlformats.org/officeDocument/2006/relationships/tags" Target="../tags/tag156.xml"/><Relationship Id="rId11" Type="http://schemas.openxmlformats.org/officeDocument/2006/relationships/tags" Target="../tags/tag161.xml"/><Relationship Id="rId5" Type="http://schemas.openxmlformats.org/officeDocument/2006/relationships/tags" Target="../tags/tag155.xml"/><Relationship Id="rId15" Type="http://schemas.openxmlformats.org/officeDocument/2006/relationships/image" Target="../media/image8.png"/><Relationship Id="rId10" Type="http://schemas.openxmlformats.org/officeDocument/2006/relationships/tags" Target="../tags/tag160.xml"/><Relationship Id="rId4" Type="http://schemas.openxmlformats.org/officeDocument/2006/relationships/tags" Target="../tags/tag154.xml"/><Relationship Id="rId9" Type="http://schemas.openxmlformats.org/officeDocument/2006/relationships/tags" Target="../tags/tag159.xml"/><Relationship Id="rId14" Type="http://schemas.openxmlformats.org/officeDocument/2006/relationships/image" Target="../media/image1.emf"/></Relationships>
</file>

<file path=ppt/slides/_rels/slide15.xml.rels><?xml version="1.0" encoding="UTF-8" standalone="yes"?>
<Relationships xmlns="http://schemas.openxmlformats.org/package/2006/relationships"><Relationship Id="rId8" Type="http://schemas.openxmlformats.org/officeDocument/2006/relationships/tags" Target="../tags/tag169.xml"/><Relationship Id="rId13" Type="http://schemas.openxmlformats.org/officeDocument/2006/relationships/oleObject" Target="../embeddings/oleObject5.bin"/><Relationship Id="rId3" Type="http://schemas.openxmlformats.org/officeDocument/2006/relationships/tags" Target="../tags/tag164.xml"/><Relationship Id="rId7" Type="http://schemas.openxmlformats.org/officeDocument/2006/relationships/tags" Target="../tags/tag168.xml"/><Relationship Id="rId12" Type="http://schemas.openxmlformats.org/officeDocument/2006/relationships/slideLayout" Target="../slideLayouts/slideLayout49.xml"/><Relationship Id="rId2" Type="http://schemas.openxmlformats.org/officeDocument/2006/relationships/tags" Target="../tags/tag163.xml"/><Relationship Id="rId16" Type="http://schemas.openxmlformats.org/officeDocument/2006/relationships/image" Target="../media/image5.jpeg"/><Relationship Id="rId1" Type="http://schemas.openxmlformats.org/officeDocument/2006/relationships/tags" Target="../tags/tag162.xml"/><Relationship Id="rId6" Type="http://schemas.openxmlformats.org/officeDocument/2006/relationships/tags" Target="../tags/tag167.xml"/><Relationship Id="rId11" Type="http://schemas.openxmlformats.org/officeDocument/2006/relationships/tags" Target="../tags/tag172.xml"/><Relationship Id="rId5" Type="http://schemas.openxmlformats.org/officeDocument/2006/relationships/tags" Target="../tags/tag166.xml"/><Relationship Id="rId15" Type="http://schemas.openxmlformats.org/officeDocument/2006/relationships/image" Target="../media/image8.png"/><Relationship Id="rId10" Type="http://schemas.openxmlformats.org/officeDocument/2006/relationships/tags" Target="../tags/tag171.xml"/><Relationship Id="rId4" Type="http://schemas.openxmlformats.org/officeDocument/2006/relationships/tags" Target="../tags/tag165.xml"/><Relationship Id="rId9" Type="http://schemas.openxmlformats.org/officeDocument/2006/relationships/tags" Target="../tags/tag170.xml"/><Relationship Id="rId14" Type="http://schemas.openxmlformats.org/officeDocument/2006/relationships/image" Target="../media/image1.emf"/></Relationships>
</file>

<file path=ppt/slides/_rels/slide16.xml.rels><?xml version="1.0" encoding="UTF-8" standalone="yes"?>
<Relationships xmlns="http://schemas.openxmlformats.org/package/2006/relationships"><Relationship Id="rId8" Type="http://schemas.openxmlformats.org/officeDocument/2006/relationships/tags" Target="../tags/tag180.xml"/><Relationship Id="rId13" Type="http://schemas.openxmlformats.org/officeDocument/2006/relationships/oleObject" Target="../embeddings/oleObject13.bin"/><Relationship Id="rId18" Type="http://schemas.openxmlformats.org/officeDocument/2006/relationships/image" Target="../media/image48.png"/><Relationship Id="rId3" Type="http://schemas.openxmlformats.org/officeDocument/2006/relationships/tags" Target="../tags/tag175.xml"/><Relationship Id="rId7" Type="http://schemas.openxmlformats.org/officeDocument/2006/relationships/tags" Target="../tags/tag179.xml"/><Relationship Id="rId12" Type="http://schemas.openxmlformats.org/officeDocument/2006/relationships/slideLayout" Target="../slideLayouts/slideLayout49.xml"/><Relationship Id="rId17" Type="http://schemas.openxmlformats.org/officeDocument/2006/relationships/image" Target="../media/image47.png"/><Relationship Id="rId2" Type="http://schemas.openxmlformats.org/officeDocument/2006/relationships/tags" Target="../tags/tag174.xml"/><Relationship Id="rId16" Type="http://schemas.microsoft.com/office/2007/relationships/hdphoto" Target="../media/hdphoto1.wdp"/><Relationship Id="rId20" Type="http://schemas.openxmlformats.org/officeDocument/2006/relationships/image" Target="../media/image5.jpeg"/><Relationship Id="rId1" Type="http://schemas.openxmlformats.org/officeDocument/2006/relationships/tags" Target="../tags/tag173.xml"/><Relationship Id="rId6" Type="http://schemas.openxmlformats.org/officeDocument/2006/relationships/tags" Target="../tags/tag178.xml"/><Relationship Id="rId11" Type="http://schemas.openxmlformats.org/officeDocument/2006/relationships/tags" Target="../tags/tag183.xml"/><Relationship Id="rId5" Type="http://schemas.openxmlformats.org/officeDocument/2006/relationships/tags" Target="../tags/tag177.xml"/><Relationship Id="rId15" Type="http://schemas.openxmlformats.org/officeDocument/2006/relationships/image" Target="../media/image46.png"/><Relationship Id="rId10" Type="http://schemas.openxmlformats.org/officeDocument/2006/relationships/tags" Target="../tags/tag182.xml"/><Relationship Id="rId19" Type="http://schemas.openxmlformats.org/officeDocument/2006/relationships/image" Target="../media/image8.png"/><Relationship Id="rId4" Type="http://schemas.openxmlformats.org/officeDocument/2006/relationships/tags" Target="../tags/tag176.xml"/><Relationship Id="rId9" Type="http://schemas.openxmlformats.org/officeDocument/2006/relationships/tags" Target="../tags/tag181.xml"/><Relationship Id="rId1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7" name="think-cell data - do not delete" hidden="1">
            <a:extLst>
              <a:ext uri="{FF2B5EF4-FFF2-40B4-BE49-F238E27FC236}">
                <a16:creationId xmlns:a16="http://schemas.microsoft.com/office/drawing/2014/main" id="{65F4BBA6-28D3-AD30-8ECB-A072861D92E4}"/>
              </a:ext>
            </a:extLst>
          </p:cNvPr>
          <p:cNvGraphicFramePr>
            <a:graphicFrameLocks noChangeAspect="1"/>
          </p:cNvGraphicFramePr>
          <p:nvPr>
            <p:custDataLst>
              <p:tags r:id="rId1"/>
            </p:custDataLst>
            <p:extLst>
              <p:ext uri="{D42A27DB-BD31-4B8C-83A1-F6EECF244321}">
                <p14:modId xmlns:p14="http://schemas.microsoft.com/office/powerpoint/2010/main" val="3578893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3" imgW="471" imgH="473" progId="TCLayout.ActiveDocument.1">
                  <p:embed/>
                </p:oleObj>
              </mc:Choice>
              <mc:Fallback>
                <p:oleObj name="think-cell 幻灯片" r:id="rId13" imgW="471" imgH="473" progId="TCLayout.ActiveDocument.1">
                  <p:embed/>
                  <p:pic>
                    <p:nvPicPr>
                      <p:cNvPr id="67" name="think-cell data - do not delete" hidden="1">
                        <a:extLst>
                          <a:ext uri="{FF2B5EF4-FFF2-40B4-BE49-F238E27FC236}">
                            <a16:creationId xmlns:a16="http://schemas.microsoft.com/office/drawing/2014/main" id="{65F4BBA6-28D3-AD30-8ECB-A072861D92E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pic>
        <p:nvPicPr>
          <p:cNvPr id="19" name="图片 18">
            <a:extLst>
              <a:ext uri="{FF2B5EF4-FFF2-40B4-BE49-F238E27FC236}">
                <a16:creationId xmlns:a16="http://schemas.microsoft.com/office/drawing/2014/main" id="{56AE7798-A732-5ECA-4424-87DD03576C37}"/>
              </a:ext>
            </a:extLst>
          </p:cNvPr>
          <p:cNvPicPr>
            <a:picLocks noChangeAspect="1"/>
          </p:cNvPicPr>
          <p:nvPr/>
        </p:nvPicPr>
        <p:blipFill>
          <a:blip r:embed="rId15" cstate="print">
            <a:extLst>
              <a:ext uri="{28A0092B-C50C-407E-A947-70E740481C1C}">
                <a14:useLocalDpi xmlns:a14="http://schemas.microsoft.com/office/drawing/2010/main" val="0"/>
              </a:ext>
            </a:extLst>
          </a:blip>
          <a:srcRect l="2304" t="9745"/>
          <a:stretch/>
        </p:blipFill>
        <p:spPr>
          <a:xfrm>
            <a:off x="0" y="0"/>
            <a:ext cx="2968252" cy="3143251"/>
          </a:xfrm>
          <a:prstGeom prst="rect">
            <a:avLst/>
          </a:prstGeom>
        </p:spPr>
      </p:pic>
      <p:sp>
        <p:nvSpPr>
          <p:cNvPr id="274" name="小李PPT1"/>
          <p:cNvSpPr/>
          <p:nvPr>
            <p:custDataLst>
              <p:tags r:id="rId2"/>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3"/>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4"/>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5"/>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6"/>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7"/>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8"/>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9"/>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10"/>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1"/>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267" name="小李PPT11">
            <a:extLst>
              <a:ext uri="{FF2B5EF4-FFF2-40B4-BE49-F238E27FC236}">
                <a16:creationId xmlns:a16="http://schemas.microsoft.com/office/drawing/2014/main" id="{E00CE3F1-5B45-F7C7-D558-CF4D4E540D70}"/>
              </a:ext>
            </a:extLst>
          </p:cNvPr>
          <p:cNvGrpSpPr/>
          <p:nvPr/>
        </p:nvGrpSpPr>
        <p:grpSpPr>
          <a:xfrm>
            <a:off x="0" y="-44971"/>
            <a:ext cx="12192000" cy="6857998"/>
            <a:chOff x="0" y="2"/>
            <a:chExt cx="12192000" cy="6857998"/>
          </a:xfrm>
          <a:effectLst/>
        </p:grpSpPr>
        <p:cxnSp>
          <p:nvCxnSpPr>
            <p:cNvPr id="268" name="小李PPT11-1">
              <a:extLst>
                <a:ext uri="{FF2B5EF4-FFF2-40B4-BE49-F238E27FC236}">
                  <a16:creationId xmlns:a16="http://schemas.microsoft.com/office/drawing/2014/main" id="{D149A8DE-5D70-5480-002D-8DB8EA561DD2}"/>
                </a:ext>
              </a:extLst>
            </p:cNvPr>
            <p:cNvCxnSpPr/>
            <p:nvPr/>
          </p:nvCxnSpPr>
          <p:spPr>
            <a:xfrm>
              <a:off x="0" y="291084"/>
              <a:ext cx="12192000" cy="0"/>
            </a:xfrm>
            <a:prstGeom prst="line">
              <a:avLst/>
            </a:prstGeom>
            <a:noFill/>
            <a:ln w="6350" cap="rnd" cmpd="sng" algn="ctr">
              <a:solidFill>
                <a:srgbClr val="E9D6F2">
                  <a:alpha val="43922"/>
                </a:srgbClr>
              </a:solidFill>
              <a:prstDash val="solid"/>
              <a:miter lim="800000"/>
            </a:ln>
            <a:effectLst/>
          </p:spPr>
        </p:cxnSp>
        <p:cxnSp>
          <p:nvCxnSpPr>
            <p:cNvPr id="269" name="小李PPT11-2">
              <a:extLst>
                <a:ext uri="{FF2B5EF4-FFF2-40B4-BE49-F238E27FC236}">
                  <a16:creationId xmlns:a16="http://schemas.microsoft.com/office/drawing/2014/main" id="{12405815-2BB6-8915-822D-91905D766527}"/>
                </a:ext>
              </a:extLst>
            </p:cNvPr>
            <p:cNvCxnSpPr/>
            <p:nvPr/>
          </p:nvCxnSpPr>
          <p:spPr>
            <a:xfrm>
              <a:off x="0" y="640385"/>
              <a:ext cx="12192000" cy="0"/>
            </a:xfrm>
            <a:prstGeom prst="line">
              <a:avLst/>
            </a:prstGeom>
            <a:noFill/>
            <a:ln w="6350" cap="rnd" cmpd="sng" algn="ctr">
              <a:solidFill>
                <a:srgbClr val="E9D6F2">
                  <a:alpha val="43922"/>
                </a:srgbClr>
              </a:solidFill>
              <a:prstDash val="solid"/>
              <a:miter lim="800000"/>
            </a:ln>
            <a:effectLst/>
          </p:spPr>
        </p:cxnSp>
        <p:cxnSp>
          <p:nvCxnSpPr>
            <p:cNvPr id="270" name="小李PPT11-3">
              <a:extLst>
                <a:ext uri="{FF2B5EF4-FFF2-40B4-BE49-F238E27FC236}">
                  <a16:creationId xmlns:a16="http://schemas.microsoft.com/office/drawing/2014/main" id="{142F80B8-DE7C-9802-AED4-8B9E3CC242BA}"/>
                </a:ext>
              </a:extLst>
            </p:cNvPr>
            <p:cNvCxnSpPr/>
            <p:nvPr/>
          </p:nvCxnSpPr>
          <p:spPr>
            <a:xfrm>
              <a:off x="0" y="989685"/>
              <a:ext cx="12192000" cy="0"/>
            </a:xfrm>
            <a:prstGeom prst="line">
              <a:avLst/>
            </a:prstGeom>
            <a:noFill/>
            <a:ln w="6350" cap="rnd" cmpd="sng" algn="ctr">
              <a:solidFill>
                <a:srgbClr val="E9D6F2">
                  <a:alpha val="43922"/>
                </a:srgbClr>
              </a:solidFill>
              <a:prstDash val="solid"/>
              <a:miter lim="800000"/>
            </a:ln>
            <a:effectLst/>
          </p:spPr>
        </p:cxnSp>
        <p:cxnSp>
          <p:nvCxnSpPr>
            <p:cNvPr id="271" name="小李PPT11-4">
              <a:extLst>
                <a:ext uri="{FF2B5EF4-FFF2-40B4-BE49-F238E27FC236}">
                  <a16:creationId xmlns:a16="http://schemas.microsoft.com/office/drawing/2014/main" id="{7ACFC8FC-0E7C-6E37-2D81-F22516A9C047}"/>
                </a:ext>
              </a:extLst>
            </p:cNvPr>
            <p:cNvCxnSpPr/>
            <p:nvPr/>
          </p:nvCxnSpPr>
          <p:spPr>
            <a:xfrm>
              <a:off x="0" y="1338986"/>
              <a:ext cx="12192000" cy="0"/>
            </a:xfrm>
            <a:prstGeom prst="line">
              <a:avLst/>
            </a:prstGeom>
            <a:noFill/>
            <a:ln w="6350" cap="rnd" cmpd="sng" algn="ctr">
              <a:solidFill>
                <a:srgbClr val="E9D6F2">
                  <a:alpha val="43922"/>
                </a:srgbClr>
              </a:solidFill>
              <a:prstDash val="solid"/>
              <a:miter lim="800000"/>
            </a:ln>
            <a:effectLst/>
          </p:spPr>
        </p:cxnSp>
        <p:cxnSp>
          <p:nvCxnSpPr>
            <p:cNvPr id="272" name="小李PPT11-5">
              <a:extLst>
                <a:ext uri="{FF2B5EF4-FFF2-40B4-BE49-F238E27FC236}">
                  <a16:creationId xmlns:a16="http://schemas.microsoft.com/office/drawing/2014/main" id="{4B1541F3-583D-3A73-E035-4135F1592316}"/>
                </a:ext>
              </a:extLst>
            </p:cNvPr>
            <p:cNvCxnSpPr/>
            <p:nvPr/>
          </p:nvCxnSpPr>
          <p:spPr>
            <a:xfrm>
              <a:off x="0" y="1688287"/>
              <a:ext cx="12192000" cy="0"/>
            </a:xfrm>
            <a:prstGeom prst="line">
              <a:avLst/>
            </a:prstGeom>
            <a:noFill/>
            <a:ln w="6350" cap="rnd" cmpd="sng" algn="ctr">
              <a:solidFill>
                <a:srgbClr val="E9D6F2">
                  <a:alpha val="43922"/>
                </a:srgbClr>
              </a:solidFill>
              <a:prstDash val="solid"/>
              <a:miter lim="800000"/>
            </a:ln>
            <a:effectLst/>
          </p:spPr>
        </p:cxnSp>
        <p:cxnSp>
          <p:nvCxnSpPr>
            <p:cNvPr id="273" name="小李PPT11-6">
              <a:extLst>
                <a:ext uri="{FF2B5EF4-FFF2-40B4-BE49-F238E27FC236}">
                  <a16:creationId xmlns:a16="http://schemas.microsoft.com/office/drawing/2014/main" id="{66E042A9-2D0E-3B84-6BB9-F016B7AEEA7C}"/>
                </a:ext>
              </a:extLst>
            </p:cNvPr>
            <p:cNvCxnSpPr/>
            <p:nvPr/>
          </p:nvCxnSpPr>
          <p:spPr>
            <a:xfrm>
              <a:off x="0" y="2037588"/>
              <a:ext cx="12192000" cy="0"/>
            </a:xfrm>
            <a:prstGeom prst="line">
              <a:avLst/>
            </a:prstGeom>
            <a:noFill/>
            <a:ln w="6350" cap="rnd" cmpd="sng" algn="ctr">
              <a:solidFill>
                <a:srgbClr val="E9D6F2">
                  <a:alpha val="43922"/>
                </a:srgbClr>
              </a:solidFill>
              <a:prstDash val="solid"/>
              <a:miter lim="800000"/>
            </a:ln>
            <a:effectLst/>
          </p:spPr>
        </p:cxnSp>
        <p:cxnSp>
          <p:nvCxnSpPr>
            <p:cNvPr id="284" name="小李PPT11-7">
              <a:extLst>
                <a:ext uri="{FF2B5EF4-FFF2-40B4-BE49-F238E27FC236}">
                  <a16:creationId xmlns:a16="http://schemas.microsoft.com/office/drawing/2014/main" id="{06D7C7DA-C60C-6A00-79B5-33A5EB452FC6}"/>
                </a:ext>
              </a:extLst>
            </p:cNvPr>
            <p:cNvCxnSpPr/>
            <p:nvPr/>
          </p:nvCxnSpPr>
          <p:spPr>
            <a:xfrm>
              <a:off x="0" y="2386888"/>
              <a:ext cx="12192000" cy="0"/>
            </a:xfrm>
            <a:prstGeom prst="line">
              <a:avLst/>
            </a:prstGeom>
            <a:noFill/>
            <a:ln w="6350" cap="rnd" cmpd="sng" algn="ctr">
              <a:solidFill>
                <a:srgbClr val="E9D6F2">
                  <a:alpha val="43922"/>
                </a:srgbClr>
              </a:solidFill>
              <a:prstDash val="solid"/>
              <a:miter lim="800000"/>
            </a:ln>
            <a:effectLst/>
          </p:spPr>
        </p:cxnSp>
        <p:cxnSp>
          <p:nvCxnSpPr>
            <p:cNvPr id="285" name="小李PPT11-8">
              <a:extLst>
                <a:ext uri="{FF2B5EF4-FFF2-40B4-BE49-F238E27FC236}">
                  <a16:creationId xmlns:a16="http://schemas.microsoft.com/office/drawing/2014/main" id="{6D0C7100-34C7-043F-36DA-67E2864B1E77}"/>
                </a:ext>
              </a:extLst>
            </p:cNvPr>
            <p:cNvCxnSpPr/>
            <p:nvPr/>
          </p:nvCxnSpPr>
          <p:spPr>
            <a:xfrm>
              <a:off x="0" y="2736189"/>
              <a:ext cx="12192000" cy="0"/>
            </a:xfrm>
            <a:prstGeom prst="line">
              <a:avLst/>
            </a:prstGeom>
            <a:noFill/>
            <a:ln w="6350" cap="rnd" cmpd="sng" algn="ctr">
              <a:solidFill>
                <a:srgbClr val="E9D6F2">
                  <a:alpha val="43922"/>
                </a:srgbClr>
              </a:solidFill>
              <a:prstDash val="solid"/>
              <a:miter lim="800000"/>
            </a:ln>
            <a:effectLst/>
          </p:spPr>
        </p:cxnSp>
        <p:cxnSp>
          <p:nvCxnSpPr>
            <p:cNvPr id="286" name="小李PPT11-9">
              <a:extLst>
                <a:ext uri="{FF2B5EF4-FFF2-40B4-BE49-F238E27FC236}">
                  <a16:creationId xmlns:a16="http://schemas.microsoft.com/office/drawing/2014/main" id="{7DE0E073-233F-1CAC-DFD0-AE043F408038}"/>
                </a:ext>
              </a:extLst>
            </p:cNvPr>
            <p:cNvCxnSpPr/>
            <p:nvPr/>
          </p:nvCxnSpPr>
          <p:spPr>
            <a:xfrm>
              <a:off x="0" y="3085490"/>
              <a:ext cx="12192000" cy="0"/>
            </a:xfrm>
            <a:prstGeom prst="line">
              <a:avLst/>
            </a:prstGeom>
            <a:noFill/>
            <a:ln w="6350" cap="rnd" cmpd="sng" algn="ctr">
              <a:solidFill>
                <a:srgbClr val="E9D6F2">
                  <a:alpha val="43922"/>
                </a:srgbClr>
              </a:solidFill>
              <a:prstDash val="solid"/>
              <a:miter lim="800000"/>
            </a:ln>
            <a:effectLst/>
          </p:spPr>
        </p:cxnSp>
        <p:cxnSp>
          <p:nvCxnSpPr>
            <p:cNvPr id="287" name="小李PPT11-10">
              <a:extLst>
                <a:ext uri="{FF2B5EF4-FFF2-40B4-BE49-F238E27FC236}">
                  <a16:creationId xmlns:a16="http://schemas.microsoft.com/office/drawing/2014/main" id="{EA56C2C0-43C0-D849-356F-9AB3E2465B9B}"/>
                </a:ext>
              </a:extLst>
            </p:cNvPr>
            <p:cNvCxnSpPr/>
            <p:nvPr/>
          </p:nvCxnSpPr>
          <p:spPr>
            <a:xfrm>
              <a:off x="0" y="3434791"/>
              <a:ext cx="12192000" cy="0"/>
            </a:xfrm>
            <a:prstGeom prst="line">
              <a:avLst/>
            </a:prstGeom>
            <a:noFill/>
            <a:ln w="6350" cap="rnd" cmpd="sng" algn="ctr">
              <a:solidFill>
                <a:srgbClr val="E9D6F2">
                  <a:alpha val="43922"/>
                </a:srgbClr>
              </a:solidFill>
              <a:prstDash val="solid"/>
              <a:miter lim="800000"/>
            </a:ln>
            <a:effectLst/>
          </p:spPr>
        </p:cxnSp>
        <p:cxnSp>
          <p:nvCxnSpPr>
            <p:cNvPr id="288" name="小李PPT11-11">
              <a:extLst>
                <a:ext uri="{FF2B5EF4-FFF2-40B4-BE49-F238E27FC236}">
                  <a16:creationId xmlns:a16="http://schemas.microsoft.com/office/drawing/2014/main" id="{254E15E1-1941-52F8-7CAE-C9D37DFCA5AF}"/>
                </a:ext>
              </a:extLst>
            </p:cNvPr>
            <p:cNvCxnSpPr/>
            <p:nvPr/>
          </p:nvCxnSpPr>
          <p:spPr>
            <a:xfrm>
              <a:off x="0" y="3784091"/>
              <a:ext cx="12192000" cy="0"/>
            </a:xfrm>
            <a:prstGeom prst="line">
              <a:avLst/>
            </a:prstGeom>
            <a:noFill/>
            <a:ln w="6350" cap="rnd" cmpd="sng" algn="ctr">
              <a:solidFill>
                <a:srgbClr val="E9D6F2">
                  <a:alpha val="43922"/>
                </a:srgbClr>
              </a:solidFill>
              <a:prstDash val="solid"/>
              <a:miter lim="800000"/>
            </a:ln>
            <a:effectLst/>
          </p:spPr>
        </p:cxnSp>
        <p:cxnSp>
          <p:nvCxnSpPr>
            <p:cNvPr id="289" name="小李PPT11-12">
              <a:extLst>
                <a:ext uri="{FF2B5EF4-FFF2-40B4-BE49-F238E27FC236}">
                  <a16:creationId xmlns:a16="http://schemas.microsoft.com/office/drawing/2014/main" id="{FC67DC33-8B06-C5A7-285A-18E9A62A83E3}"/>
                </a:ext>
              </a:extLst>
            </p:cNvPr>
            <p:cNvCxnSpPr/>
            <p:nvPr/>
          </p:nvCxnSpPr>
          <p:spPr>
            <a:xfrm>
              <a:off x="0" y="4133392"/>
              <a:ext cx="12192000" cy="0"/>
            </a:xfrm>
            <a:prstGeom prst="line">
              <a:avLst/>
            </a:prstGeom>
            <a:noFill/>
            <a:ln w="6350" cap="rnd" cmpd="sng" algn="ctr">
              <a:solidFill>
                <a:srgbClr val="E9D6F2">
                  <a:alpha val="43922"/>
                </a:srgbClr>
              </a:solidFill>
              <a:prstDash val="solid"/>
              <a:miter lim="800000"/>
            </a:ln>
            <a:effectLst/>
          </p:spPr>
        </p:cxnSp>
        <p:cxnSp>
          <p:nvCxnSpPr>
            <p:cNvPr id="290" name="小李PPT11-13">
              <a:extLst>
                <a:ext uri="{FF2B5EF4-FFF2-40B4-BE49-F238E27FC236}">
                  <a16:creationId xmlns:a16="http://schemas.microsoft.com/office/drawing/2014/main" id="{C01CAF94-0D94-A0A5-CC17-8DA7676E27D4}"/>
                </a:ext>
              </a:extLst>
            </p:cNvPr>
            <p:cNvCxnSpPr/>
            <p:nvPr/>
          </p:nvCxnSpPr>
          <p:spPr>
            <a:xfrm>
              <a:off x="0" y="4482693"/>
              <a:ext cx="12192000" cy="0"/>
            </a:xfrm>
            <a:prstGeom prst="line">
              <a:avLst/>
            </a:prstGeom>
            <a:noFill/>
            <a:ln w="6350" cap="rnd" cmpd="sng" algn="ctr">
              <a:solidFill>
                <a:srgbClr val="E9D6F2">
                  <a:alpha val="43922"/>
                </a:srgbClr>
              </a:solidFill>
              <a:prstDash val="solid"/>
              <a:miter lim="800000"/>
            </a:ln>
            <a:effectLst/>
          </p:spPr>
        </p:cxnSp>
        <p:cxnSp>
          <p:nvCxnSpPr>
            <p:cNvPr id="291" name="小李PPT11-14">
              <a:extLst>
                <a:ext uri="{FF2B5EF4-FFF2-40B4-BE49-F238E27FC236}">
                  <a16:creationId xmlns:a16="http://schemas.microsoft.com/office/drawing/2014/main" id="{3C424704-4D6B-B42A-4418-44F53C830A7C}"/>
                </a:ext>
              </a:extLst>
            </p:cNvPr>
            <p:cNvCxnSpPr/>
            <p:nvPr/>
          </p:nvCxnSpPr>
          <p:spPr>
            <a:xfrm>
              <a:off x="0" y="4831994"/>
              <a:ext cx="12192000" cy="0"/>
            </a:xfrm>
            <a:prstGeom prst="line">
              <a:avLst/>
            </a:prstGeom>
            <a:noFill/>
            <a:ln w="6350" cap="rnd" cmpd="sng" algn="ctr">
              <a:solidFill>
                <a:srgbClr val="E9D6F2">
                  <a:alpha val="43922"/>
                </a:srgbClr>
              </a:solidFill>
              <a:prstDash val="solid"/>
              <a:miter lim="800000"/>
            </a:ln>
            <a:effectLst/>
          </p:spPr>
        </p:cxnSp>
        <p:cxnSp>
          <p:nvCxnSpPr>
            <p:cNvPr id="292" name="小李PPT11-15">
              <a:extLst>
                <a:ext uri="{FF2B5EF4-FFF2-40B4-BE49-F238E27FC236}">
                  <a16:creationId xmlns:a16="http://schemas.microsoft.com/office/drawing/2014/main" id="{1B0613AC-5DAE-A539-F142-5B4B136F0118}"/>
                </a:ext>
              </a:extLst>
            </p:cNvPr>
            <p:cNvCxnSpPr/>
            <p:nvPr/>
          </p:nvCxnSpPr>
          <p:spPr>
            <a:xfrm>
              <a:off x="0" y="5181294"/>
              <a:ext cx="12192000" cy="0"/>
            </a:xfrm>
            <a:prstGeom prst="line">
              <a:avLst/>
            </a:prstGeom>
            <a:noFill/>
            <a:ln w="6350" cap="rnd" cmpd="sng" algn="ctr">
              <a:solidFill>
                <a:srgbClr val="E9D6F2">
                  <a:alpha val="43922"/>
                </a:srgbClr>
              </a:solidFill>
              <a:prstDash val="solid"/>
              <a:miter lim="800000"/>
            </a:ln>
            <a:effectLst/>
          </p:spPr>
        </p:cxnSp>
        <p:cxnSp>
          <p:nvCxnSpPr>
            <p:cNvPr id="293" name="小李PPT11-16">
              <a:extLst>
                <a:ext uri="{FF2B5EF4-FFF2-40B4-BE49-F238E27FC236}">
                  <a16:creationId xmlns:a16="http://schemas.microsoft.com/office/drawing/2014/main" id="{A82AC189-FB20-5A34-F29A-29BC661D40C1}"/>
                </a:ext>
              </a:extLst>
            </p:cNvPr>
            <p:cNvCxnSpPr/>
            <p:nvPr/>
          </p:nvCxnSpPr>
          <p:spPr>
            <a:xfrm>
              <a:off x="0" y="5530595"/>
              <a:ext cx="12192000" cy="0"/>
            </a:xfrm>
            <a:prstGeom prst="line">
              <a:avLst/>
            </a:prstGeom>
            <a:noFill/>
            <a:ln w="6350" cap="rnd" cmpd="sng" algn="ctr">
              <a:solidFill>
                <a:srgbClr val="E9D6F2">
                  <a:alpha val="43922"/>
                </a:srgbClr>
              </a:solidFill>
              <a:prstDash val="solid"/>
              <a:miter lim="800000"/>
            </a:ln>
            <a:effectLst/>
          </p:spPr>
        </p:cxnSp>
        <p:cxnSp>
          <p:nvCxnSpPr>
            <p:cNvPr id="294" name="小李PPT11-17">
              <a:extLst>
                <a:ext uri="{FF2B5EF4-FFF2-40B4-BE49-F238E27FC236}">
                  <a16:creationId xmlns:a16="http://schemas.microsoft.com/office/drawing/2014/main" id="{76B83A31-2D9E-D7BD-CA39-2AE556A84190}"/>
                </a:ext>
              </a:extLst>
            </p:cNvPr>
            <p:cNvCxnSpPr/>
            <p:nvPr/>
          </p:nvCxnSpPr>
          <p:spPr>
            <a:xfrm rot="5400000">
              <a:off x="2180157" y="3429001"/>
              <a:ext cx="6857998" cy="0"/>
            </a:xfrm>
            <a:prstGeom prst="line">
              <a:avLst/>
            </a:prstGeom>
            <a:noFill/>
            <a:ln w="6350" cap="rnd" cmpd="sng" algn="ctr">
              <a:solidFill>
                <a:srgbClr val="E9D6F2">
                  <a:alpha val="43922"/>
                </a:srgbClr>
              </a:solidFill>
              <a:prstDash val="solid"/>
              <a:miter lim="800000"/>
            </a:ln>
            <a:effectLst/>
          </p:spPr>
        </p:cxnSp>
        <p:cxnSp>
          <p:nvCxnSpPr>
            <p:cNvPr id="295" name="小李PPT11-18">
              <a:extLst>
                <a:ext uri="{FF2B5EF4-FFF2-40B4-BE49-F238E27FC236}">
                  <a16:creationId xmlns:a16="http://schemas.microsoft.com/office/drawing/2014/main" id="{895F1AE6-1ED3-945C-7DBD-11795EA54ABE}"/>
                </a:ext>
              </a:extLst>
            </p:cNvPr>
            <p:cNvCxnSpPr/>
            <p:nvPr/>
          </p:nvCxnSpPr>
          <p:spPr>
            <a:xfrm rot="5400000">
              <a:off x="1826337" y="3429001"/>
              <a:ext cx="6857998" cy="0"/>
            </a:xfrm>
            <a:prstGeom prst="line">
              <a:avLst/>
            </a:prstGeom>
            <a:noFill/>
            <a:ln w="6350" cap="rnd" cmpd="sng" algn="ctr">
              <a:solidFill>
                <a:srgbClr val="E9D6F2">
                  <a:alpha val="43922"/>
                </a:srgbClr>
              </a:solidFill>
              <a:prstDash val="solid"/>
              <a:miter lim="800000"/>
            </a:ln>
            <a:effectLst/>
          </p:spPr>
        </p:cxnSp>
        <p:cxnSp>
          <p:nvCxnSpPr>
            <p:cNvPr id="296" name="小李PPT11-19">
              <a:extLst>
                <a:ext uri="{FF2B5EF4-FFF2-40B4-BE49-F238E27FC236}">
                  <a16:creationId xmlns:a16="http://schemas.microsoft.com/office/drawing/2014/main" id="{762323E0-65C1-CE4A-4F8F-B2AA3BD5F737}"/>
                </a:ext>
              </a:extLst>
            </p:cNvPr>
            <p:cNvCxnSpPr/>
            <p:nvPr/>
          </p:nvCxnSpPr>
          <p:spPr>
            <a:xfrm rot="5400000">
              <a:off x="1472518" y="3429001"/>
              <a:ext cx="6857998" cy="0"/>
            </a:xfrm>
            <a:prstGeom prst="line">
              <a:avLst/>
            </a:prstGeom>
            <a:noFill/>
            <a:ln w="6350" cap="rnd" cmpd="sng" algn="ctr">
              <a:solidFill>
                <a:srgbClr val="E9D6F2">
                  <a:alpha val="43922"/>
                </a:srgbClr>
              </a:solidFill>
              <a:prstDash val="solid"/>
              <a:miter lim="800000"/>
            </a:ln>
            <a:effectLst/>
          </p:spPr>
        </p:cxnSp>
        <p:cxnSp>
          <p:nvCxnSpPr>
            <p:cNvPr id="297" name="小李PPT11-20">
              <a:extLst>
                <a:ext uri="{FF2B5EF4-FFF2-40B4-BE49-F238E27FC236}">
                  <a16:creationId xmlns:a16="http://schemas.microsoft.com/office/drawing/2014/main" id="{F16FA46A-61DA-8608-A3F1-EB417B6C7478}"/>
                </a:ext>
              </a:extLst>
            </p:cNvPr>
            <p:cNvCxnSpPr/>
            <p:nvPr/>
          </p:nvCxnSpPr>
          <p:spPr>
            <a:xfrm rot="5400000">
              <a:off x="1118698" y="3429001"/>
              <a:ext cx="6857998" cy="0"/>
            </a:xfrm>
            <a:prstGeom prst="line">
              <a:avLst/>
            </a:prstGeom>
            <a:noFill/>
            <a:ln w="6350" cap="rnd" cmpd="sng" algn="ctr">
              <a:solidFill>
                <a:srgbClr val="E9D6F2">
                  <a:alpha val="43922"/>
                </a:srgbClr>
              </a:solidFill>
              <a:prstDash val="solid"/>
              <a:miter lim="800000"/>
            </a:ln>
            <a:effectLst/>
          </p:spPr>
        </p:cxnSp>
        <p:cxnSp>
          <p:nvCxnSpPr>
            <p:cNvPr id="298" name="小李PPT11-21">
              <a:extLst>
                <a:ext uri="{FF2B5EF4-FFF2-40B4-BE49-F238E27FC236}">
                  <a16:creationId xmlns:a16="http://schemas.microsoft.com/office/drawing/2014/main" id="{837CC4D4-E4DB-55F1-C903-5BAFBE536376}"/>
                </a:ext>
              </a:extLst>
            </p:cNvPr>
            <p:cNvCxnSpPr/>
            <p:nvPr/>
          </p:nvCxnSpPr>
          <p:spPr>
            <a:xfrm rot="5400000">
              <a:off x="764879" y="3429001"/>
              <a:ext cx="6857998" cy="0"/>
            </a:xfrm>
            <a:prstGeom prst="line">
              <a:avLst/>
            </a:prstGeom>
            <a:noFill/>
            <a:ln w="6350" cap="rnd" cmpd="sng" algn="ctr">
              <a:solidFill>
                <a:srgbClr val="E9D6F2">
                  <a:alpha val="43922"/>
                </a:srgbClr>
              </a:solidFill>
              <a:prstDash val="solid"/>
              <a:miter lim="800000"/>
            </a:ln>
            <a:effectLst/>
          </p:spPr>
        </p:cxnSp>
        <p:cxnSp>
          <p:nvCxnSpPr>
            <p:cNvPr id="299" name="小李PPT11-22">
              <a:extLst>
                <a:ext uri="{FF2B5EF4-FFF2-40B4-BE49-F238E27FC236}">
                  <a16:creationId xmlns:a16="http://schemas.microsoft.com/office/drawing/2014/main" id="{A18F6059-82B4-C7AD-5331-2ACCF967110E}"/>
                </a:ext>
              </a:extLst>
            </p:cNvPr>
            <p:cNvCxnSpPr/>
            <p:nvPr/>
          </p:nvCxnSpPr>
          <p:spPr>
            <a:xfrm rot="5400000">
              <a:off x="411061" y="3429001"/>
              <a:ext cx="6857998" cy="0"/>
            </a:xfrm>
            <a:prstGeom prst="line">
              <a:avLst/>
            </a:prstGeom>
            <a:noFill/>
            <a:ln w="6350" cap="rnd" cmpd="sng" algn="ctr">
              <a:solidFill>
                <a:srgbClr val="E9D6F2">
                  <a:alpha val="43922"/>
                </a:srgbClr>
              </a:solidFill>
              <a:prstDash val="solid"/>
              <a:miter lim="800000"/>
            </a:ln>
            <a:effectLst/>
          </p:spPr>
        </p:cxnSp>
        <p:cxnSp>
          <p:nvCxnSpPr>
            <p:cNvPr id="300" name="小李PPT11-23">
              <a:extLst>
                <a:ext uri="{FF2B5EF4-FFF2-40B4-BE49-F238E27FC236}">
                  <a16:creationId xmlns:a16="http://schemas.microsoft.com/office/drawing/2014/main" id="{A9A85CAC-8B8C-CFE6-AB4A-7F43E4A9D781}"/>
                </a:ext>
              </a:extLst>
            </p:cNvPr>
            <p:cNvCxnSpPr/>
            <p:nvPr/>
          </p:nvCxnSpPr>
          <p:spPr>
            <a:xfrm rot="5400000">
              <a:off x="57241" y="3429001"/>
              <a:ext cx="6857998" cy="0"/>
            </a:xfrm>
            <a:prstGeom prst="line">
              <a:avLst/>
            </a:prstGeom>
            <a:noFill/>
            <a:ln w="6350" cap="rnd" cmpd="sng" algn="ctr">
              <a:solidFill>
                <a:srgbClr val="E9D6F2">
                  <a:alpha val="43922"/>
                </a:srgbClr>
              </a:solidFill>
              <a:prstDash val="solid"/>
              <a:miter lim="800000"/>
            </a:ln>
            <a:effectLst/>
          </p:spPr>
        </p:cxnSp>
        <p:cxnSp>
          <p:nvCxnSpPr>
            <p:cNvPr id="301" name="小李PPT11-24">
              <a:extLst>
                <a:ext uri="{FF2B5EF4-FFF2-40B4-BE49-F238E27FC236}">
                  <a16:creationId xmlns:a16="http://schemas.microsoft.com/office/drawing/2014/main" id="{A084D740-B9DB-BA65-905B-6C99371D7667}"/>
                </a:ext>
              </a:extLst>
            </p:cNvPr>
            <p:cNvCxnSpPr/>
            <p:nvPr/>
          </p:nvCxnSpPr>
          <p:spPr>
            <a:xfrm rot="5400000">
              <a:off x="-296578" y="3429001"/>
              <a:ext cx="6857998" cy="0"/>
            </a:xfrm>
            <a:prstGeom prst="line">
              <a:avLst/>
            </a:prstGeom>
            <a:noFill/>
            <a:ln w="6350" cap="rnd" cmpd="sng" algn="ctr">
              <a:solidFill>
                <a:srgbClr val="E9D6F2">
                  <a:alpha val="43922"/>
                </a:srgbClr>
              </a:solidFill>
              <a:prstDash val="solid"/>
              <a:miter lim="800000"/>
            </a:ln>
            <a:effectLst/>
          </p:spPr>
        </p:cxnSp>
        <p:cxnSp>
          <p:nvCxnSpPr>
            <p:cNvPr id="302" name="小李PPT11-25">
              <a:extLst>
                <a:ext uri="{FF2B5EF4-FFF2-40B4-BE49-F238E27FC236}">
                  <a16:creationId xmlns:a16="http://schemas.microsoft.com/office/drawing/2014/main" id="{4BC52A2B-58EE-7F90-8026-B11F33CD56A7}"/>
                </a:ext>
              </a:extLst>
            </p:cNvPr>
            <p:cNvCxnSpPr/>
            <p:nvPr/>
          </p:nvCxnSpPr>
          <p:spPr>
            <a:xfrm rot="5400000">
              <a:off x="-650398" y="3429001"/>
              <a:ext cx="6857998" cy="0"/>
            </a:xfrm>
            <a:prstGeom prst="line">
              <a:avLst/>
            </a:prstGeom>
            <a:noFill/>
            <a:ln w="6350" cap="rnd" cmpd="sng" algn="ctr">
              <a:solidFill>
                <a:srgbClr val="E9D6F2">
                  <a:alpha val="43922"/>
                </a:srgbClr>
              </a:solidFill>
              <a:prstDash val="solid"/>
              <a:miter lim="800000"/>
            </a:ln>
            <a:effectLst/>
          </p:spPr>
        </p:cxnSp>
        <p:cxnSp>
          <p:nvCxnSpPr>
            <p:cNvPr id="303" name="小李PPT11-26">
              <a:extLst>
                <a:ext uri="{FF2B5EF4-FFF2-40B4-BE49-F238E27FC236}">
                  <a16:creationId xmlns:a16="http://schemas.microsoft.com/office/drawing/2014/main" id="{A6CBAFE8-1219-FADF-D00C-CEF2C972633A}"/>
                </a:ext>
              </a:extLst>
            </p:cNvPr>
            <p:cNvCxnSpPr/>
            <p:nvPr/>
          </p:nvCxnSpPr>
          <p:spPr>
            <a:xfrm rot="5400000">
              <a:off x="-1004217" y="3429001"/>
              <a:ext cx="6857998" cy="0"/>
            </a:xfrm>
            <a:prstGeom prst="line">
              <a:avLst/>
            </a:prstGeom>
            <a:noFill/>
            <a:ln w="6350" cap="rnd" cmpd="sng" algn="ctr">
              <a:solidFill>
                <a:srgbClr val="E9D6F2">
                  <a:alpha val="43922"/>
                </a:srgbClr>
              </a:solidFill>
              <a:prstDash val="solid"/>
              <a:miter lim="800000"/>
            </a:ln>
            <a:effectLst/>
          </p:spPr>
        </p:cxnSp>
        <p:cxnSp>
          <p:nvCxnSpPr>
            <p:cNvPr id="304" name="小李PPT11-27">
              <a:extLst>
                <a:ext uri="{FF2B5EF4-FFF2-40B4-BE49-F238E27FC236}">
                  <a16:creationId xmlns:a16="http://schemas.microsoft.com/office/drawing/2014/main" id="{DF86F9CC-48C5-E7C3-9A84-2BB52248DB1E}"/>
                </a:ext>
              </a:extLst>
            </p:cNvPr>
            <p:cNvCxnSpPr/>
            <p:nvPr/>
          </p:nvCxnSpPr>
          <p:spPr>
            <a:xfrm rot="5400000">
              <a:off x="-1358036" y="3429001"/>
              <a:ext cx="6857998" cy="0"/>
            </a:xfrm>
            <a:prstGeom prst="line">
              <a:avLst/>
            </a:prstGeom>
            <a:noFill/>
            <a:ln w="6350" cap="rnd" cmpd="sng" algn="ctr">
              <a:solidFill>
                <a:srgbClr val="E9D6F2">
                  <a:alpha val="43922"/>
                </a:srgbClr>
              </a:solidFill>
              <a:prstDash val="solid"/>
              <a:miter lim="800000"/>
            </a:ln>
            <a:effectLst/>
          </p:spPr>
        </p:cxnSp>
        <p:cxnSp>
          <p:nvCxnSpPr>
            <p:cNvPr id="305" name="小李PPT11-28">
              <a:extLst>
                <a:ext uri="{FF2B5EF4-FFF2-40B4-BE49-F238E27FC236}">
                  <a16:creationId xmlns:a16="http://schemas.microsoft.com/office/drawing/2014/main" id="{634DDDD0-AD3A-E164-6A22-7EA73F0DF471}"/>
                </a:ext>
              </a:extLst>
            </p:cNvPr>
            <p:cNvCxnSpPr/>
            <p:nvPr/>
          </p:nvCxnSpPr>
          <p:spPr>
            <a:xfrm rot="5400000">
              <a:off x="-1711856" y="3429001"/>
              <a:ext cx="6857998" cy="0"/>
            </a:xfrm>
            <a:prstGeom prst="line">
              <a:avLst/>
            </a:prstGeom>
            <a:noFill/>
            <a:ln w="6350" cap="rnd" cmpd="sng" algn="ctr">
              <a:solidFill>
                <a:srgbClr val="E9D6F2">
                  <a:alpha val="43922"/>
                </a:srgbClr>
              </a:solidFill>
              <a:prstDash val="solid"/>
              <a:miter lim="800000"/>
            </a:ln>
            <a:effectLst/>
          </p:spPr>
        </p:cxnSp>
        <p:cxnSp>
          <p:nvCxnSpPr>
            <p:cNvPr id="306" name="小李PPT11-29">
              <a:extLst>
                <a:ext uri="{FF2B5EF4-FFF2-40B4-BE49-F238E27FC236}">
                  <a16:creationId xmlns:a16="http://schemas.microsoft.com/office/drawing/2014/main" id="{E8411CF7-545D-7752-3880-A26682214D26}"/>
                </a:ext>
              </a:extLst>
            </p:cNvPr>
            <p:cNvCxnSpPr/>
            <p:nvPr/>
          </p:nvCxnSpPr>
          <p:spPr>
            <a:xfrm rot="5400000">
              <a:off x="-2065675" y="3429001"/>
              <a:ext cx="6857998" cy="0"/>
            </a:xfrm>
            <a:prstGeom prst="line">
              <a:avLst/>
            </a:prstGeom>
            <a:noFill/>
            <a:ln w="6350" cap="rnd" cmpd="sng" algn="ctr">
              <a:solidFill>
                <a:srgbClr val="E9D6F2">
                  <a:alpha val="43922"/>
                </a:srgbClr>
              </a:solidFill>
              <a:prstDash val="solid"/>
              <a:miter lim="800000"/>
            </a:ln>
            <a:effectLst/>
          </p:spPr>
        </p:cxnSp>
        <p:cxnSp>
          <p:nvCxnSpPr>
            <p:cNvPr id="307" name="小李PPT11-30">
              <a:extLst>
                <a:ext uri="{FF2B5EF4-FFF2-40B4-BE49-F238E27FC236}">
                  <a16:creationId xmlns:a16="http://schemas.microsoft.com/office/drawing/2014/main" id="{9C9BE50B-BAF8-F983-8B86-ADF4C2A49155}"/>
                </a:ext>
              </a:extLst>
            </p:cNvPr>
            <p:cNvCxnSpPr/>
            <p:nvPr/>
          </p:nvCxnSpPr>
          <p:spPr>
            <a:xfrm rot="5400000">
              <a:off x="-2419495" y="3429001"/>
              <a:ext cx="6857998" cy="0"/>
            </a:xfrm>
            <a:prstGeom prst="line">
              <a:avLst/>
            </a:prstGeom>
            <a:noFill/>
            <a:ln w="6350" cap="rnd" cmpd="sng" algn="ctr">
              <a:solidFill>
                <a:srgbClr val="E9D6F2">
                  <a:alpha val="43922"/>
                </a:srgbClr>
              </a:solidFill>
              <a:prstDash val="solid"/>
              <a:miter lim="800000"/>
            </a:ln>
            <a:effectLst/>
          </p:spPr>
        </p:cxnSp>
        <p:cxnSp>
          <p:nvCxnSpPr>
            <p:cNvPr id="308" name="小李PPT11-31">
              <a:extLst>
                <a:ext uri="{FF2B5EF4-FFF2-40B4-BE49-F238E27FC236}">
                  <a16:creationId xmlns:a16="http://schemas.microsoft.com/office/drawing/2014/main" id="{207652CB-EEE9-9E62-ED0C-C5538C2293AA}"/>
                </a:ext>
              </a:extLst>
            </p:cNvPr>
            <p:cNvCxnSpPr/>
            <p:nvPr/>
          </p:nvCxnSpPr>
          <p:spPr>
            <a:xfrm rot="5400000">
              <a:off x="-2773314" y="3429001"/>
              <a:ext cx="6857998" cy="0"/>
            </a:xfrm>
            <a:prstGeom prst="line">
              <a:avLst/>
            </a:prstGeom>
            <a:noFill/>
            <a:ln w="6350" cap="rnd" cmpd="sng" algn="ctr">
              <a:solidFill>
                <a:srgbClr val="E9D6F2">
                  <a:alpha val="43922"/>
                </a:srgbClr>
              </a:solidFill>
              <a:prstDash val="solid"/>
              <a:miter lim="800000"/>
            </a:ln>
            <a:effectLst/>
          </p:spPr>
        </p:cxnSp>
        <p:cxnSp>
          <p:nvCxnSpPr>
            <p:cNvPr id="309" name="小李PPT11-32">
              <a:extLst>
                <a:ext uri="{FF2B5EF4-FFF2-40B4-BE49-F238E27FC236}">
                  <a16:creationId xmlns:a16="http://schemas.microsoft.com/office/drawing/2014/main" id="{6E042C72-6234-B5FE-0F29-46E45950958C}"/>
                </a:ext>
              </a:extLst>
            </p:cNvPr>
            <p:cNvCxnSpPr/>
            <p:nvPr/>
          </p:nvCxnSpPr>
          <p:spPr>
            <a:xfrm rot="5400000">
              <a:off x="-3127134" y="3429001"/>
              <a:ext cx="6857998" cy="0"/>
            </a:xfrm>
            <a:prstGeom prst="line">
              <a:avLst/>
            </a:prstGeom>
            <a:noFill/>
            <a:ln w="6350" cap="rnd" cmpd="sng" algn="ctr">
              <a:solidFill>
                <a:srgbClr val="E9D6F2">
                  <a:alpha val="43922"/>
                </a:srgbClr>
              </a:solidFill>
              <a:prstDash val="solid"/>
              <a:miter lim="800000"/>
            </a:ln>
            <a:effectLst/>
          </p:spPr>
        </p:cxnSp>
        <p:cxnSp>
          <p:nvCxnSpPr>
            <p:cNvPr id="310" name="小李PPT11-33">
              <a:extLst>
                <a:ext uri="{FF2B5EF4-FFF2-40B4-BE49-F238E27FC236}">
                  <a16:creationId xmlns:a16="http://schemas.microsoft.com/office/drawing/2014/main" id="{049B3365-36B4-07A8-6740-9088C537C85B}"/>
                </a:ext>
              </a:extLst>
            </p:cNvPr>
            <p:cNvCxnSpPr/>
            <p:nvPr/>
          </p:nvCxnSpPr>
          <p:spPr>
            <a:xfrm rot="5400000">
              <a:off x="6781801" y="3429001"/>
              <a:ext cx="6857998" cy="0"/>
            </a:xfrm>
            <a:prstGeom prst="line">
              <a:avLst/>
            </a:prstGeom>
            <a:noFill/>
            <a:ln w="6350" cap="rnd" cmpd="sng" algn="ctr">
              <a:solidFill>
                <a:srgbClr val="E9D6F2">
                  <a:alpha val="43922"/>
                </a:srgbClr>
              </a:solidFill>
              <a:prstDash val="solid"/>
              <a:miter lim="800000"/>
            </a:ln>
            <a:effectLst/>
          </p:spPr>
        </p:cxnSp>
        <p:cxnSp>
          <p:nvCxnSpPr>
            <p:cNvPr id="311" name="小李PPT11-34">
              <a:extLst>
                <a:ext uri="{FF2B5EF4-FFF2-40B4-BE49-F238E27FC236}">
                  <a16:creationId xmlns:a16="http://schemas.microsoft.com/office/drawing/2014/main" id="{420CD8AD-E89C-827A-ABCF-1CEBFF0419BA}"/>
                </a:ext>
              </a:extLst>
            </p:cNvPr>
            <p:cNvCxnSpPr/>
            <p:nvPr/>
          </p:nvCxnSpPr>
          <p:spPr>
            <a:xfrm rot="5400000">
              <a:off x="6427982" y="3429001"/>
              <a:ext cx="6857998" cy="0"/>
            </a:xfrm>
            <a:prstGeom prst="line">
              <a:avLst/>
            </a:prstGeom>
            <a:noFill/>
            <a:ln w="6350" cap="rnd" cmpd="sng" algn="ctr">
              <a:solidFill>
                <a:srgbClr val="E9D6F2">
                  <a:alpha val="43922"/>
                </a:srgbClr>
              </a:solidFill>
              <a:prstDash val="solid"/>
              <a:miter lim="800000"/>
            </a:ln>
            <a:effectLst/>
          </p:spPr>
        </p:cxnSp>
        <p:cxnSp>
          <p:nvCxnSpPr>
            <p:cNvPr id="312" name="小李PPT11-35">
              <a:extLst>
                <a:ext uri="{FF2B5EF4-FFF2-40B4-BE49-F238E27FC236}">
                  <a16:creationId xmlns:a16="http://schemas.microsoft.com/office/drawing/2014/main" id="{137F6894-5BEE-7333-0AA7-51A1C2BAD20B}"/>
                </a:ext>
              </a:extLst>
            </p:cNvPr>
            <p:cNvCxnSpPr/>
            <p:nvPr/>
          </p:nvCxnSpPr>
          <p:spPr>
            <a:xfrm rot="5400000">
              <a:off x="6074162" y="3429001"/>
              <a:ext cx="6857998" cy="0"/>
            </a:xfrm>
            <a:prstGeom prst="line">
              <a:avLst/>
            </a:prstGeom>
            <a:noFill/>
            <a:ln w="6350" cap="rnd" cmpd="sng" algn="ctr">
              <a:solidFill>
                <a:srgbClr val="E9D6F2">
                  <a:alpha val="43922"/>
                </a:srgbClr>
              </a:solidFill>
              <a:prstDash val="solid"/>
              <a:miter lim="800000"/>
            </a:ln>
            <a:effectLst/>
          </p:spPr>
        </p:cxnSp>
        <p:cxnSp>
          <p:nvCxnSpPr>
            <p:cNvPr id="313" name="小李PPT11-36">
              <a:extLst>
                <a:ext uri="{FF2B5EF4-FFF2-40B4-BE49-F238E27FC236}">
                  <a16:creationId xmlns:a16="http://schemas.microsoft.com/office/drawing/2014/main" id="{277488F4-28EB-DBB0-868B-C75D2ED71605}"/>
                </a:ext>
              </a:extLst>
            </p:cNvPr>
            <p:cNvCxnSpPr/>
            <p:nvPr/>
          </p:nvCxnSpPr>
          <p:spPr>
            <a:xfrm rot="5400000">
              <a:off x="5720343" y="3429001"/>
              <a:ext cx="6857998" cy="0"/>
            </a:xfrm>
            <a:prstGeom prst="line">
              <a:avLst/>
            </a:prstGeom>
            <a:noFill/>
            <a:ln w="6350" cap="rnd" cmpd="sng" algn="ctr">
              <a:solidFill>
                <a:srgbClr val="E9D6F2">
                  <a:alpha val="43922"/>
                </a:srgbClr>
              </a:solidFill>
              <a:prstDash val="solid"/>
              <a:miter lim="800000"/>
            </a:ln>
            <a:effectLst/>
          </p:spPr>
        </p:cxnSp>
        <p:cxnSp>
          <p:nvCxnSpPr>
            <p:cNvPr id="314" name="小李PPT11-37">
              <a:extLst>
                <a:ext uri="{FF2B5EF4-FFF2-40B4-BE49-F238E27FC236}">
                  <a16:creationId xmlns:a16="http://schemas.microsoft.com/office/drawing/2014/main" id="{87F177A2-A3F1-22FA-9DBD-ABFD01923873}"/>
                </a:ext>
              </a:extLst>
            </p:cNvPr>
            <p:cNvCxnSpPr/>
            <p:nvPr/>
          </p:nvCxnSpPr>
          <p:spPr>
            <a:xfrm rot="5400000">
              <a:off x="5366523" y="3429001"/>
              <a:ext cx="6857998" cy="0"/>
            </a:xfrm>
            <a:prstGeom prst="line">
              <a:avLst/>
            </a:prstGeom>
            <a:noFill/>
            <a:ln w="6350" cap="sq" cmpd="dbl" algn="ctr">
              <a:solidFill>
                <a:srgbClr val="E9D6F2">
                  <a:alpha val="43922"/>
                </a:srgbClr>
              </a:solidFill>
              <a:prstDash val="solid"/>
              <a:miter lim="800000"/>
            </a:ln>
            <a:effectLst/>
          </p:spPr>
        </p:cxnSp>
        <p:cxnSp>
          <p:nvCxnSpPr>
            <p:cNvPr id="315" name="小李PPT11-38">
              <a:extLst>
                <a:ext uri="{FF2B5EF4-FFF2-40B4-BE49-F238E27FC236}">
                  <a16:creationId xmlns:a16="http://schemas.microsoft.com/office/drawing/2014/main" id="{0AECCCE5-CE1D-767C-75D0-BAF3B6E005EE}"/>
                </a:ext>
              </a:extLst>
            </p:cNvPr>
            <p:cNvCxnSpPr/>
            <p:nvPr/>
          </p:nvCxnSpPr>
          <p:spPr>
            <a:xfrm rot="5400000">
              <a:off x="5012704" y="3429001"/>
              <a:ext cx="6857998" cy="0"/>
            </a:xfrm>
            <a:prstGeom prst="line">
              <a:avLst/>
            </a:prstGeom>
            <a:noFill/>
            <a:ln w="6350" cap="rnd" cmpd="sng" algn="ctr">
              <a:solidFill>
                <a:srgbClr val="E9D6F2">
                  <a:alpha val="43922"/>
                </a:srgbClr>
              </a:solidFill>
              <a:prstDash val="solid"/>
              <a:miter lim="800000"/>
            </a:ln>
            <a:effectLst/>
          </p:spPr>
        </p:cxnSp>
        <p:cxnSp>
          <p:nvCxnSpPr>
            <p:cNvPr id="316" name="小李PPT11-39">
              <a:extLst>
                <a:ext uri="{FF2B5EF4-FFF2-40B4-BE49-F238E27FC236}">
                  <a16:creationId xmlns:a16="http://schemas.microsoft.com/office/drawing/2014/main" id="{CB7F1A7A-E6A0-7A68-3F2B-34A01BDAC13B}"/>
                </a:ext>
              </a:extLst>
            </p:cNvPr>
            <p:cNvCxnSpPr/>
            <p:nvPr/>
          </p:nvCxnSpPr>
          <p:spPr>
            <a:xfrm rot="5400000">
              <a:off x="4658885" y="3429001"/>
              <a:ext cx="6857998" cy="0"/>
            </a:xfrm>
            <a:prstGeom prst="line">
              <a:avLst/>
            </a:prstGeom>
            <a:noFill/>
            <a:ln w="6350" cap="rnd" cmpd="sng" algn="ctr">
              <a:solidFill>
                <a:srgbClr val="E9D6F2">
                  <a:alpha val="43922"/>
                </a:srgbClr>
              </a:solidFill>
              <a:prstDash val="solid"/>
              <a:miter lim="800000"/>
            </a:ln>
            <a:effectLst/>
          </p:spPr>
        </p:cxnSp>
        <p:cxnSp>
          <p:nvCxnSpPr>
            <p:cNvPr id="317" name="小李PPT11-40">
              <a:extLst>
                <a:ext uri="{FF2B5EF4-FFF2-40B4-BE49-F238E27FC236}">
                  <a16:creationId xmlns:a16="http://schemas.microsoft.com/office/drawing/2014/main" id="{9E312751-11DF-6422-C789-4B449ADC5DE9}"/>
                </a:ext>
              </a:extLst>
            </p:cNvPr>
            <p:cNvCxnSpPr/>
            <p:nvPr/>
          </p:nvCxnSpPr>
          <p:spPr>
            <a:xfrm rot="5400000">
              <a:off x="4305065" y="3429001"/>
              <a:ext cx="6857998" cy="0"/>
            </a:xfrm>
            <a:prstGeom prst="line">
              <a:avLst/>
            </a:prstGeom>
            <a:noFill/>
            <a:ln w="6350" cap="rnd" cmpd="sng" algn="ctr">
              <a:solidFill>
                <a:srgbClr val="E9D6F2">
                  <a:alpha val="43922"/>
                </a:srgbClr>
              </a:solidFill>
              <a:prstDash val="solid"/>
              <a:miter lim="800000"/>
            </a:ln>
            <a:effectLst/>
          </p:spPr>
        </p:cxnSp>
        <p:cxnSp>
          <p:nvCxnSpPr>
            <p:cNvPr id="318" name="小李PPT11-41">
              <a:extLst>
                <a:ext uri="{FF2B5EF4-FFF2-40B4-BE49-F238E27FC236}">
                  <a16:creationId xmlns:a16="http://schemas.microsoft.com/office/drawing/2014/main" id="{F61C06DF-F39E-C689-56B9-7D96478DB0A2}"/>
                </a:ext>
              </a:extLst>
            </p:cNvPr>
            <p:cNvCxnSpPr/>
            <p:nvPr/>
          </p:nvCxnSpPr>
          <p:spPr>
            <a:xfrm rot="5400000">
              <a:off x="3951246" y="3429001"/>
              <a:ext cx="6857998" cy="0"/>
            </a:xfrm>
            <a:prstGeom prst="line">
              <a:avLst/>
            </a:prstGeom>
            <a:noFill/>
            <a:ln w="6350" cap="rnd" cmpd="sng" algn="ctr">
              <a:solidFill>
                <a:srgbClr val="E9D6F2">
                  <a:alpha val="43922"/>
                </a:srgbClr>
              </a:solidFill>
              <a:prstDash val="solid"/>
              <a:miter lim="800000"/>
            </a:ln>
            <a:effectLst/>
          </p:spPr>
        </p:cxnSp>
        <p:cxnSp>
          <p:nvCxnSpPr>
            <p:cNvPr id="319" name="小李PPT11-42">
              <a:extLst>
                <a:ext uri="{FF2B5EF4-FFF2-40B4-BE49-F238E27FC236}">
                  <a16:creationId xmlns:a16="http://schemas.microsoft.com/office/drawing/2014/main" id="{821DE1F9-6A60-BD97-B7F4-92D265C76E6E}"/>
                </a:ext>
              </a:extLst>
            </p:cNvPr>
            <p:cNvCxnSpPr/>
            <p:nvPr/>
          </p:nvCxnSpPr>
          <p:spPr>
            <a:xfrm rot="5400000">
              <a:off x="3597426" y="3429001"/>
              <a:ext cx="6857998" cy="0"/>
            </a:xfrm>
            <a:prstGeom prst="line">
              <a:avLst/>
            </a:prstGeom>
            <a:noFill/>
            <a:ln w="6350" cap="rnd" cmpd="sng" algn="ctr">
              <a:solidFill>
                <a:srgbClr val="E9D6F2">
                  <a:alpha val="43922"/>
                </a:srgbClr>
              </a:solidFill>
              <a:prstDash val="solid"/>
              <a:miter lim="800000"/>
            </a:ln>
            <a:effectLst/>
          </p:spPr>
        </p:cxnSp>
        <p:cxnSp>
          <p:nvCxnSpPr>
            <p:cNvPr id="320" name="小李PPT11-43">
              <a:extLst>
                <a:ext uri="{FF2B5EF4-FFF2-40B4-BE49-F238E27FC236}">
                  <a16:creationId xmlns:a16="http://schemas.microsoft.com/office/drawing/2014/main" id="{4DC49DD9-18C9-B5B1-AFC4-AAECE95C9F41}"/>
                </a:ext>
              </a:extLst>
            </p:cNvPr>
            <p:cNvCxnSpPr/>
            <p:nvPr/>
          </p:nvCxnSpPr>
          <p:spPr>
            <a:xfrm rot="5400000">
              <a:off x="3243607" y="3429001"/>
              <a:ext cx="6857998" cy="0"/>
            </a:xfrm>
            <a:prstGeom prst="line">
              <a:avLst/>
            </a:prstGeom>
            <a:noFill/>
            <a:ln w="6350" cap="rnd" cmpd="sng" algn="ctr">
              <a:solidFill>
                <a:srgbClr val="E9D6F2">
                  <a:alpha val="43922"/>
                </a:srgbClr>
              </a:solidFill>
              <a:prstDash val="solid"/>
              <a:miter lim="800000"/>
            </a:ln>
            <a:effectLst/>
          </p:spPr>
        </p:cxnSp>
        <p:cxnSp>
          <p:nvCxnSpPr>
            <p:cNvPr id="321" name="小李PPT11-44">
              <a:extLst>
                <a:ext uri="{FF2B5EF4-FFF2-40B4-BE49-F238E27FC236}">
                  <a16:creationId xmlns:a16="http://schemas.microsoft.com/office/drawing/2014/main" id="{7F79D255-A1F0-9774-6C70-8389D2C97FDF}"/>
                </a:ext>
              </a:extLst>
            </p:cNvPr>
            <p:cNvCxnSpPr/>
            <p:nvPr/>
          </p:nvCxnSpPr>
          <p:spPr>
            <a:xfrm rot="5400000">
              <a:off x="2889789" y="3429001"/>
              <a:ext cx="6857998" cy="0"/>
            </a:xfrm>
            <a:prstGeom prst="line">
              <a:avLst/>
            </a:prstGeom>
            <a:noFill/>
            <a:ln w="6350" cap="rnd" cmpd="sng" algn="ctr">
              <a:solidFill>
                <a:srgbClr val="E9D6F2">
                  <a:alpha val="43922"/>
                </a:srgbClr>
              </a:solidFill>
              <a:prstDash val="solid"/>
              <a:miter lim="800000"/>
            </a:ln>
            <a:effectLst/>
          </p:spPr>
        </p:cxnSp>
        <p:cxnSp>
          <p:nvCxnSpPr>
            <p:cNvPr id="322" name="小李PPT11-45">
              <a:extLst>
                <a:ext uri="{FF2B5EF4-FFF2-40B4-BE49-F238E27FC236}">
                  <a16:creationId xmlns:a16="http://schemas.microsoft.com/office/drawing/2014/main" id="{AF475B96-315D-746A-65A7-19DC016186CA}"/>
                </a:ext>
              </a:extLst>
            </p:cNvPr>
            <p:cNvCxnSpPr/>
            <p:nvPr/>
          </p:nvCxnSpPr>
          <p:spPr>
            <a:xfrm rot="5400000">
              <a:off x="2535969" y="3429001"/>
              <a:ext cx="6857998" cy="0"/>
            </a:xfrm>
            <a:prstGeom prst="line">
              <a:avLst/>
            </a:prstGeom>
            <a:noFill/>
            <a:ln w="6350" cap="rnd" cmpd="sng" algn="ctr">
              <a:solidFill>
                <a:srgbClr val="E9D6F2">
                  <a:alpha val="43922"/>
                </a:srgbClr>
              </a:solidFill>
              <a:prstDash val="solid"/>
              <a:miter lim="800000"/>
            </a:ln>
            <a:effectLst/>
          </p:spPr>
        </p:cxnSp>
        <p:cxnSp>
          <p:nvCxnSpPr>
            <p:cNvPr id="323" name="小李PPT11-46">
              <a:extLst>
                <a:ext uri="{FF2B5EF4-FFF2-40B4-BE49-F238E27FC236}">
                  <a16:creationId xmlns:a16="http://schemas.microsoft.com/office/drawing/2014/main" id="{781B8F5A-DC8E-1A21-CDAF-9A4AC6FE1570}"/>
                </a:ext>
              </a:extLst>
            </p:cNvPr>
            <p:cNvCxnSpPr/>
            <p:nvPr/>
          </p:nvCxnSpPr>
          <p:spPr>
            <a:xfrm>
              <a:off x="0" y="5868315"/>
              <a:ext cx="12192000" cy="0"/>
            </a:xfrm>
            <a:prstGeom prst="line">
              <a:avLst/>
            </a:prstGeom>
            <a:noFill/>
            <a:ln w="6350" cap="rnd" cmpd="sng" algn="ctr">
              <a:solidFill>
                <a:srgbClr val="E9D6F2">
                  <a:alpha val="43922"/>
                </a:srgbClr>
              </a:solidFill>
              <a:prstDash val="solid"/>
              <a:miter lim="800000"/>
            </a:ln>
            <a:effectLst/>
          </p:spPr>
        </p:cxnSp>
        <p:cxnSp>
          <p:nvCxnSpPr>
            <p:cNvPr id="324" name="小李PPT11-47">
              <a:extLst>
                <a:ext uri="{FF2B5EF4-FFF2-40B4-BE49-F238E27FC236}">
                  <a16:creationId xmlns:a16="http://schemas.microsoft.com/office/drawing/2014/main" id="{96479C3C-8F94-6780-E275-3B6ACB320E08}"/>
                </a:ext>
              </a:extLst>
            </p:cNvPr>
            <p:cNvCxnSpPr/>
            <p:nvPr/>
          </p:nvCxnSpPr>
          <p:spPr>
            <a:xfrm>
              <a:off x="0" y="6217616"/>
              <a:ext cx="12192000" cy="0"/>
            </a:xfrm>
            <a:prstGeom prst="line">
              <a:avLst/>
            </a:prstGeom>
            <a:noFill/>
            <a:ln w="6350" cap="rnd" cmpd="sng" algn="ctr">
              <a:solidFill>
                <a:srgbClr val="E9D6F2">
                  <a:alpha val="43922"/>
                </a:srgbClr>
              </a:solidFill>
              <a:prstDash val="solid"/>
              <a:miter lim="800000"/>
            </a:ln>
            <a:effectLst/>
          </p:spPr>
        </p:cxnSp>
        <p:cxnSp>
          <p:nvCxnSpPr>
            <p:cNvPr id="325" name="小李PPT11-48">
              <a:extLst>
                <a:ext uri="{FF2B5EF4-FFF2-40B4-BE49-F238E27FC236}">
                  <a16:creationId xmlns:a16="http://schemas.microsoft.com/office/drawing/2014/main" id="{E1E294E3-8556-D46B-FF78-3E32C6CFAC92}"/>
                </a:ext>
              </a:extLst>
            </p:cNvPr>
            <p:cNvCxnSpPr/>
            <p:nvPr/>
          </p:nvCxnSpPr>
          <p:spPr>
            <a:xfrm>
              <a:off x="0" y="6566917"/>
              <a:ext cx="12192000" cy="0"/>
            </a:xfrm>
            <a:prstGeom prst="line">
              <a:avLst/>
            </a:prstGeom>
            <a:noFill/>
            <a:ln w="6350" cap="rnd" cmpd="sng" algn="ctr">
              <a:solidFill>
                <a:srgbClr val="E9D6F2">
                  <a:alpha val="43922"/>
                </a:srgbClr>
              </a:solidFill>
              <a:prstDash val="solid"/>
              <a:miter lim="800000"/>
            </a:ln>
            <a:effectLst/>
          </p:spPr>
        </p:cxnSp>
        <p:cxnSp>
          <p:nvCxnSpPr>
            <p:cNvPr id="326" name="小李PPT11-49">
              <a:extLst>
                <a:ext uri="{FF2B5EF4-FFF2-40B4-BE49-F238E27FC236}">
                  <a16:creationId xmlns:a16="http://schemas.microsoft.com/office/drawing/2014/main" id="{7346756B-3873-E60D-A288-7E9A8DFEA634}"/>
                </a:ext>
              </a:extLst>
            </p:cNvPr>
            <p:cNvCxnSpPr/>
            <p:nvPr/>
          </p:nvCxnSpPr>
          <p:spPr>
            <a:xfrm rot="5400000">
              <a:off x="8532255" y="3429001"/>
              <a:ext cx="6857998" cy="0"/>
            </a:xfrm>
            <a:prstGeom prst="line">
              <a:avLst/>
            </a:prstGeom>
            <a:noFill/>
            <a:ln w="6350" cap="rnd" cmpd="sng" algn="ctr">
              <a:solidFill>
                <a:srgbClr val="E9D6F2">
                  <a:alpha val="43922"/>
                </a:srgbClr>
              </a:solidFill>
              <a:prstDash val="solid"/>
              <a:miter lim="800000"/>
            </a:ln>
            <a:effectLst/>
          </p:spPr>
        </p:cxnSp>
        <p:cxnSp>
          <p:nvCxnSpPr>
            <p:cNvPr id="327" name="小李PPT11-50">
              <a:extLst>
                <a:ext uri="{FF2B5EF4-FFF2-40B4-BE49-F238E27FC236}">
                  <a16:creationId xmlns:a16="http://schemas.microsoft.com/office/drawing/2014/main" id="{0A6E9455-03E3-BADC-DDE6-9A8E6C11EF94}"/>
                </a:ext>
              </a:extLst>
            </p:cNvPr>
            <p:cNvCxnSpPr/>
            <p:nvPr/>
          </p:nvCxnSpPr>
          <p:spPr>
            <a:xfrm rot="5400000">
              <a:off x="8178436" y="3429001"/>
              <a:ext cx="6857998" cy="0"/>
            </a:xfrm>
            <a:prstGeom prst="line">
              <a:avLst/>
            </a:prstGeom>
            <a:noFill/>
            <a:ln w="6350" cap="rnd" cmpd="sng" algn="ctr">
              <a:solidFill>
                <a:srgbClr val="E9D6F2">
                  <a:alpha val="43922"/>
                </a:srgbClr>
              </a:solidFill>
              <a:prstDash val="solid"/>
              <a:miter lim="800000"/>
            </a:ln>
            <a:effectLst/>
          </p:spPr>
        </p:cxnSp>
        <p:cxnSp>
          <p:nvCxnSpPr>
            <p:cNvPr id="328" name="小李PPT11-51">
              <a:extLst>
                <a:ext uri="{FF2B5EF4-FFF2-40B4-BE49-F238E27FC236}">
                  <a16:creationId xmlns:a16="http://schemas.microsoft.com/office/drawing/2014/main" id="{2225C28C-74AF-D02A-A946-AF945155C451}"/>
                </a:ext>
              </a:extLst>
            </p:cNvPr>
            <p:cNvCxnSpPr/>
            <p:nvPr/>
          </p:nvCxnSpPr>
          <p:spPr>
            <a:xfrm rot="5400000">
              <a:off x="7824616" y="3429001"/>
              <a:ext cx="6857998" cy="0"/>
            </a:xfrm>
            <a:prstGeom prst="line">
              <a:avLst/>
            </a:prstGeom>
            <a:noFill/>
            <a:ln w="6350" cap="rnd" cmpd="sng" algn="ctr">
              <a:solidFill>
                <a:srgbClr val="E9D6F2">
                  <a:alpha val="43922"/>
                </a:srgbClr>
              </a:solidFill>
              <a:prstDash val="solid"/>
              <a:miter lim="800000"/>
            </a:ln>
            <a:effectLst/>
          </p:spPr>
        </p:cxnSp>
        <p:cxnSp>
          <p:nvCxnSpPr>
            <p:cNvPr id="329" name="小李PPT11-52">
              <a:extLst>
                <a:ext uri="{FF2B5EF4-FFF2-40B4-BE49-F238E27FC236}">
                  <a16:creationId xmlns:a16="http://schemas.microsoft.com/office/drawing/2014/main" id="{36812C8E-00B0-954B-26D4-E52E0009D8D6}"/>
                </a:ext>
              </a:extLst>
            </p:cNvPr>
            <p:cNvCxnSpPr/>
            <p:nvPr/>
          </p:nvCxnSpPr>
          <p:spPr>
            <a:xfrm rot="5400000">
              <a:off x="7470797" y="3429001"/>
              <a:ext cx="6857998" cy="0"/>
            </a:xfrm>
            <a:prstGeom prst="line">
              <a:avLst/>
            </a:prstGeom>
            <a:noFill/>
            <a:ln w="6350" cap="rnd" cmpd="sng" algn="ctr">
              <a:solidFill>
                <a:srgbClr val="E9D6F2">
                  <a:alpha val="43922"/>
                </a:srgbClr>
              </a:solidFill>
              <a:prstDash val="solid"/>
              <a:miter lim="800000"/>
            </a:ln>
            <a:effectLst/>
          </p:spPr>
        </p:cxnSp>
        <p:cxnSp>
          <p:nvCxnSpPr>
            <p:cNvPr id="330" name="小李PPT11-53">
              <a:extLst>
                <a:ext uri="{FF2B5EF4-FFF2-40B4-BE49-F238E27FC236}">
                  <a16:creationId xmlns:a16="http://schemas.microsoft.com/office/drawing/2014/main" id="{AAA0CBAD-C7A5-2E8C-B487-49E82FAF197F}"/>
                </a:ext>
              </a:extLst>
            </p:cNvPr>
            <p:cNvCxnSpPr/>
            <p:nvPr/>
          </p:nvCxnSpPr>
          <p:spPr>
            <a:xfrm rot="5400000">
              <a:off x="7116978" y="3429001"/>
              <a:ext cx="6857998" cy="0"/>
            </a:xfrm>
            <a:prstGeom prst="line">
              <a:avLst/>
            </a:prstGeom>
            <a:noFill/>
            <a:ln w="6350" cap="rnd" cmpd="sng" algn="ctr">
              <a:solidFill>
                <a:srgbClr val="E9D6F2">
                  <a:alpha val="43922"/>
                </a:srgbClr>
              </a:solidFill>
              <a:prstDash val="solid"/>
              <a:miter lim="800000"/>
            </a:ln>
            <a:effectLst/>
          </p:spPr>
        </p:cxnSp>
      </p:grpSp>
      <p:pic>
        <p:nvPicPr>
          <p:cNvPr id="13" name="图片 12">
            <a:extLst>
              <a:ext uri="{FF2B5EF4-FFF2-40B4-BE49-F238E27FC236}">
                <a16:creationId xmlns:a16="http://schemas.microsoft.com/office/drawing/2014/main" id="{D8F88311-2067-580D-E222-6F1B1E2450C7}"/>
              </a:ext>
            </a:extLst>
          </p:cNvPr>
          <p:cNvPicPr>
            <a:picLocks noChangeAspect="1"/>
          </p:cNvPicPr>
          <p:nvPr/>
        </p:nvPicPr>
        <p:blipFill>
          <a:blip r:embed="rId16" cstate="print">
            <a:extLst>
              <a:ext uri="{28A0092B-C50C-407E-A947-70E740481C1C}">
                <a14:useLocalDpi xmlns:a14="http://schemas.microsoft.com/office/drawing/2010/main" val="0"/>
              </a:ext>
            </a:extLst>
          </a:blip>
          <a:srcRect t="23169" b="14431"/>
          <a:stretch/>
        </p:blipFill>
        <p:spPr>
          <a:xfrm>
            <a:off x="68252" y="3593722"/>
            <a:ext cx="3737471" cy="3299121"/>
          </a:xfrm>
          <a:prstGeom prst="rect">
            <a:avLst/>
          </a:prstGeom>
        </p:spPr>
      </p:pic>
      <p:pic>
        <p:nvPicPr>
          <p:cNvPr id="14" name="图片 13" descr="图片包含 桌子, 小, 蛋糕, 蓝色&#10;&#10;描述已自动生成">
            <a:extLst>
              <a:ext uri="{FF2B5EF4-FFF2-40B4-BE49-F238E27FC236}">
                <a16:creationId xmlns:a16="http://schemas.microsoft.com/office/drawing/2014/main" id="{CFAA1DF9-0A6F-220E-0A80-222899808734}"/>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0369963" y="377920"/>
            <a:ext cx="1504926" cy="752463"/>
          </a:xfrm>
          <a:prstGeom prst="rect">
            <a:avLst/>
          </a:prstGeom>
        </p:spPr>
      </p:pic>
      <p:pic>
        <p:nvPicPr>
          <p:cNvPr id="15" name="图片 14" descr="e4f8873b48c92a912ad2b76d31d4d59">
            <a:extLst>
              <a:ext uri="{FF2B5EF4-FFF2-40B4-BE49-F238E27FC236}">
                <a16:creationId xmlns:a16="http://schemas.microsoft.com/office/drawing/2014/main" id="{1BC8E640-A656-765E-D8C8-02DA1F22C722}"/>
              </a:ext>
            </a:extLst>
          </p:cNvPr>
          <p:cNvPicPr>
            <a:picLocks noChangeAspect="1"/>
          </p:cNvPicPr>
          <p:nvPr/>
        </p:nvPicPr>
        <p:blipFill>
          <a:blip r:embed="rId18"/>
          <a:stretch>
            <a:fillRect/>
          </a:stretch>
        </p:blipFill>
        <p:spPr>
          <a:xfrm>
            <a:off x="9447609" y="377437"/>
            <a:ext cx="708660" cy="708660"/>
          </a:xfrm>
          <a:prstGeom prst="rect">
            <a:avLst/>
          </a:prstGeom>
        </p:spPr>
      </p:pic>
      <p:sp>
        <p:nvSpPr>
          <p:cNvPr id="20" name="文本框 19">
            <a:extLst>
              <a:ext uri="{FF2B5EF4-FFF2-40B4-BE49-F238E27FC236}">
                <a16:creationId xmlns:a16="http://schemas.microsoft.com/office/drawing/2014/main" id="{824BEB54-1110-26CE-1687-FCC09E8B5AC4}"/>
              </a:ext>
            </a:extLst>
          </p:cNvPr>
          <p:cNvSpPr txBox="1"/>
          <p:nvPr/>
        </p:nvSpPr>
        <p:spPr>
          <a:xfrm>
            <a:off x="4817185" y="4496600"/>
            <a:ext cx="2292192" cy="914400"/>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lnSpc>
                <a:spcPct val="100000"/>
              </a:lnSpc>
            </a:pPr>
            <a:r>
              <a:rPr lang="en-US" altLang="zh-CN" sz="2800" dirty="0">
                <a:solidFill>
                  <a:srgbClr val="BB39A0"/>
                </a:solidFill>
                <a:latin typeface="汉仪粗仿宋简" panose="02010600000101010101" charset="-122"/>
                <a:ea typeface="汉仪粗仿宋简" panose="02010600000101010101" charset="-122"/>
              </a:rPr>
              <a:t>040-bb</a:t>
            </a:r>
            <a:r>
              <a:rPr lang="zh-CN" altLang="en-US" sz="2800" dirty="0">
                <a:solidFill>
                  <a:srgbClr val="BB39A0"/>
                </a:solidFill>
                <a:latin typeface="汉仪粗仿宋简" panose="02010600000101010101" charset="-122"/>
                <a:ea typeface="汉仪粗仿宋简" panose="02010600000101010101" charset="-122"/>
              </a:rPr>
              <a:t>巴适队</a:t>
            </a:r>
          </a:p>
        </p:txBody>
      </p:sp>
      <p:grpSp>
        <p:nvGrpSpPr>
          <p:cNvPr id="28" name="组合 27">
            <a:extLst>
              <a:ext uri="{FF2B5EF4-FFF2-40B4-BE49-F238E27FC236}">
                <a16:creationId xmlns:a16="http://schemas.microsoft.com/office/drawing/2014/main" id="{900C80F8-2749-61A6-CC58-6A25BD4906CC}"/>
              </a:ext>
            </a:extLst>
          </p:cNvPr>
          <p:cNvGrpSpPr/>
          <p:nvPr/>
        </p:nvGrpSpPr>
        <p:grpSpPr>
          <a:xfrm>
            <a:off x="8104687" y="2925646"/>
            <a:ext cx="3770202" cy="3839477"/>
            <a:chOff x="7272867" y="2519519"/>
            <a:chExt cx="4009994" cy="4009994"/>
          </a:xfrm>
        </p:grpSpPr>
        <p:pic>
          <p:nvPicPr>
            <p:cNvPr id="23" name="图片 22">
              <a:extLst>
                <a:ext uri="{FF2B5EF4-FFF2-40B4-BE49-F238E27FC236}">
                  <a16:creationId xmlns:a16="http://schemas.microsoft.com/office/drawing/2014/main" id="{FEA210A1-B20B-DA03-8F16-7DC4ECC21B4A}"/>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7272867" y="2519519"/>
              <a:ext cx="4009994" cy="4009994"/>
            </a:xfrm>
            <a:prstGeom prst="rect">
              <a:avLst/>
            </a:prstGeom>
          </p:spPr>
        </p:pic>
        <p:pic>
          <p:nvPicPr>
            <p:cNvPr id="26" name="图片 25">
              <a:extLst>
                <a:ext uri="{FF2B5EF4-FFF2-40B4-BE49-F238E27FC236}">
                  <a16:creationId xmlns:a16="http://schemas.microsoft.com/office/drawing/2014/main" id="{1A4FE2B9-01BC-0AE3-BC4D-38B4D09704A4}"/>
                </a:ext>
              </a:extLst>
            </p:cNvPr>
            <p:cNvPicPr>
              <a:picLocks noChangeAspect="1"/>
            </p:cNvPicPr>
            <p:nvPr/>
          </p:nvPicPr>
          <p:blipFill>
            <a:blip r:embed="rId20" cstate="print">
              <a:extLst>
                <a:ext uri="{28A0092B-C50C-407E-A947-70E740481C1C}">
                  <a14:useLocalDpi xmlns:a14="http://schemas.microsoft.com/office/drawing/2010/main" val="0"/>
                </a:ext>
              </a:extLst>
            </a:blip>
            <a:srcRect l="7249" r="47990"/>
            <a:stretch/>
          </p:blipFill>
          <p:spPr>
            <a:xfrm flipH="1">
              <a:off x="8206779" y="3615862"/>
              <a:ext cx="1240830" cy="2772095"/>
            </a:xfrm>
            <a:prstGeom prst="rect">
              <a:avLst/>
            </a:prstGeom>
          </p:spPr>
        </p:pic>
      </p:grpSp>
      <p:sp>
        <p:nvSpPr>
          <p:cNvPr id="16" name="文本框 15">
            <a:extLst>
              <a:ext uri="{FF2B5EF4-FFF2-40B4-BE49-F238E27FC236}">
                <a16:creationId xmlns:a16="http://schemas.microsoft.com/office/drawing/2014/main" id="{E9440DD5-3387-5269-45B7-0861B50E6264}"/>
              </a:ext>
            </a:extLst>
          </p:cNvPr>
          <p:cNvSpPr txBox="1"/>
          <p:nvPr/>
        </p:nvSpPr>
        <p:spPr>
          <a:xfrm>
            <a:off x="1128632" y="1773733"/>
            <a:ext cx="9877615" cy="2445288"/>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lnSpc>
                <a:spcPct val="100000"/>
              </a:lnSpc>
            </a:pPr>
            <a:r>
              <a:rPr lang="zh-CN" altLang="en-US" sz="5400" dirty="0">
                <a:solidFill>
                  <a:srgbClr val="BB39A0"/>
                </a:solidFill>
                <a:latin typeface="汉仪粗仿宋简" panose="02010600000101010101" charset="-122"/>
                <a:ea typeface="汉仪粗仿宋简" panose="02010600000101010101" charset="-122"/>
              </a:rPr>
              <a:t>社交影响力驱动下金融产品</a:t>
            </a:r>
          </a:p>
          <a:p>
            <a:pPr algn="ctr">
              <a:lnSpc>
                <a:spcPct val="100000"/>
              </a:lnSpc>
            </a:pPr>
            <a:r>
              <a:rPr lang="zh-CN" altLang="en-US" sz="5400" dirty="0">
                <a:solidFill>
                  <a:srgbClr val="BB39A0"/>
                </a:solidFill>
                <a:latin typeface="汉仪粗仿宋简" panose="02010600000101010101" charset="-122"/>
                <a:ea typeface="汉仪粗仿宋简" panose="02010600000101010101" charset="-122"/>
              </a:rPr>
              <a:t>扩散的量化机制</a:t>
            </a:r>
          </a:p>
          <a:p>
            <a:pPr algn="r">
              <a:lnSpc>
                <a:spcPct val="100000"/>
              </a:lnSpc>
            </a:pPr>
            <a:r>
              <a:rPr lang="en-US" altLang="zh-CN" sz="2800" dirty="0">
                <a:solidFill>
                  <a:srgbClr val="BB39A0"/>
                </a:solidFill>
                <a:latin typeface="汉仪粗仿宋简" panose="02010600000101010101" charset="-122"/>
                <a:ea typeface="汉仪粗仿宋简" panose="02010600000101010101" charset="-122"/>
              </a:rPr>
              <a:t>——</a:t>
            </a:r>
            <a:r>
              <a:rPr lang="zh-CN" altLang="en-US" sz="2800" dirty="0">
                <a:solidFill>
                  <a:srgbClr val="BB39A0"/>
                </a:solidFill>
                <a:latin typeface="汉仪粗仿宋简" panose="02010600000101010101" charset="-122"/>
                <a:ea typeface="汉仪粗仿宋简" panose="02010600000101010101" charset="-122"/>
              </a:rPr>
              <a:t>基于潜在空间模型的互联网银行商业化应用</a:t>
            </a:r>
          </a:p>
        </p:txBody>
      </p:sp>
      <p:sp>
        <p:nvSpPr>
          <p:cNvPr id="2" name="小李PPT22">
            <a:extLst>
              <a:ext uri="{FF2B5EF4-FFF2-40B4-BE49-F238E27FC236}">
                <a16:creationId xmlns:a16="http://schemas.microsoft.com/office/drawing/2014/main" id="{E7FA9F43-835C-22CE-CF95-7143848B8F94}"/>
              </a:ext>
            </a:extLst>
          </p:cNvPr>
          <p:cNvSpPr txBox="1"/>
          <p:nvPr/>
        </p:nvSpPr>
        <p:spPr>
          <a:xfrm>
            <a:off x="5139306" y="5623287"/>
            <a:ext cx="1647950" cy="400110"/>
          </a:xfrm>
          <a:prstGeom prst="rect">
            <a:avLst/>
          </a:prstGeom>
          <a:noFill/>
          <a:ln>
            <a:noFill/>
          </a:ln>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en-US" sz="2000" dirty="0">
                <a:latin typeface="OPPOSans B" pitchFamily="18" charset="-122"/>
                <a:ea typeface="OPPOSans B" pitchFamily="18" charset="-122"/>
              </a:rPr>
              <a:t>2025.11.16</a:t>
            </a:r>
            <a:endParaRPr lang="zh-CN" altLang="en-US" sz="2000" dirty="0">
              <a:latin typeface="OPPOSans B" pitchFamily="18" charset="-122"/>
              <a:ea typeface="OPPOSans B" pitchFamily="18" charset="-122"/>
            </a:endParaRPr>
          </a:p>
        </p:txBody>
      </p:sp>
    </p:spTree>
    <p:extLst>
      <p:ext uri="{BB962C8B-B14F-4D97-AF65-F5344CB8AC3E}">
        <p14:creationId xmlns:p14="http://schemas.microsoft.com/office/powerpoint/2010/main" val="226073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7" name="think-cell data - do not delete" hidden="1">
            <a:extLst>
              <a:ext uri="{FF2B5EF4-FFF2-40B4-BE49-F238E27FC236}">
                <a16:creationId xmlns:a16="http://schemas.microsoft.com/office/drawing/2014/main" id="{65F4BBA6-28D3-AD30-8ECB-A072861D92E4}"/>
              </a:ext>
            </a:extLst>
          </p:cNvPr>
          <p:cNvGraphicFramePr>
            <a:graphicFrameLocks noChangeAspect="1"/>
          </p:cNvGraphicFramePr>
          <p:nvPr>
            <p:custDataLst>
              <p:tags r:id="rId1"/>
            </p:custDataLst>
            <p:extLst>
              <p:ext uri="{D42A27DB-BD31-4B8C-83A1-F6EECF244321}">
                <p14:modId xmlns:p14="http://schemas.microsoft.com/office/powerpoint/2010/main" val="25757073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3" imgW="471" imgH="473" progId="TCLayout.ActiveDocument.1">
                  <p:embed/>
                </p:oleObj>
              </mc:Choice>
              <mc:Fallback>
                <p:oleObj name="think-cell 幻灯片" r:id="rId13" imgW="471" imgH="473" progId="TCLayout.ActiveDocument.1">
                  <p:embed/>
                  <p:pic>
                    <p:nvPicPr>
                      <p:cNvPr id="0" name=""/>
                      <p:cNvPicPr/>
                      <p:nvPr/>
                    </p:nvPicPr>
                    <p:blipFill>
                      <a:blip r:embed="rId14"/>
                      <a:stretch>
                        <a:fillRect/>
                      </a:stretch>
                    </p:blipFill>
                    <p:spPr>
                      <a:xfrm>
                        <a:off x="1588" y="1588"/>
                        <a:ext cx="1588" cy="1588"/>
                      </a:xfrm>
                      <a:prstGeom prst="rect">
                        <a:avLst/>
                      </a:prstGeom>
                    </p:spPr>
                  </p:pic>
                </p:oleObj>
              </mc:Fallback>
            </mc:AlternateContent>
          </a:graphicData>
        </a:graphic>
      </p:graphicFrame>
      <p:grpSp>
        <p:nvGrpSpPr>
          <p:cNvPr id="267" name="小李PPT11">
            <a:extLst>
              <a:ext uri="{FF2B5EF4-FFF2-40B4-BE49-F238E27FC236}">
                <a16:creationId xmlns:a16="http://schemas.microsoft.com/office/drawing/2014/main" id="{E00CE3F1-5B45-F7C7-D558-CF4D4E540D70}"/>
              </a:ext>
            </a:extLst>
          </p:cNvPr>
          <p:cNvGrpSpPr/>
          <p:nvPr/>
        </p:nvGrpSpPr>
        <p:grpSpPr>
          <a:xfrm>
            <a:off x="20600" y="14504"/>
            <a:ext cx="12192000" cy="6857998"/>
            <a:chOff x="0" y="2"/>
            <a:chExt cx="12192000" cy="6857998"/>
          </a:xfrm>
          <a:effectLst/>
        </p:grpSpPr>
        <p:cxnSp>
          <p:nvCxnSpPr>
            <p:cNvPr id="268" name="小李PPT11-1">
              <a:extLst>
                <a:ext uri="{FF2B5EF4-FFF2-40B4-BE49-F238E27FC236}">
                  <a16:creationId xmlns:a16="http://schemas.microsoft.com/office/drawing/2014/main" id="{D149A8DE-5D70-5480-002D-8DB8EA561DD2}"/>
                </a:ext>
              </a:extLst>
            </p:cNvPr>
            <p:cNvCxnSpPr/>
            <p:nvPr/>
          </p:nvCxnSpPr>
          <p:spPr>
            <a:xfrm>
              <a:off x="0" y="291084"/>
              <a:ext cx="12192000" cy="0"/>
            </a:xfrm>
            <a:prstGeom prst="line">
              <a:avLst/>
            </a:prstGeom>
            <a:noFill/>
            <a:ln w="6350" cap="rnd" cmpd="sng" algn="ctr">
              <a:solidFill>
                <a:srgbClr val="E9D6F2">
                  <a:alpha val="43922"/>
                </a:srgbClr>
              </a:solidFill>
              <a:prstDash val="solid"/>
              <a:round/>
            </a:ln>
            <a:effectLst/>
          </p:spPr>
        </p:cxnSp>
        <p:cxnSp>
          <p:nvCxnSpPr>
            <p:cNvPr id="269" name="小李PPT11-2">
              <a:extLst>
                <a:ext uri="{FF2B5EF4-FFF2-40B4-BE49-F238E27FC236}">
                  <a16:creationId xmlns:a16="http://schemas.microsoft.com/office/drawing/2014/main" id="{12405815-2BB6-8915-822D-91905D766527}"/>
                </a:ext>
              </a:extLst>
            </p:cNvPr>
            <p:cNvCxnSpPr/>
            <p:nvPr/>
          </p:nvCxnSpPr>
          <p:spPr>
            <a:xfrm>
              <a:off x="0" y="640385"/>
              <a:ext cx="12192000" cy="0"/>
            </a:xfrm>
            <a:prstGeom prst="line">
              <a:avLst/>
            </a:prstGeom>
            <a:noFill/>
            <a:ln w="6350" cap="rnd" cmpd="sng" algn="ctr">
              <a:solidFill>
                <a:srgbClr val="E9D6F2">
                  <a:alpha val="43922"/>
                </a:srgbClr>
              </a:solidFill>
              <a:prstDash val="solid"/>
              <a:round/>
            </a:ln>
            <a:effectLst/>
          </p:spPr>
        </p:cxnSp>
        <p:cxnSp>
          <p:nvCxnSpPr>
            <p:cNvPr id="270" name="小李PPT11-3">
              <a:extLst>
                <a:ext uri="{FF2B5EF4-FFF2-40B4-BE49-F238E27FC236}">
                  <a16:creationId xmlns:a16="http://schemas.microsoft.com/office/drawing/2014/main" id="{142F80B8-DE7C-9802-AED4-8B9E3CC242BA}"/>
                </a:ext>
              </a:extLst>
            </p:cNvPr>
            <p:cNvCxnSpPr/>
            <p:nvPr/>
          </p:nvCxnSpPr>
          <p:spPr>
            <a:xfrm>
              <a:off x="0" y="989685"/>
              <a:ext cx="12192000" cy="0"/>
            </a:xfrm>
            <a:prstGeom prst="line">
              <a:avLst/>
            </a:prstGeom>
            <a:noFill/>
            <a:ln w="6350" cap="rnd" cmpd="sng" algn="ctr">
              <a:solidFill>
                <a:srgbClr val="E9D6F2">
                  <a:alpha val="43922"/>
                </a:srgbClr>
              </a:solidFill>
              <a:prstDash val="solid"/>
              <a:round/>
            </a:ln>
            <a:effectLst/>
          </p:spPr>
        </p:cxnSp>
        <p:cxnSp>
          <p:nvCxnSpPr>
            <p:cNvPr id="271" name="小李PPT11-4">
              <a:extLst>
                <a:ext uri="{FF2B5EF4-FFF2-40B4-BE49-F238E27FC236}">
                  <a16:creationId xmlns:a16="http://schemas.microsoft.com/office/drawing/2014/main" id="{7ACFC8FC-0E7C-6E37-2D81-F22516A9C047}"/>
                </a:ext>
              </a:extLst>
            </p:cNvPr>
            <p:cNvCxnSpPr/>
            <p:nvPr/>
          </p:nvCxnSpPr>
          <p:spPr>
            <a:xfrm>
              <a:off x="0" y="1338986"/>
              <a:ext cx="12192000" cy="0"/>
            </a:xfrm>
            <a:prstGeom prst="line">
              <a:avLst/>
            </a:prstGeom>
            <a:noFill/>
            <a:ln w="6350" cap="rnd" cmpd="sng" algn="ctr">
              <a:solidFill>
                <a:srgbClr val="E9D6F2">
                  <a:alpha val="43922"/>
                </a:srgbClr>
              </a:solidFill>
              <a:prstDash val="solid"/>
              <a:round/>
            </a:ln>
            <a:effectLst/>
          </p:spPr>
        </p:cxnSp>
        <p:cxnSp>
          <p:nvCxnSpPr>
            <p:cNvPr id="272" name="小李PPT11-5">
              <a:extLst>
                <a:ext uri="{FF2B5EF4-FFF2-40B4-BE49-F238E27FC236}">
                  <a16:creationId xmlns:a16="http://schemas.microsoft.com/office/drawing/2014/main" id="{4B1541F3-583D-3A73-E035-4135F1592316}"/>
                </a:ext>
              </a:extLst>
            </p:cNvPr>
            <p:cNvCxnSpPr/>
            <p:nvPr/>
          </p:nvCxnSpPr>
          <p:spPr>
            <a:xfrm>
              <a:off x="0" y="1688287"/>
              <a:ext cx="12192000" cy="0"/>
            </a:xfrm>
            <a:prstGeom prst="line">
              <a:avLst/>
            </a:prstGeom>
            <a:noFill/>
            <a:ln w="6350" cap="rnd" cmpd="sng" algn="ctr">
              <a:solidFill>
                <a:srgbClr val="E9D6F2">
                  <a:alpha val="43922"/>
                </a:srgbClr>
              </a:solidFill>
              <a:prstDash val="solid"/>
              <a:round/>
            </a:ln>
            <a:effectLst/>
          </p:spPr>
        </p:cxnSp>
        <p:cxnSp>
          <p:nvCxnSpPr>
            <p:cNvPr id="273" name="小李PPT11-6">
              <a:extLst>
                <a:ext uri="{FF2B5EF4-FFF2-40B4-BE49-F238E27FC236}">
                  <a16:creationId xmlns:a16="http://schemas.microsoft.com/office/drawing/2014/main" id="{66E042A9-2D0E-3B84-6BB9-F016B7AEEA7C}"/>
                </a:ext>
              </a:extLst>
            </p:cNvPr>
            <p:cNvCxnSpPr/>
            <p:nvPr/>
          </p:nvCxnSpPr>
          <p:spPr>
            <a:xfrm>
              <a:off x="0" y="2037588"/>
              <a:ext cx="12192000" cy="0"/>
            </a:xfrm>
            <a:prstGeom prst="line">
              <a:avLst/>
            </a:prstGeom>
            <a:noFill/>
            <a:ln w="6350" cap="rnd" cmpd="sng" algn="ctr">
              <a:solidFill>
                <a:srgbClr val="E9D6F2">
                  <a:alpha val="43922"/>
                </a:srgbClr>
              </a:solidFill>
              <a:prstDash val="solid"/>
              <a:round/>
            </a:ln>
            <a:effectLst/>
          </p:spPr>
        </p:cxnSp>
        <p:cxnSp>
          <p:nvCxnSpPr>
            <p:cNvPr id="284" name="小李PPT11-7">
              <a:extLst>
                <a:ext uri="{FF2B5EF4-FFF2-40B4-BE49-F238E27FC236}">
                  <a16:creationId xmlns:a16="http://schemas.microsoft.com/office/drawing/2014/main" id="{06D7C7DA-C60C-6A00-79B5-33A5EB452FC6}"/>
                </a:ext>
              </a:extLst>
            </p:cNvPr>
            <p:cNvCxnSpPr/>
            <p:nvPr/>
          </p:nvCxnSpPr>
          <p:spPr>
            <a:xfrm>
              <a:off x="0" y="2386888"/>
              <a:ext cx="12192000" cy="0"/>
            </a:xfrm>
            <a:prstGeom prst="line">
              <a:avLst/>
            </a:prstGeom>
            <a:noFill/>
            <a:ln w="6350" cap="rnd" cmpd="sng" algn="ctr">
              <a:solidFill>
                <a:srgbClr val="E9D6F2">
                  <a:alpha val="43922"/>
                </a:srgbClr>
              </a:solidFill>
              <a:prstDash val="solid"/>
              <a:round/>
            </a:ln>
            <a:effectLst/>
          </p:spPr>
        </p:cxnSp>
        <p:cxnSp>
          <p:nvCxnSpPr>
            <p:cNvPr id="285" name="小李PPT11-8">
              <a:extLst>
                <a:ext uri="{FF2B5EF4-FFF2-40B4-BE49-F238E27FC236}">
                  <a16:creationId xmlns:a16="http://schemas.microsoft.com/office/drawing/2014/main" id="{6D0C7100-34C7-043F-36DA-67E2864B1E77}"/>
                </a:ext>
              </a:extLst>
            </p:cNvPr>
            <p:cNvCxnSpPr/>
            <p:nvPr/>
          </p:nvCxnSpPr>
          <p:spPr>
            <a:xfrm>
              <a:off x="0" y="2736189"/>
              <a:ext cx="12192000" cy="0"/>
            </a:xfrm>
            <a:prstGeom prst="line">
              <a:avLst/>
            </a:prstGeom>
            <a:noFill/>
            <a:ln w="6350" cap="rnd" cmpd="sng" algn="ctr">
              <a:solidFill>
                <a:srgbClr val="E9D6F2">
                  <a:alpha val="43922"/>
                </a:srgbClr>
              </a:solidFill>
              <a:prstDash val="solid"/>
              <a:round/>
            </a:ln>
            <a:effectLst/>
          </p:spPr>
        </p:cxnSp>
        <p:cxnSp>
          <p:nvCxnSpPr>
            <p:cNvPr id="286" name="小李PPT11-9">
              <a:extLst>
                <a:ext uri="{FF2B5EF4-FFF2-40B4-BE49-F238E27FC236}">
                  <a16:creationId xmlns:a16="http://schemas.microsoft.com/office/drawing/2014/main" id="{7DE0E073-233F-1CAC-DFD0-AE043F408038}"/>
                </a:ext>
              </a:extLst>
            </p:cNvPr>
            <p:cNvCxnSpPr/>
            <p:nvPr/>
          </p:nvCxnSpPr>
          <p:spPr>
            <a:xfrm>
              <a:off x="0" y="3085490"/>
              <a:ext cx="12192000" cy="0"/>
            </a:xfrm>
            <a:prstGeom prst="line">
              <a:avLst/>
            </a:prstGeom>
            <a:noFill/>
            <a:ln w="6350" cap="rnd" cmpd="sng" algn="ctr">
              <a:solidFill>
                <a:srgbClr val="E9D6F2">
                  <a:alpha val="43922"/>
                </a:srgbClr>
              </a:solidFill>
              <a:prstDash val="solid"/>
              <a:round/>
            </a:ln>
            <a:effectLst/>
          </p:spPr>
        </p:cxnSp>
        <p:cxnSp>
          <p:nvCxnSpPr>
            <p:cNvPr id="287" name="小李PPT11-10">
              <a:extLst>
                <a:ext uri="{FF2B5EF4-FFF2-40B4-BE49-F238E27FC236}">
                  <a16:creationId xmlns:a16="http://schemas.microsoft.com/office/drawing/2014/main" id="{EA56C2C0-43C0-D849-356F-9AB3E2465B9B}"/>
                </a:ext>
              </a:extLst>
            </p:cNvPr>
            <p:cNvCxnSpPr/>
            <p:nvPr/>
          </p:nvCxnSpPr>
          <p:spPr>
            <a:xfrm>
              <a:off x="0" y="3434791"/>
              <a:ext cx="12192000" cy="0"/>
            </a:xfrm>
            <a:prstGeom prst="line">
              <a:avLst/>
            </a:prstGeom>
            <a:noFill/>
            <a:ln w="6350" cap="rnd" cmpd="sng" algn="ctr">
              <a:solidFill>
                <a:srgbClr val="E9D6F2">
                  <a:alpha val="43922"/>
                </a:srgbClr>
              </a:solidFill>
              <a:prstDash val="solid"/>
              <a:round/>
            </a:ln>
            <a:effectLst/>
          </p:spPr>
        </p:cxnSp>
        <p:cxnSp>
          <p:nvCxnSpPr>
            <p:cNvPr id="288" name="小李PPT11-11">
              <a:extLst>
                <a:ext uri="{FF2B5EF4-FFF2-40B4-BE49-F238E27FC236}">
                  <a16:creationId xmlns:a16="http://schemas.microsoft.com/office/drawing/2014/main" id="{254E15E1-1941-52F8-7CAE-C9D37DFCA5AF}"/>
                </a:ext>
              </a:extLst>
            </p:cNvPr>
            <p:cNvCxnSpPr/>
            <p:nvPr/>
          </p:nvCxnSpPr>
          <p:spPr>
            <a:xfrm>
              <a:off x="0" y="3784091"/>
              <a:ext cx="12192000" cy="0"/>
            </a:xfrm>
            <a:prstGeom prst="line">
              <a:avLst/>
            </a:prstGeom>
            <a:noFill/>
            <a:ln w="6350" cap="rnd" cmpd="sng" algn="ctr">
              <a:solidFill>
                <a:srgbClr val="E9D6F2">
                  <a:alpha val="43922"/>
                </a:srgbClr>
              </a:solidFill>
              <a:prstDash val="solid"/>
              <a:round/>
            </a:ln>
            <a:effectLst/>
          </p:spPr>
        </p:cxnSp>
        <p:cxnSp>
          <p:nvCxnSpPr>
            <p:cNvPr id="289" name="小李PPT11-12">
              <a:extLst>
                <a:ext uri="{FF2B5EF4-FFF2-40B4-BE49-F238E27FC236}">
                  <a16:creationId xmlns:a16="http://schemas.microsoft.com/office/drawing/2014/main" id="{FC67DC33-8B06-C5A7-285A-18E9A62A83E3}"/>
                </a:ext>
              </a:extLst>
            </p:cNvPr>
            <p:cNvCxnSpPr/>
            <p:nvPr/>
          </p:nvCxnSpPr>
          <p:spPr>
            <a:xfrm>
              <a:off x="0" y="4133392"/>
              <a:ext cx="12192000" cy="0"/>
            </a:xfrm>
            <a:prstGeom prst="line">
              <a:avLst/>
            </a:prstGeom>
            <a:noFill/>
            <a:ln w="6350" cap="rnd" cmpd="sng" algn="ctr">
              <a:solidFill>
                <a:srgbClr val="E9D6F2">
                  <a:alpha val="43922"/>
                </a:srgbClr>
              </a:solidFill>
              <a:prstDash val="solid"/>
              <a:round/>
            </a:ln>
            <a:effectLst/>
          </p:spPr>
        </p:cxnSp>
        <p:cxnSp>
          <p:nvCxnSpPr>
            <p:cNvPr id="290" name="小李PPT11-13">
              <a:extLst>
                <a:ext uri="{FF2B5EF4-FFF2-40B4-BE49-F238E27FC236}">
                  <a16:creationId xmlns:a16="http://schemas.microsoft.com/office/drawing/2014/main" id="{C01CAF94-0D94-A0A5-CC17-8DA7676E27D4}"/>
                </a:ext>
              </a:extLst>
            </p:cNvPr>
            <p:cNvCxnSpPr/>
            <p:nvPr/>
          </p:nvCxnSpPr>
          <p:spPr>
            <a:xfrm>
              <a:off x="0" y="4482693"/>
              <a:ext cx="12192000" cy="0"/>
            </a:xfrm>
            <a:prstGeom prst="line">
              <a:avLst/>
            </a:prstGeom>
            <a:noFill/>
            <a:ln w="6350" cap="rnd" cmpd="sng" algn="ctr">
              <a:solidFill>
                <a:srgbClr val="E9D6F2">
                  <a:alpha val="43922"/>
                </a:srgbClr>
              </a:solidFill>
              <a:prstDash val="solid"/>
              <a:round/>
            </a:ln>
            <a:effectLst/>
          </p:spPr>
        </p:cxnSp>
        <p:cxnSp>
          <p:nvCxnSpPr>
            <p:cNvPr id="291" name="小李PPT11-14">
              <a:extLst>
                <a:ext uri="{FF2B5EF4-FFF2-40B4-BE49-F238E27FC236}">
                  <a16:creationId xmlns:a16="http://schemas.microsoft.com/office/drawing/2014/main" id="{3C424704-4D6B-B42A-4418-44F53C830A7C}"/>
                </a:ext>
              </a:extLst>
            </p:cNvPr>
            <p:cNvCxnSpPr/>
            <p:nvPr/>
          </p:nvCxnSpPr>
          <p:spPr>
            <a:xfrm>
              <a:off x="0" y="4831994"/>
              <a:ext cx="12192000" cy="0"/>
            </a:xfrm>
            <a:prstGeom prst="line">
              <a:avLst/>
            </a:prstGeom>
            <a:noFill/>
            <a:ln w="6350" cap="rnd" cmpd="sng" algn="ctr">
              <a:solidFill>
                <a:srgbClr val="E9D6F2">
                  <a:alpha val="43922"/>
                </a:srgbClr>
              </a:solidFill>
              <a:prstDash val="solid"/>
              <a:round/>
            </a:ln>
            <a:effectLst/>
          </p:spPr>
        </p:cxnSp>
        <p:cxnSp>
          <p:nvCxnSpPr>
            <p:cNvPr id="292" name="小李PPT11-15">
              <a:extLst>
                <a:ext uri="{FF2B5EF4-FFF2-40B4-BE49-F238E27FC236}">
                  <a16:creationId xmlns:a16="http://schemas.microsoft.com/office/drawing/2014/main" id="{1B0613AC-5DAE-A539-F142-5B4B136F0118}"/>
                </a:ext>
              </a:extLst>
            </p:cNvPr>
            <p:cNvCxnSpPr/>
            <p:nvPr/>
          </p:nvCxnSpPr>
          <p:spPr>
            <a:xfrm>
              <a:off x="0" y="5181294"/>
              <a:ext cx="12192000" cy="0"/>
            </a:xfrm>
            <a:prstGeom prst="line">
              <a:avLst/>
            </a:prstGeom>
            <a:noFill/>
            <a:ln w="6350" cap="rnd" cmpd="sng" algn="ctr">
              <a:solidFill>
                <a:srgbClr val="E9D6F2">
                  <a:alpha val="43922"/>
                </a:srgbClr>
              </a:solidFill>
              <a:prstDash val="solid"/>
              <a:round/>
            </a:ln>
            <a:effectLst/>
          </p:spPr>
        </p:cxnSp>
        <p:cxnSp>
          <p:nvCxnSpPr>
            <p:cNvPr id="293" name="小李PPT11-16">
              <a:extLst>
                <a:ext uri="{FF2B5EF4-FFF2-40B4-BE49-F238E27FC236}">
                  <a16:creationId xmlns:a16="http://schemas.microsoft.com/office/drawing/2014/main" id="{A82AC189-FB20-5A34-F29A-29BC661D40C1}"/>
                </a:ext>
              </a:extLst>
            </p:cNvPr>
            <p:cNvCxnSpPr/>
            <p:nvPr/>
          </p:nvCxnSpPr>
          <p:spPr>
            <a:xfrm>
              <a:off x="0" y="5530595"/>
              <a:ext cx="12192000" cy="0"/>
            </a:xfrm>
            <a:prstGeom prst="line">
              <a:avLst/>
            </a:prstGeom>
            <a:noFill/>
            <a:ln w="6350" cap="rnd" cmpd="sng" algn="ctr">
              <a:solidFill>
                <a:srgbClr val="E9D6F2">
                  <a:alpha val="43922"/>
                </a:srgbClr>
              </a:solidFill>
              <a:prstDash val="solid"/>
              <a:round/>
            </a:ln>
            <a:effectLst/>
          </p:spPr>
        </p:cxnSp>
        <p:cxnSp>
          <p:nvCxnSpPr>
            <p:cNvPr id="294" name="小李PPT11-17">
              <a:extLst>
                <a:ext uri="{FF2B5EF4-FFF2-40B4-BE49-F238E27FC236}">
                  <a16:creationId xmlns:a16="http://schemas.microsoft.com/office/drawing/2014/main" id="{76B83A31-2D9E-D7BD-CA39-2AE556A84190}"/>
                </a:ext>
              </a:extLst>
            </p:cNvPr>
            <p:cNvCxnSpPr/>
            <p:nvPr/>
          </p:nvCxnSpPr>
          <p:spPr>
            <a:xfrm rot="5400000">
              <a:off x="2180157" y="3429001"/>
              <a:ext cx="6857998" cy="0"/>
            </a:xfrm>
            <a:prstGeom prst="line">
              <a:avLst/>
            </a:prstGeom>
            <a:noFill/>
            <a:ln w="6350" cap="rnd" cmpd="sng" algn="ctr">
              <a:solidFill>
                <a:srgbClr val="E9D6F2">
                  <a:alpha val="43922"/>
                </a:srgbClr>
              </a:solidFill>
              <a:prstDash val="solid"/>
              <a:round/>
            </a:ln>
            <a:effectLst/>
          </p:spPr>
        </p:cxnSp>
        <p:cxnSp>
          <p:nvCxnSpPr>
            <p:cNvPr id="295" name="小李PPT11-18">
              <a:extLst>
                <a:ext uri="{FF2B5EF4-FFF2-40B4-BE49-F238E27FC236}">
                  <a16:creationId xmlns:a16="http://schemas.microsoft.com/office/drawing/2014/main" id="{895F1AE6-1ED3-945C-7DBD-11795EA54ABE}"/>
                </a:ext>
              </a:extLst>
            </p:cNvPr>
            <p:cNvCxnSpPr/>
            <p:nvPr/>
          </p:nvCxnSpPr>
          <p:spPr>
            <a:xfrm rot="5400000">
              <a:off x="1826337" y="3429001"/>
              <a:ext cx="6857998" cy="0"/>
            </a:xfrm>
            <a:prstGeom prst="line">
              <a:avLst/>
            </a:prstGeom>
            <a:noFill/>
            <a:ln w="6350" cap="rnd" cmpd="sng" algn="ctr">
              <a:solidFill>
                <a:srgbClr val="E9D6F2">
                  <a:alpha val="43922"/>
                </a:srgbClr>
              </a:solidFill>
              <a:prstDash val="solid"/>
              <a:round/>
            </a:ln>
            <a:effectLst/>
          </p:spPr>
        </p:cxnSp>
        <p:cxnSp>
          <p:nvCxnSpPr>
            <p:cNvPr id="296" name="小李PPT11-19">
              <a:extLst>
                <a:ext uri="{FF2B5EF4-FFF2-40B4-BE49-F238E27FC236}">
                  <a16:creationId xmlns:a16="http://schemas.microsoft.com/office/drawing/2014/main" id="{762323E0-65C1-CE4A-4F8F-B2AA3BD5F737}"/>
                </a:ext>
              </a:extLst>
            </p:cNvPr>
            <p:cNvCxnSpPr/>
            <p:nvPr/>
          </p:nvCxnSpPr>
          <p:spPr>
            <a:xfrm rot="5400000">
              <a:off x="1472518" y="3429001"/>
              <a:ext cx="6857998" cy="0"/>
            </a:xfrm>
            <a:prstGeom prst="line">
              <a:avLst/>
            </a:prstGeom>
            <a:noFill/>
            <a:ln w="6350" cap="rnd" cmpd="sng" algn="ctr">
              <a:solidFill>
                <a:srgbClr val="E9D6F2">
                  <a:alpha val="43922"/>
                </a:srgbClr>
              </a:solidFill>
              <a:prstDash val="solid"/>
              <a:round/>
            </a:ln>
            <a:effectLst/>
          </p:spPr>
        </p:cxnSp>
        <p:cxnSp>
          <p:nvCxnSpPr>
            <p:cNvPr id="297" name="小李PPT11-20">
              <a:extLst>
                <a:ext uri="{FF2B5EF4-FFF2-40B4-BE49-F238E27FC236}">
                  <a16:creationId xmlns:a16="http://schemas.microsoft.com/office/drawing/2014/main" id="{F16FA46A-61DA-8608-A3F1-EB417B6C7478}"/>
                </a:ext>
              </a:extLst>
            </p:cNvPr>
            <p:cNvCxnSpPr/>
            <p:nvPr/>
          </p:nvCxnSpPr>
          <p:spPr>
            <a:xfrm rot="5400000">
              <a:off x="1118698" y="3429001"/>
              <a:ext cx="6857998" cy="0"/>
            </a:xfrm>
            <a:prstGeom prst="line">
              <a:avLst/>
            </a:prstGeom>
            <a:noFill/>
            <a:ln w="6350" cap="rnd" cmpd="sng" algn="ctr">
              <a:solidFill>
                <a:srgbClr val="E9D6F2">
                  <a:alpha val="43922"/>
                </a:srgbClr>
              </a:solidFill>
              <a:prstDash val="solid"/>
              <a:round/>
            </a:ln>
            <a:effectLst/>
          </p:spPr>
        </p:cxnSp>
        <p:cxnSp>
          <p:nvCxnSpPr>
            <p:cNvPr id="298" name="小李PPT11-21">
              <a:extLst>
                <a:ext uri="{FF2B5EF4-FFF2-40B4-BE49-F238E27FC236}">
                  <a16:creationId xmlns:a16="http://schemas.microsoft.com/office/drawing/2014/main" id="{837CC4D4-E4DB-55F1-C903-5BAFBE536376}"/>
                </a:ext>
              </a:extLst>
            </p:cNvPr>
            <p:cNvCxnSpPr/>
            <p:nvPr/>
          </p:nvCxnSpPr>
          <p:spPr>
            <a:xfrm rot="5400000">
              <a:off x="764879" y="3429001"/>
              <a:ext cx="6857998" cy="0"/>
            </a:xfrm>
            <a:prstGeom prst="line">
              <a:avLst/>
            </a:prstGeom>
            <a:noFill/>
            <a:ln w="6350" cap="rnd" cmpd="sng" algn="ctr">
              <a:solidFill>
                <a:srgbClr val="E9D6F2">
                  <a:alpha val="43922"/>
                </a:srgbClr>
              </a:solidFill>
              <a:prstDash val="solid"/>
              <a:round/>
            </a:ln>
            <a:effectLst/>
          </p:spPr>
        </p:cxnSp>
        <p:cxnSp>
          <p:nvCxnSpPr>
            <p:cNvPr id="299" name="小李PPT11-22">
              <a:extLst>
                <a:ext uri="{FF2B5EF4-FFF2-40B4-BE49-F238E27FC236}">
                  <a16:creationId xmlns:a16="http://schemas.microsoft.com/office/drawing/2014/main" id="{A18F6059-82B4-C7AD-5331-2ACCF967110E}"/>
                </a:ext>
              </a:extLst>
            </p:cNvPr>
            <p:cNvCxnSpPr/>
            <p:nvPr/>
          </p:nvCxnSpPr>
          <p:spPr>
            <a:xfrm rot="5400000">
              <a:off x="411061" y="3429001"/>
              <a:ext cx="6857998" cy="0"/>
            </a:xfrm>
            <a:prstGeom prst="line">
              <a:avLst/>
            </a:prstGeom>
            <a:noFill/>
            <a:ln w="6350" cap="rnd" cmpd="sng" algn="ctr">
              <a:solidFill>
                <a:srgbClr val="E9D6F2">
                  <a:alpha val="43922"/>
                </a:srgbClr>
              </a:solidFill>
              <a:prstDash val="solid"/>
              <a:round/>
            </a:ln>
            <a:effectLst/>
          </p:spPr>
        </p:cxnSp>
        <p:cxnSp>
          <p:nvCxnSpPr>
            <p:cNvPr id="300" name="小李PPT11-23">
              <a:extLst>
                <a:ext uri="{FF2B5EF4-FFF2-40B4-BE49-F238E27FC236}">
                  <a16:creationId xmlns:a16="http://schemas.microsoft.com/office/drawing/2014/main" id="{A9A85CAC-8B8C-CFE6-AB4A-7F43E4A9D781}"/>
                </a:ext>
              </a:extLst>
            </p:cNvPr>
            <p:cNvCxnSpPr/>
            <p:nvPr/>
          </p:nvCxnSpPr>
          <p:spPr>
            <a:xfrm rot="5400000">
              <a:off x="57241" y="3429001"/>
              <a:ext cx="6857998" cy="0"/>
            </a:xfrm>
            <a:prstGeom prst="line">
              <a:avLst/>
            </a:prstGeom>
            <a:noFill/>
            <a:ln w="6350" cap="rnd" cmpd="sng" algn="ctr">
              <a:solidFill>
                <a:srgbClr val="E9D6F2">
                  <a:alpha val="43922"/>
                </a:srgbClr>
              </a:solidFill>
              <a:prstDash val="solid"/>
              <a:round/>
            </a:ln>
            <a:effectLst/>
          </p:spPr>
        </p:cxnSp>
        <p:cxnSp>
          <p:nvCxnSpPr>
            <p:cNvPr id="301" name="小李PPT11-24">
              <a:extLst>
                <a:ext uri="{FF2B5EF4-FFF2-40B4-BE49-F238E27FC236}">
                  <a16:creationId xmlns:a16="http://schemas.microsoft.com/office/drawing/2014/main" id="{A084D740-B9DB-BA65-905B-6C99371D7667}"/>
                </a:ext>
              </a:extLst>
            </p:cNvPr>
            <p:cNvCxnSpPr/>
            <p:nvPr/>
          </p:nvCxnSpPr>
          <p:spPr>
            <a:xfrm rot="5400000">
              <a:off x="-296578" y="3429001"/>
              <a:ext cx="6857998" cy="0"/>
            </a:xfrm>
            <a:prstGeom prst="line">
              <a:avLst/>
            </a:prstGeom>
            <a:noFill/>
            <a:ln w="6350" cap="rnd" cmpd="sng" algn="ctr">
              <a:solidFill>
                <a:srgbClr val="E9D6F2">
                  <a:alpha val="43922"/>
                </a:srgbClr>
              </a:solidFill>
              <a:prstDash val="solid"/>
              <a:round/>
            </a:ln>
            <a:effectLst/>
          </p:spPr>
        </p:cxnSp>
        <p:cxnSp>
          <p:nvCxnSpPr>
            <p:cNvPr id="302" name="小李PPT11-25">
              <a:extLst>
                <a:ext uri="{FF2B5EF4-FFF2-40B4-BE49-F238E27FC236}">
                  <a16:creationId xmlns:a16="http://schemas.microsoft.com/office/drawing/2014/main" id="{4BC52A2B-58EE-7F90-8026-B11F33CD56A7}"/>
                </a:ext>
              </a:extLst>
            </p:cNvPr>
            <p:cNvCxnSpPr/>
            <p:nvPr/>
          </p:nvCxnSpPr>
          <p:spPr>
            <a:xfrm rot="5400000">
              <a:off x="-650398" y="3429001"/>
              <a:ext cx="6857998" cy="0"/>
            </a:xfrm>
            <a:prstGeom prst="line">
              <a:avLst/>
            </a:prstGeom>
            <a:noFill/>
            <a:ln w="6350" cap="rnd" cmpd="sng" algn="ctr">
              <a:solidFill>
                <a:srgbClr val="E9D6F2">
                  <a:alpha val="43922"/>
                </a:srgbClr>
              </a:solidFill>
              <a:prstDash val="solid"/>
              <a:round/>
            </a:ln>
            <a:effectLst/>
          </p:spPr>
        </p:cxnSp>
        <p:cxnSp>
          <p:nvCxnSpPr>
            <p:cNvPr id="303" name="小李PPT11-26">
              <a:extLst>
                <a:ext uri="{FF2B5EF4-FFF2-40B4-BE49-F238E27FC236}">
                  <a16:creationId xmlns:a16="http://schemas.microsoft.com/office/drawing/2014/main" id="{A6CBAFE8-1219-FADF-D00C-CEF2C972633A}"/>
                </a:ext>
              </a:extLst>
            </p:cNvPr>
            <p:cNvCxnSpPr/>
            <p:nvPr/>
          </p:nvCxnSpPr>
          <p:spPr>
            <a:xfrm rot="5400000">
              <a:off x="-1004217" y="3429001"/>
              <a:ext cx="6857998" cy="0"/>
            </a:xfrm>
            <a:prstGeom prst="line">
              <a:avLst/>
            </a:prstGeom>
            <a:noFill/>
            <a:ln w="6350" cap="rnd" cmpd="sng" algn="ctr">
              <a:solidFill>
                <a:srgbClr val="E9D6F2">
                  <a:alpha val="43922"/>
                </a:srgbClr>
              </a:solidFill>
              <a:prstDash val="solid"/>
              <a:round/>
            </a:ln>
            <a:effectLst/>
          </p:spPr>
        </p:cxnSp>
        <p:cxnSp>
          <p:nvCxnSpPr>
            <p:cNvPr id="304" name="小李PPT11-27">
              <a:extLst>
                <a:ext uri="{FF2B5EF4-FFF2-40B4-BE49-F238E27FC236}">
                  <a16:creationId xmlns:a16="http://schemas.microsoft.com/office/drawing/2014/main" id="{DF86F9CC-48C5-E7C3-9A84-2BB52248DB1E}"/>
                </a:ext>
              </a:extLst>
            </p:cNvPr>
            <p:cNvCxnSpPr/>
            <p:nvPr/>
          </p:nvCxnSpPr>
          <p:spPr>
            <a:xfrm rot="5400000">
              <a:off x="-1358036" y="3429001"/>
              <a:ext cx="6857998" cy="0"/>
            </a:xfrm>
            <a:prstGeom prst="line">
              <a:avLst/>
            </a:prstGeom>
            <a:noFill/>
            <a:ln w="6350" cap="rnd" cmpd="sng" algn="ctr">
              <a:solidFill>
                <a:srgbClr val="E9D6F2">
                  <a:alpha val="43922"/>
                </a:srgbClr>
              </a:solidFill>
              <a:prstDash val="solid"/>
              <a:round/>
            </a:ln>
            <a:effectLst/>
          </p:spPr>
        </p:cxnSp>
        <p:cxnSp>
          <p:nvCxnSpPr>
            <p:cNvPr id="305" name="小李PPT11-28">
              <a:extLst>
                <a:ext uri="{FF2B5EF4-FFF2-40B4-BE49-F238E27FC236}">
                  <a16:creationId xmlns:a16="http://schemas.microsoft.com/office/drawing/2014/main" id="{634DDDD0-AD3A-E164-6A22-7EA73F0DF471}"/>
                </a:ext>
              </a:extLst>
            </p:cNvPr>
            <p:cNvCxnSpPr/>
            <p:nvPr/>
          </p:nvCxnSpPr>
          <p:spPr>
            <a:xfrm rot="5400000">
              <a:off x="-1711856" y="3429001"/>
              <a:ext cx="6857998" cy="0"/>
            </a:xfrm>
            <a:prstGeom prst="line">
              <a:avLst/>
            </a:prstGeom>
            <a:noFill/>
            <a:ln w="6350" cap="rnd" cmpd="sng" algn="ctr">
              <a:solidFill>
                <a:srgbClr val="E9D6F2">
                  <a:alpha val="43922"/>
                </a:srgbClr>
              </a:solidFill>
              <a:prstDash val="solid"/>
              <a:round/>
            </a:ln>
            <a:effectLst/>
          </p:spPr>
        </p:cxnSp>
        <p:cxnSp>
          <p:nvCxnSpPr>
            <p:cNvPr id="306" name="小李PPT11-29">
              <a:extLst>
                <a:ext uri="{FF2B5EF4-FFF2-40B4-BE49-F238E27FC236}">
                  <a16:creationId xmlns:a16="http://schemas.microsoft.com/office/drawing/2014/main" id="{E8411CF7-545D-7752-3880-A26682214D26}"/>
                </a:ext>
              </a:extLst>
            </p:cNvPr>
            <p:cNvCxnSpPr/>
            <p:nvPr/>
          </p:nvCxnSpPr>
          <p:spPr>
            <a:xfrm rot="5400000">
              <a:off x="-2065675" y="3429001"/>
              <a:ext cx="6857998" cy="0"/>
            </a:xfrm>
            <a:prstGeom prst="line">
              <a:avLst/>
            </a:prstGeom>
            <a:noFill/>
            <a:ln w="6350" cap="rnd" cmpd="sng" algn="ctr">
              <a:solidFill>
                <a:srgbClr val="E9D6F2">
                  <a:alpha val="43922"/>
                </a:srgbClr>
              </a:solidFill>
              <a:prstDash val="solid"/>
              <a:round/>
            </a:ln>
            <a:effectLst/>
          </p:spPr>
        </p:cxnSp>
        <p:cxnSp>
          <p:nvCxnSpPr>
            <p:cNvPr id="307" name="小李PPT11-30">
              <a:extLst>
                <a:ext uri="{FF2B5EF4-FFF2-40B4-BE49-F238E27FC236}">
                  <a16:creationId xmlns:a16="http://schemas.microsoft.com/office/drawing/2014/main" id="{9C9BE50B-BAF8-F983-8B86-ADF4C2A49155}"/>
                </a:ext>
              </a:extLst>
            </p:cNvPr>
            <p:cNvCxnSpPr/>
            <p:nvPr/>
          </p:nvCxnSpPr>
          <p:spPr>
            <a:xfrm rot="5400000">
              <a:off x="-2419495" y="3429001"/>
              <a:ext cx="6857998" cy="0"/>
            </a:xfrm>
            <a:prstGeom prst="line">
              <a:avLst/>
            </a:prstGeom>
            <a:noFill/>
            <a:ln w="6350" cap="rnd" cmpd="sng" algn="ctr">
              <a:solidFill>
                <a:srgbClr val="E9D6F2">
                  <a:alpha val="43922"/>
                </a:srgbClr>
              </a:solidFill>
              <a:prstDash val="solid"/>
              <a:round/>
            </a:ln>
            <a:effectLst/>
          </p:spPr>
        </p:cxnSp>
        <p:cxnSp>
          <p:nvCxnSpPr>
            <p:cNvPr id="308" name="小李PPT11-31">
              <a:extLst>
                <a:ext uri="{FF2B5EF4-FFF2-40B4-BE49-F238E27FC236}">
                  <a16:creationId xmlns:a16="http://schemas.microsoft.com/office/drawing/2014/main" id="{207652CB-EEE9-9E62-ED0C-C5538C2293AA}"/>
                </a:ext>
              </a:extLst>
            </p:cNvPr>
            <p:cNvCxnSpPr/>
            <p:nvPr/>
          </p:nvCxnSpPr>
          <p:spPr>
            <a:xfrm rot="5400000">
              <a:off x="-2773314" y="3429001"/>
              <a:ext cx="6857998" cy="0"/>
            </a:xfrm>
            <a:prstGeom prst="line">
              <a:avLst/>
            </a:prstGeom>
            <a:noFill/>
            <a:ln w="6350" cap="rnd" cmpd="sng" algn="ctr">
              <a:solidFill>
                <a:srgbClr val="E9D6F2">
                  <a:alpha val="43922"/>
                </a:srgbClr>
              </a:solidFill>
              <a:prstDash val="solid"/>
              <a:round/>
            </a:ln>
            <a:effectLst/>
          </p:spPr>
        </p:cxnSp>
        <p:cxnSp>
          <p:nvCxnSpPr>
            <p:cNvPr id="309" name="小李PPT11-32">
              <a:extLst>
                <a:ext uri="{FF2B5EF4-FFF2-40B4-BE49-F238E27FC236}">
                  <a16:creationId xmlns:a16="http://schemas.microsoft.com/office/drawing/2014/main" id="{6E042C72-6234-B5FE-0F29-46E45950958C}"/>
                </a:ext>
              </a:extLst>
            </p:cNvPr>
            <p:cNvCxnSpPr/>
            <p:nvPr/>
          </p:nvCxnSpPr>
          <p:spPr>
            <a:xfrm rot="5400000">
              <a:off x="-3127134" y="3429001"/>
              <a:ext cx="6857998" cy="0"/>
            </a:xfrm>
            <a:prstGeom prst="line">
              <a:avLst/>
            </a:prstGeom>
            <a:noFill/>
            <a:ln w="6350" cap="rnd" cmpd="sng" algn="ctr">
              <a:solidFill>
                <a:srgbClr val="E9D6F2">
                  <a:alpha val="43922"/>
                </a:srgbClr>
              </a:solidFill>
              <a:prstDash val="solid"/>
              <a:round/>
            </a:ln>
            <a:effectLst/>
          </p:spPr>
        </p:cxnSp>
        <p:cxnSp>
          <p:nvCxnSpPr>
            <p:cNvPr id="310" name="小李PPT11-33">
              <a:extLst>
                <a:ext uri="{FF2B5EF4-FFF2-40B4-BE49-F238E27FC236}">
                  <a16:creationId xmlns:a16="http://schemas.microsoft.com/office/drawing/2014/main" id="{049B3365-36B4-07A8-6740-9088C537C85B}"/>
                </a:ext>
              </a:extLst>
            </p:cNvPr>
            <p:cNvCxnSpPr/>
            <p:nvPr/>
          </p:nvCxnSpPr>
          <p:spPr>
            <a:xfrm rot="5400000">
              <a:off x="6781801" y="3429001"/>
              <a:ext cx="6857998" cy="0"/>
            </a:xfrm>
            <a:prstGeom prst="line">
              <a:avLst/>
            </a:prstGeom>
            <a:noFill/>
            <a:ln w="6350" cap="rnd" cmpd="sng" algn="ctr">
              <a:solidFill>
                <a:srgbClr val="E9D6F2">
                  <a:alpha val="43922"/>
                </a:srgbClr>
              </a:solidFill>
              <a:prstDash val="solid"/>
              <a:round/>
            </a:ln>
            <a:effectLst/>
          </p:spPr>
        </p:cxnSp>
        <p:cxnSp>
          <p:nvCxnSpPr>
            <p:cNvPr id="311" name="小李PPT11-34">
              <a:extLst>
                <a:ext uri="{FF2B5EF4-FFF2-40B4-BE49-F238E27FC236}">
                  <a16:creationId xmlns:a16="http://schemas.microsoft.com/office/drawing/2014/main" id="{420CD8AD-E89C-827A-ABCF-1CEBFF0419BA}"/>
                </a:ext>
              </a:extLst>
            </p:cNvPr>
            <p:cNvCxnSpPr/>
            <p:nvPr/>
          </p:nvCxnSpPr>
          <p:spPr>
            <a:xfrm rot="5400000">
              <a:off x="6427982" y="3429001"/>
              <a:ext cx="6857998" cy="0"/>
            </a:xfrm>
            <a:prstGeom prst="line">
              <a:avLst/>
            </a:prstGeom>
            <a:noFill/>
            <a:ln w="6350" cap="rnd" cmpd="sng" algn="ctr">
              <a:solidFill>
                <a:srgbClr val="E9D6F2">
                  <a:alpha val="43922"/>
                </a:srgbClr>
              </a:solidFill>
              <a:prstDash val="solid"/>
              <a:round/>
            </a:ln>
            <a:effectLst/>
          </p:spPr>
        </p:cxnSp>
        <p:cxnSp>
          <p:nvCxnSpPr>
            <p:cNvPr id="312" name="小李PPT11-35">
              <a:extLst>
                <a:ext uri="{FF2B5EF4-FFF2-40B4-BE49-F238E27FC236}">
                  <a16:creationId xmlns:a16="http://schemas.microsoft.com/office/drawing/2014/main" id="{137F6894-5BEE-7333-0AA7-51A1C2BAD20B}"/>
                </a:ext>
              </a:extLst>
            </p:cNvPr>
            <p:cNvCxnSpPr/>
            <p:nvPr/>
          </p:nvCxnSpPr>
          <p:spPr>
            <a:xfrm rot="5400000">
              <a:off x="6074162" y="3429001"/>
              <a:ext cx="6857998" cy="0"/>
            </a:xfrm>
            <a:prstGeom prst="line">
              <a:avLst/>
            </a:prstGeom>
            <a:noFill/>
            <a:ln w="6350" cap="rnd" cmpd="sng" algn="ctr">
              <a:solidFill>
                <a:srgbClr val="E9D6F2">
                  <a:alpha val="43922"/>
                </a:srgbClr>
              </a:solidFill>
              <a:prstDash val="solid"/>
              <a:round/>
            </a:ln>
            <a:effectLst/>
          </p:spPr>
        </p:cxnSp>
        <p:cxnSp>
          <p:nvCxnSpPr>
            <p:cNvPr id="313" name="小李PPT11-36">
              <a:extLst>
                <a:ext uri="{FF2B5EF4-FFF2-40B4-BE49-F238E27FC236}">
                  <a16:creationId xmlns:a16="http://schemas.microsoft.com/office/drawing/2014/main" id="{277488F4-28EB-DBB0-868B-C75D2ED71605}"/>
                </a:ext>
              </a:extLst>
            </p:cNvPr>
            <p:cNvCxnSpPr/>
            <p:nvPr/>
          </p:nvCxnSpPr>
          <p:spPr>
            <a:xfrm rot="5400000">
              <a:off x="5720343" y="3429001"/>
              <a:ext cx="6857998" cy="0"/>
            </a:xfrm>
            <a:prstGeom prst="line">
              <a:avLst/>
            </a:prstGeom>
            <a:noFill/>
            <a:ln w="6350" cap="rnd" cmpd="sng" algn="ctr">
              <a:solidFill>
                <a:srgbClr val="E9D6F2">
                  <a:alpha val="43922"/>
                </a:srgbClr>
              </a:solidFill>
              <a:prstDash val="solid"/>
              <a:round/>
            </a:ln>
            <a:effectLst/>
          </p:spPr>
        </p:cxnSp>
        <p:cxnSp>
          <p:nvCxnSpPr>
            <p:cNvPr id="314" name="小李PPT11-37">
              <a:extLst>
                <a:ext uri="{FF2B5EF4-FFF2-40B4-BE49-F238E27FC236}">
                  <a16:creationId xmlns:a16="http://schemas.microsoft.com/office/drawing/2014/main" id="{87F177A2-A3F1-22FA-9DBD-ABFD01923873}"/>
                </a:ext>
              </a:extLst>
            </p:cNvPr>
            <p:cNvCxnSpPr/>
            <p:nvPr/>
          </p:nvCxnSpPr>
          <p:spPr>
            <a:xfrm rot="5400000">
              <a:off x="5366523" y="3429001"/>
              <a:ext cx="6857998" cy="0"/>
            </a:xfrm>
            <a:prstGeom prst="line">
              <a:avLst/>
            </a:prstGeom>
            <a:noFill/>
            <a:ln w="6350" cap="sq" cmpd="dbl" algn="ctr">
              <a:solidFill>
                <a:srgbClr val="E9D6F2">
                  <a:alpha val="43922"/>
                </a:srgbClr>
              </a:solidFill>
              <a:prstDash val="solid"/>
              <a:round/>
            </a:ln>
            <a:effectLst/>
          </p:spPr>
        </p:cxnSp>
        <p:cxnSp>
          <p:nvCxnSpPr>
            <p:cNvPr id="315" name="小李PPT11-38">
              <a:extLst>
                <a:ext uri="{FF2B5EF4-FFF2-40B4-BE49-F238E27FC236}">
                  <a16:creationId xmlns:a16="http://schemas.microsoft.com/office/drawing/2014/main" id="{0AECCCE5-CE1D-767C-75D0-BAF3B6E005EE}"/>
                </a:ext>
              </a:extLst>
            </p:cNvPr>
            <p:cNvCxnSpPr/>
            <p:nvPr/>
          </p:nvCxnSpPr>
          <p:spPr>
            <a:xfrm rot="5400000">
              <a:off x="5012704" y="3429001"/>
              <a:ext cx="6857998" cy="0"/>
            </a:xfrm>
            <a:prstGeom prst="line">
              <a:avLst/>
            </a:prstGeom>
            <a:noFill/>
            <a:ln w="6350" cap="rnd" cmpd="sng" algn="ctr">
              <a:solidFill>
                <a:srgbClr val="E9D6F2">
                  <a:alpha val="43922"/>
                </a:srgbClr>
              </a:solidFill>
              <a:prstDash val="solid"/>
              <a:round/>
            </a:ln>
            <a:effectLst/>
          </p:spPr>
        </p:cxnSp>
        <p:cxnSp>
          <p:nvCxnSpPr>
            <p:cNvPr id="316" name="小李PPT11-39">
              <a:extLst>
                <a:ext uri="{FF2B5EF4-FFF2-40B4-BE49-F238E27FC236}">
                  <a16:creationId xmlns:a16="http://schemas.microsoft.com/office/drawing/2014/main" id="{CB7F1A7A-E6A0-7A68-3F2B-34A01BDAC13B}"/>
                </a:ext>
              </a:extLst>
            </p:cNvPr>
            <p:cNvCxnSpPr/>
            <p:nvPr/>
          </p:nvCxnSpPr>
          <p:spPr>
            <a:xfrm rot="5400000">
              <a:off x="4658885" y="3429001"/>
              <a:ext cx="6857998" cy="0"/>
            </a:xfrm>
            <a:prstGeom prst="line">
              <a:avLst/>
            </a:prstGeom>
            <a:noFill/>
            <a:ln w="6350" cap="rnd" cmpd="sng" algn="ctr">
              <a:solidFill>
                <a:srgbClr val="E9D6F2">
                  <a:alpha val="43922"/>
                </a:srgbClr>
              </a:solidFill>
              <a:prstDash val="solid"/>
              <a:round/>
            </a:ln>
            <a:effectLst/>
          </p:spPr>
        </p:cxnSp>
        <p:cxnSp>
          <p:nvCxnSpPr>
            <p:cNvPr id="317" name="小李PPT11-40">
              <a:extLst>
                <a:ext uri="{FF2B5EF4-FFF2-40B4-BE49-F238E27FC236}">
                  <a16:creationId xmlns:a16="http://schemas.microsoft.com/office/drawing/2014/main" id="{9E312751-11DF-6422-C789-4B449ADC5DE9}"/>
                </a:ext>
              </a:extLst>
            </p:cNvPr>
            <p:cNvCxnSpPr/>
            <p:nvPr/>
          </p:nvCxnSpPr>
          <p:spPr>
            <a:xfrm rot="5400000">
              <a:off x="4305065" y="3429001"/>
              <a:ext cx="6857998" cy="0"/>
            </a:xfrm>
            <a:prstGeom prst="line">
              <a:avLst/>
            </a:prstGeom>
            <a:noFill/>
            <a:ln w="6350" cap="rnd" cmpd="sng" algn="ctr">
              <a:solidFill>
                <a:srgbClr val="E9D6F2">
                  <a:alpha val="43922"/>
                </a:srgbClr>
              </a:solidFill>
              <a:prstDash val="solid"/>
              <a:round/>
            </a:ln>
            <a:effectLst/>
          </p:spPr>
        </p:cxnSp>
        <p:cxnSp>
          <p:nvCxnSpPr>
            <p:cNvPr id="318" name="小李PPT11-41">
              <a:extLst>
                <a:ext uri="{FF2B5EF4-FFF2-40B4-BE49-F238E27FC236}">
                  <a16:creationId xmlns:a16="http://schemas.microsoft.com/office/drawing/2014/main" id="{F61C06DF-F39E-C689-56B9-7D96478DB0A2}"/>
                </a:ext>
              </a:extLst>
            </p:cNvPr>
            <p:cNvCxnSpPr/>
            <p:nvPr/>
          </p:nvCxnSpPr>
          <p:spPr>
            <a:xfrm rot="5400000">
              <a:off x="3951246" y="3429001"/>
              <a:ext cx="6857998" cy="0"/>
            </a:xfrm>
            <a:prstGeom prst="line">
              <a:avLst/>
            </a:prstGeom>
            <a:noFill/>
            <a:ln w="6350" cap="rnd" cmpd="sng" algn="ctr">
              <a:solidFill>
                <a:srgbClr val="E9D6F2">
                  <a:alpha val="43922"/>
                </a:srgbClr>
              </a:solidFill>
              <a:prstDash val="solid"/>
              <a:round/>
            </a:ln>
            <a:effectLst/>
          </p:spPr>
        </p:cxnSp>
        <p:cxnSp>
          <p:nvCxnSpPr>
            <p:cNvPr id="319" name="小李PPT11-42">
              <a:extLst>
                <a:ext uri="{FF2B5EF4-FFF2-40B4-BE49-F238E27FC236}">
                  <a16:creationId xmlns:a16="http://schemas.microsoft.com/office/drawing/2014/main" id="{821DE1F9-6A60-BD97-B7F4-92D265C76E6E}"/>
                </a:ext>
              </a:extLst>
            </p:cNvPr>
            <p:cNvCxnSpPr/>
            <p:nvPr/>
          </p:nvCxnSpPr>
          <p:spPr>
            <a:xfrm rot="5400000">
              <a:off x="3597426" y="3429001"/>
              <a:ext cx="6857998" cy="0"/>
            </a:xfrm>
            <a:prstGeom prst="line">
              <a:avLst/>
            </a:prstGeom>
            <a:noFill/>
            <a:ln w="6350" cap="rnd" cmpd="sng" algn="ctr">
              <a:solidFill>
                <a:srgbClr val="E9D6F2">
                  <a:alpha val="43922"/>
                </a:srgbClr>
              </a:solidFill>
              <a:prstDash val="solid"/>
              <a:round/>
            </a:ln>
            <a:effectLst/>
          </p:spPr>
        </p:cxnSp>
        <p:cxnSp>
          <p:nvCxnSpPr>
            <p:cNvPr id="320" name="小李PPT11-43">
              <a:extLst>
                <a:ext uri="{FF2B5EF4-FFF2-40B4-BE49-F238E27FC236}">
                  <a16:creationId xmlns:a16="http://schemas.microsoft.com/office/drawing/2014/main" id="{4DC49DD9-18C9-B5B1-AFC4-AAECE95C9F41}"/>
                </a:ext>
              </a:extLst>
            </p:cNvPr>
            <p:cNvCxnSpPr/>
            <p:nvPr/>
          </p:nvCxnSpPr>
          <p:spPr>
            <a:xfrm rot="5400000">
              <a:off x="3243607" y="3429001"/>
              <a:ext cx="6857998" cy="0"/>
            </a:xfrm>
            <a:prstGeom prst="line">
              <a:avLst/>
            </a:prstGeom>
            <a:noFill/>
            <a:ln w="6350" cap="rnd" cmpd="sng" algn="ctr">
              <a:solidFill>
                <a:srgbClr val="E9D6F2">
                  <a:alpha val="43922"/>
                </a:srgbClr>
              </a:solidFill>
              <a:prstDash val="solid"/>
              <a:round/>
            </a:ln>
            <a:effectLst/>
          </p:spPr>
        </p:cxnSp>
        <p:cxnSp>
          <p:nvCxnSpPr>
            <p:cNvPr id="321" name="小李PPT11-44">
              <a:extLst>
                <a:ext uri="{FF2B5EF4-FFF2-40B4-BE49-F238E27FC236}">
                  <a16:creationId xmlns:a16="http://schemas.microsoft.com/office/drawing/2014/main" id="{7F79D255-A1F0-9774-6C70-8389D2C97FDF}"/>
                </a:ext>
              </a:extLst>
            </p:cNvPr>
            <p:cNvCxnSpPr/>
            <p:nvPr/>
          </p:nvCxnSpPr>
          <p:spPr>
            <a:xfrm rot="5400000">
              <a:off x="2889789" y="3429001"/>
              <a:ext cx="6857998" cy="0"/>
            </a:xfrm>
            <a:prstGeom prst="line">
              <a:avLst/>
            </a:prstGeom>
            <a:noFill/>
            <a:ln w="6350" cap="rnd" cmpd="sng" algn="ctr">
              <a:solidFill>
                <a:srgbClr val="E9D6F2">
                  <a:alpha val="43922"/>
                </a:srgbClr>
              </a:solidFill>
              <a:prstDash val="solid"/>
              <a:round/>
            </a:ln>
            <a:effectLst/>
          </p:spPr>
        </p:cxnSp>
        <p:cxnSp>
          <p:nvCxnSpPr>
            <p:cNvPr id="322" name="小李PPT11-45">
              <a:extLst>
                <a:ext uri="{FF2B5EF4-FFF2-40B4-BE49-F238E27FC236}">
                  <a16:creationId xmlns:a16="http://schemas.microsoft.com/office/drawing/2014/main" id="{AF475B96-315D-746A-65A7-19DC016186CA}"/>
                </a:ext>
              </a:extLst>
            </p:cNvPr>
            <p:cNvCxnSpPr/>
            <p:nvPr/>
          </p:nvCxnSpPr>
          <p:spPr>
            <a:xfrm rot="5400000">
              <a:off x="2535969" y="3429001"/>
              <a:ext cx="6857998" cy="0"/>
            </a:xfrm>
            <a:prstGeom prst="line">
              <a:avLst/>
            </a:prstGeom>
            <a:noFill/>
            <a:ln w="6350" cap="rnd" cmpd="sng" algn="ctr">
              <a:solidFill>
                <a:srgbClr val="E9D6F2">
                  <a:alpha val="43922"/>
                </a:srgbClr>
              </a:solidFill>
              <a:prstDash val="solid"/>
              <a:round/>
            </a:ln>
            <a:effectLst/>
          </p:spPr>
        </p:cxnSp>
        <p:cxnSp>
          <p:nvCxnSpPr>
            <p:cNvPr id="323" name="小李PPT11-46">
              <a:extLst>
                <a:ext uri="{FF2B5EF4-FFF2-40B4-BE49-F238E27FC236}">
                  <a16:creationId xmlns:a16="http://schemas.microsoft.com/office/drawing/2014/main" id="{781B8F5A-DC8E-1A21-CDAF-9A4AC6FE1570}"/>
                </a:ext>
              </a:extLst>
            </p:cNvPr>
            <p:cNvCxnSpPr/>
            <p:nvPr/>
          </p:nvCxnSpPr>
          <p:spPr>
            <a:xfrm>
              <a:off x="0" y="5868315"/>
              <a:ext cx="12192000" cy="0"/>
            </a:xfrm>
            <a:prstGeom prst="line">
              <a:avLst/>
            </a:prstGeom>
            <a:noFill/>
            <a:ln w="6350" cap="rnd" cmpd="sng" algn="ctr">
              <a:solidFill>
                <a:srgbClr val="E9D6F2">
                  <a:alpha val="43922"/>
                </a:srgbClr>
              </a:solidFill>
              <a:prstDash val="solid"/>
              <a:round/>
            </a:ln>
            <a:effectLst/>
          </p:spPr>
        </p:cxnSp>
        <p:cxnSp>
          <p:nvCxnSpPr>
            <p:cNvPr id="324" name="小李PPT11-47">
              <a:extLst>
                <a:ext uri="{FF2B5EF4-FFF2-40B4-BE49-F238E27FC236}">
                  <a16:creationId xmlns:a16="http://schemas.microsoft.com/office/drawing/2014/main" id="{96479C3C-8F94-6780-E275-3B6ACB320E08}"/>
                </a:ext>
              </a:extLst>
            </p:cNvPr>
            <p:cNvCxnSpPr/>
            <p:nvPr/>
          </p:nvCxnSpPr>
          <p:spPr>
            <a:xfrm>
              <a:off x="0" y="6217616"/>
              <a:ext cx="12192000" cy="0"/>
            </a:xfrm>
            <a:prstGeom prst="line">
              <a:avLst/>
            </a:prstGeom>
            <a:noFill/>
            <a:ln w="6350" cap="rnd" cmpd="sng" algn="ctr">
              <a:solidFill>
                <a:srgbClr val="E9D6F2">
                  <a:alpha val="43922"/>
                </a:srgbClr>
              </a:solidFill>
              <a:prstDash val="solid"/>
              <a:round/>
            </a:ln>
            <a:effectLst/>
          </p:spPr>
        </p:cxnSp>
        <p:cxnSp>
          <p:nvCxnSpPr>
            <p:cNvPr id="325" name="小李PPT11-48">
              <a:extLst>
                <a:ext uri="{FF2B5EF4-FFF2-40B4-BE49-F238E27FC236}">
                  <a16:creationId xmlns:a16="http://schemas.microsoft.com/office/drawing/2014/main" id="{E1E294E3-8556-D46B-FF78-3E32C6CFAC92}"/>
                </a:ext>
              </a:extLst>
            </p:cNvPr>
            <p:cNvCxnSpPr/>
            <p:nvPr/>
          </p:nvCxnSpPr>
          <p:spPr>
            <a:xfrm>
              <a:off x="0" y="6566917"/>
              <a:ext cx="12192000" cy="0"/>
            </a:xfrm>
            <a:prstGeom prst="line">
              <a:avLst/>
            </a:prstGeom>
            <a:noFill/>
            <a:ln w="6350" cap="rnd" cmpd="sng" algn="ctr">
              <a:solidFill>
                <a:srgbClr val="E9D6F2">
                  <a:alpha val="43922"/>
                </a:srgbClr>
              </a:solidFill>
              <a:prstDash val="solid"/>
              <a:round/>
            </a:ln>
            <a:effectLst/>
          </p:spPr>
        </p:cxnSp>
        <p:cxnSp>
          <p:nvCxnSpPr>
            <p:cNvPr id="326" name="小李PPT11-49">
              <a:extLst>
                <a:ext uri="{FF2B5EF4-FFF2-40B4-BE49-F238E27FC236}">
                  <a16:creationId xmlns:a16="http://schemas.microsoft.com/office/drawing/2014/main" id="{7346756B-3873-E60D-A288-7E9A8DFEA634}"/>
                </a:ext>
              </a:extLst>
            </p:cNvPr>
            <p:cNvCxnSpPr/>
            <p:nvPr/>
          </p:nvCxnSpPr>
          <p:spPr>
            <a:xfrm rot="5400000">
              <a:off x="8532255" y="3429001"/>
              <a:ext cx="6857998" cy="0"/>
            </a:xfrm>
            <a:prstGeom prst="line">
              <a:avLst/>
            </a:prstGeom>
            <a:noFill/>
            <a:ln w="6350" cap="rnd" cmpd="sng" algn="ctr">
              <a:solidFill>
                <a:srgbClr val="E9D6F2">
                  <a:alpha val="43922"/>
                </a:srgbClr>
              </a:solidFill>
              <a:prstDash val="solid"/>
              <a:round/>
            </a:ln>
            <a:effectLst/>
          </p:spPr>
        </p:cxnSp>
        <p:cxnSp>
          <p:nvCxnSpPr>
            <p:cNvPr id="327" name="小李PPT11-50">
              <a:extLst>
                <a:ext uri="{FF2B5EF4-FFF2-40B4-BE49-F238E27FC236}">
                  <a16:creationId xmlns:a16="http://schemas.microsoft.com/office/drawing/2014/main" id="{0A6E9455-03E3-BADC-DDE6-9A8E6C11EF94}"/>
                </a:ext>
              </a:extLst>
            </p:cNvPr>
            <p:cNvCxnSpPr/>
            <p:nvPr/>
          </p:nvCxnSpPr>
          <p:spPr>
            <a:xfrm rot="5400000">
              <a:off x="8178436" y="3429001"/>
              <a:ext cx="6857998" cy="0"/>
            </a:xfrm>
            <a:prstGeom prst="line">
              <a:avLst/>
            </a:prstGeom>
            <a:noFill/>
            <a:ln w="6350" cap="rnd" cmpd="sng" algn="ctr">
              <a:solidFill>
                <a:srgbClr val="E9D6F2">
                  <a:alpha val="43922"/>
                </a:srgbClr>
              </a:solidFill>
              <a:prstDash val="solid"/>
              <a:round/>
            </a:ln>
            <a:effectLst/>
          </p:spPr>
        </p:cxnSp>
        <p:cxnSp>
          <p:nvCxnSpPr>
            <p:cNvPr id="328" name="小李PPT11-51">
              <a:extLst>
                <a:ext uri="{FF2B5EF4-FFF2-40B4-BE49-F238E27FC236}">
                  <a16:creationId xmlns:a16="http://schemas.microsoft.com/office/drawing/2014/main" id="{2225C28C-74AF-D02A-A946-AF945155C451}"/>
                </a:ext>
              </a:extLst>
            </p:cNvPr>
            <p:cNvCxnSpPr/>
            <p:nvPr/>
          </p:nvCxnSpPr>
          <p:spPr>
            <a:xfrm rot="5400000">
              <a:off x="7824616" y="3429001"/>
              <a:ext cx="6857998" cy="0"/>
            </a:xfrm>
            <a:prstGeom prst="line">
              <a:avLst/>
            </a:prstGeom>
            <a:noFill/>
            <a:ln w="6350" cap="rnd" cmpd="sng" algn="ctr">
              <a:solidFill>
                <a:srgbClr val="E9D6F2">
                  <a:alpha val="43922"/>
                </a:srgbClr>
              </a:solidFill>
              <a:prstDash val="solid"/>
              <a:round/>
            </a:ln>
            <a:effectLst/>
          </p:spPr>
        </p:cxnSp>
        <p:cxnSp>
          <p:nvCxnSpPr>
            <p:cNvPr id="329" name="小李PPT11-52">
              <a:extLst>
                <a:ext uri="{FF2B5EF4-FFF2-40B4-BE49-F238E27FC236}">
                  <a16:creationId xmlns:a16="http://schemas.microsoft.com/office/drawing/2014/main" id="{36812C8E-00B0-954B-26D4-E52E0009D8D6}"/>
                </a:ext>
              </a:extLst>
            </p:cNvPr>
            <p:cNvCxnSpPr/>
            <p:nvPr/>
          </p:nvCxnSpPr>
          <p:spPr>
            <a:xfrm rot="5400000">
              <a:off x="7470797" y="3429001"/>
              <a:ext cx="6857998" cy="0"/>
            </a:xfrm>
            <a:prstGeom prst="line">
              <a:avLst/>
            </a:prstGeom>
            <a:noFill/>
            <a:ln w="6350" cap="rnd" cmpd="sng" algn="ctr">
              <a:solidFill>
                <a:srgbClr val="E9D6F2">
                  <a:alpha val="43922"/>
                </a:srgbClr>
              </a:solidFill>
              <a:prstDash val="solid"/>
              <a:round/>
            </a:ln>
            <a:effectLst/>
          </p:spPr>
        </p:cxnSp>
        <p:cxnSp>
          <p:nvCxnSpPr>
            <p:cNvPr id="330" name="小李PPT11-53">
              <a:extLst>
                <a:ext uri="{FF2B5EF4-FFF2-40B4-BE49-F238E27FC236}">
                  <a16:creationId xmlns:a16="http://schemas.microsoft.com/office/drawing/2014/main" id="{AAA0CBAD-C7A5-2E8C-B487-49E82FAF197F}"/>
                </a:ext>
              </a:extLst>
            </p:cNvPr>
            <p:cNvCxnSpPr/>
            <p:nvPr/>
          </p:nvCxnSpPr>
          <p:spPr>
            <a:xfrm rot="5400000">
              <a:off x="7116978" y="3429001"/>
              <a:ext cx="6857998" cy="0"/>
            </a:xfrm>
            <a:prstGeom prst="line">
              <a:avLst/>
            </a:prstGeom>
            <a:noFill/>
            <a:ln w="6350" cap="rnd" cmpd="sng" algn="ctr">
              <a:solidFill>
                <a:srgbClr val="E9D6F2">
                  <a:alpha val="43922"/>
                </a:srgbClr>
              </a:solidFill>
              <a:prstDash val="solid"/>
              <a:round/>
            </a:ln>
            <a:effectLst/>
          </p:spPr>
        </p:cxnSp>
      </p:grpSp>
      <p:sp>
        <p:nvSpPr>
          <p:cNvPr id="274" name="小李PPT1"/>
          <p:cNvSpPr/>
          <p:nvPr>
            <p:custDataLst>
              <p:tags r:id="rId2"/>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3"/>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4"/>
            </p:custDataLst>
          </p:nvPr>
        </p:nvSpPr>
        <p:spPr>
          <a:xfrm>
            <a:off x="4000500" y="-914400"/>
            <a:ext cx="635000" cy="635000"/>
          </a:xfrm>
          <a:prstGeom prst="rect">
            <a:avLst/>
          </a:prstGeom>
          <a:solidFill>
            <a:srgbClr val="F5BEF0"/>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5"/>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6"/>
            </p:custDataLst>
          </p:nvPr>
        </p:nvSpPr>
        <p:spPr>
          <a:xfrm>
            <a:off x="5778500" y="-914400"/>
            <a:ext cx="635000" cy="635000"/>
          </a:xfrm>
          <a:prstGeom prst="rect">
            <a:avLst/>
          </a:prstGeom>
          <a:solidFill>
            <a:srgbClr val="8FE6FC"/>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7"/>
            </p:custDataLst>
          </p:nvPr>
        </p:nvSpPr>
        <p:spPr>
          <a:xfrm>
            <a:off x="6540500" y="-946659"/>
            <a:ext cx="635000" cy="635000"/>
          </a:xfrm>
          <a:prstGeom prst="rect">
            <a:avLst/>
          </a:prstGeom>
          <a:solidFill>
            <a:srgbClr val="E0132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8"/>
            </p:custDataLst>
          </p:nvPr>
        </p:nvSpPr>
        <p:spPr>
          <a:xfrm>
            <a:off x="7302500" y="-914400"/>
            <a:ext cx="635000" cy="635000"/>
          </a:xfrm>
          <a:prstGeom prst="rect">
            <a:avLst/>
          </a:prstGeom>
          <a:solidFill>
            <a:srgbClr val="3F4BD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9"/>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10"/>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1"/>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332" name="组合 331">
            <a:extLst>
              <a:ext uri="{FF2B5EF4-FFF2-40B4-BE49-F238E27FC236}">
                <a16:creationId xmlns:a16="http://schemas.microsoft.com/office/drawing/2014/main" id="{48CB0609-70FF-2A70-3406-9F56BA4134F6}"/>
              </a:ext>
            </a:extLst>
          </p:cNvPr>
          <p:cNvGrpSpPr/>
          <p:nvPr/>
        </p:nvGrpSpPr>
        <p:grpSpPr>
          <a:xfrm>
            <a:off x="192793" y="185088"/>
            <a:ext cx="5541145" cy="731415"/>
            <a:chOff x="412929" y="337490"/>
            <a:chExt cx="5638629" cy="779029"/>
          </a:xfrm>
        </p:grpSpPr>
        <p:grpSp>
          <p:nvGrpSpPr>
            <p:cNvPr id="68" name="组合 67">
              <a:extLst>
                <a:ext uri="{FF2B5EF4-FFF2-40B4-BE49-F238E27FC236}">
                  <a16:creationId xmlns:a16="http://schemas.microsoft.com/office/drawing/2014/main" id="{DEAD473B-E94B-4204-C07D-2B71699982A3}"/>
                </a:ext>
              </a:extLst>
            </p:cNvPr>
            <p:cNvGrpSpPr/>
            <p:nvPr/>
          </p:nvGrpSpPr>
          <p:grpSpPr>
            <a:xfrm>
              <a:off x="412929" y="337490"/>
              <a:ext cx="5638629" cy="779029"/>
              <a:chOff x="392813" y="373931"/>
              <a:chExt cx="3163915" cy="483849"/>
            </a:xfrm>
          </p:grpSpPr>
          <p:sp>
            <p:nvSpPr>
              <p:cNvPr id="27" name="任意多边形: 形状 61">
                <a:extLst>
                  <a:ext uri="{FF2B5EF4-FFF2-40B4-BE49-F238E27FC236}">
                    <a16:creationId xmlns:a16="http://schemas.microsoft.com/office/drawing/2014/main" id="{4568F332-B380-6EC4-9315-8C954162131A}"/>
                  </a:ext>
                </a:extLst>
              </p:cNvPr>
              <p:cNvSpPr/>
              <p:nvPr/>
            </p:nvSpPr>
            <p:spPr>
              <a:xfrm>
                <a:off x="522287" y="427864"/>
                <a:ext cx="3034441" cy="375982"/>
              </a:xfrm>
              <a:prstGeom prst="parallelogram">
                <a:avLst>
                  <a:gd name="adj" fmla="val 52926"/>
                </a:avLst>
              </a:prstGeom>
              <a:gradFill flip="none" rotWithShape="1">
                <a:gsLst>
                  <a:gs pos="0">
                    <a:srgbClr val="FFFFFF"/>
                  </a:gs>
                  <a:gs pos="100000">
                    <a:srgbClr val="BB39A0">
                      <a:alpha val="84000"/>
                    </a:srgbClr>
                  </a:gs>
                </a:gsLst>
                <a:lin ang="10800000" scaled="1"/>
                <a:tileRect/>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2" name="任意多边形: 形状 61">
                <a:extLst>
                  <a:ext uri="{FF2B5EF4-FFF2-40B4-BE49-F238E27FC236}">
                    <a16:creationId xmlns:a16="http://schemas.microsoft.com/office/drawing/2014/main" id="{B4D704B6-5055-FA81-4A4E-ED7DBFD438E4}"/>
                  </a:ext>
                </a:extLst>
              </p:cNvPr>
              <p:cNvSpPr/>
              <p:nvPr/>
            </p:nvSpPr>
            <p:spPr>
              <a:xfrm>
                <a:off x="392813" y="399042"/>
                <a:ext cx="221149" cy="260109"/>
              </a:xfrm>
              <a:prstGeom prst="parallelogram">
                <a:avLst>
                  <a:gd name="adj" fmla="val 64309"/>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任意多边形: 形状 61">
                <a:extLst>
                  <a:ext uri="{FF2B5EF4-FFF2-40B4-BE49-F238E27FC236}">
                    <a16:creationId xmlns:a16="http://schemas.microsoft.com/office/drawing/2014/main" id="{A5B511BF-BB56-51CC-5CE5-FD63596A28A8}"/>
                  </a:ext>
                </a:extLst>
              </p:cNvPr>
              <p:cNvSpPr/>
              <p:nvPr/>
            </p:nvSpPr>
            <p:spPr>
              <a:xfrm>
                <a:off x="407458" y="373931"/>
                <a:ext cx="413280" cy="483849"/>
              </a:xfrm>
              <a:prstGeom prst="parallelogram">
                <a:avLst>
                  <a:gd name="adj" fmla="val 61503"/>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331" name="小李PPT1">
              <a:extLst>
                <a:ext uri="{FF2B5EF4-FFF2-40B4-BE49-F238E27FC236}">
                  <a16:creationId xmlns:a16="http://schemas.microsoft.com/office/drawing/2014/main" id="{60296E81-9909-1F74-9C79-5EB97E854FAC}"/>
                </a:ext>
              </a:extLst>
            </p:cNvPr>
            <p:cNvSpPr txBox="1"/>
            <p:nvPr/>
          </p:nvSpPr>
          <p:spPr>
            <a:xfrm>
              <a:off x="1033485" y="401778"/>
              <a:ext cx="3521030" cy="667385"/>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200" dirty="0">
                  <a:solidFill>
                    <a:schemeClr val="tx1">
                      <a:lumMod val="95000"/>
                      <a:lumOff val="5000"/>
                    </a:schemeClr>
                  </a:solidFill>
                  <a:latin typeface="汉仪劲楷简" panose="00020600040101010101" charset="-122"/>
                  <a:ea typeface="汉仪劲楷简" panose="00020600040101010101" charset="-122"/>
                  <a:sym typeface="+mn-ea"/>
                </a:rPr>
                <a:t>1.1 </a:t>
              </a:r>
              <a:r>
                <a:rPr lang="zh-CN" altLang="en-US" sz="3200" dirty="0">
                  <a:solidFill>
                    <a:schemeClr val="tx1">
                      <a:lumMod val="95000"/>
                      <a:lumOff val="5000"/>
                    </a:schemeClr>
                  </a:solidFill>
                  <a:latin typeface="汉仪劲楷简" panose="00020600040101010101" charset="-122"/>
                  <a:ea typeface="汉仪劲楷简" panose="00020600040101010101" charset="-122"/>
                  <a:sym typeface="+mn-ea"/>
                </a:rPr>
                <a:t>背景介绍</a:t>
              </a:r>
              <a:endParaRPr lang="zh-CN" altLang="en-US" sz="3200" noProof="0" dirty="0">
                <a:ln>
                  <a:noFill/>
                </a:ln>
                <a:solidFill>
                  <a:schemeClr val="tx1">
                    <a:lumMod val="95000"/>
                    <a:lumOff val="5000"/>
                  </a:schemeClr>
                </a:solidFill>
                <a:effectLst/>
                <a:uLnTx/>
                <a:uFillTx/>
                <a:latin typeface="汉仪劲楷简" panose="00020600040101010101" charset="-122"/>
                <a:ea typeface="汉仪劲楷简" panose="00020600040101010101" charset="-122"/>
                <a:sym typeface="+mn-ea"/>
              </a:endParaRPr>
            </a:p>
          </p:txBody>
        </p:sp>
      </p:grpSp>
      <p:pic>
        <p:nvPicPr>
          <p:cNvPr id="18" name="图片 17" descr="图片包含 桌子, 小, 蛋糕, 蓝色&#10;&#10;描述已自动生成">
            <a:extLst>
              <a:ext uri="{FF2B5EF4-FFF2-40B4-BE49-F238E27FC236}">
                <a16:creationId xmlns:a16="http://schemas.microsoft.com/office/drawing/2014/main" id="{AB1D1039-27DB-2B41-FBFE-19FF976D648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618230" y="223047"/>
            <a:ext cx="1334417" cy="667209"/>
          </a:xfrm>
          <a:prstGeom prst="rect">
            <a:avLst/>
          </a:prstGeom>
        </p:spPr>
      </p:pic>
      <p:pic>
        <p:nvPicPr>
          <p:cNvPr id="334" name="图片 333" descr="e4f8873b48c92a912ad2b76d31d4d59">
            <a:extLst>
              <a:ext uri="{FF2B5EF4-FFF2-40B4-BE49-F238E27FC236}">
                <a16:creationId xmlns:a16="http://schemas.microsoft.com/office/drawing/2014/main" id="{BCB23CF7-1F66-1D05-9CE3-30C4BBFA903D}"/>
              </a:ext>
            </a:extLst>
          </p:cNvPr>
          <p:cNvPicPr>
            <a:picLocks noChangeAspect="1"/>
          </p:cNvPicPr>
          <p:nvPr/>
        </p:nvPicPr>
        <p:blipFill>
          <a:blip r:embed="rId16"/>
          <a:stretch>
            <a:fillRect/>
          </a:stretch>
        </p:blipFill>
        <p:spPr>
          <a:xfrm>
            <a:off x="9728122" y="193111"/>
            <a:ext cx="708660" cy="708660"/>
          </a:xfrm>
          <a:prstGeom prst="rect">
            <a:avLst/>
          </a:prstGeom>
        </p:spPr>
      </p:pic>
      <p:grpSp>
        <p:nvGrpSpPr>
          <p:cNvPr id="335" name="组合 334">
            <a:extLst>
              <a:ext uri="{FF2B5EF4-FFF2-40B4-BE49-F238E27FC236}">
                <a16:creationId xmlns:a16="http://schemas.microsoft.com/office/drawing/2014/main" id="{3FCA09F8-FBF9-D014-4D7A-7578A8F09146}"/>
              </a:ext>
            </a:extLst>
          </p:cNvPr>
          <p:cNvGrpSpPr/>
          <p:nvPr/>
        </p:nvGrpSpPr>
        <p:grpSpPr>
          <a:xfrm>
            <a:off x="7354620" y="305784"/>
            <a:ext cx="2162937" cy="506745"/>
            <a:chOff x="7239" y="4557"/>
            <a:chExt cx="3500" cy="820"/>
          </a:xfrm>
          <a:gradFill>
            <a:gsLst>
              <a:gs pos="0">
                <a:srgbClr val="923EBA"/>
              </a:gs>
              <a:gs pos="96000">
                <a:srgbClr val="F7F0FA"/>
              </a:gs>
            </a:gsLst>
            <a:lin ang="10800000" scaled="0"/>
          </a:gradFill>
        </p:grpSpPr>
        <p:sp>
          <p:nvSpPr>
            <p:cNvPr id="336" name="燕尾形 25">
              <a:extLst>
                <a:ext uri="{FF2B5EF4-FFF2-40B4-BE49-F238E27FC236}">
                  <a16:creationId xmlns:a16="http://schemas.microsoft.com/office/drawing/2014/main" id="{AF22FDF5-8757-453D-6866-D0167DB67BC3}"/>
                </a:ext>
              </a:extLst>
            </p:cNvPr>
            <p:cNvSpPr/>
            <p:nvPr/>
          </p:nvSpPr>
          <p:spPr>
            <a:xfrm>
              <a:off x="72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7" name="燕尾形 67">
              <a:extLst>
                <a:ext uri="{FF2B5EF4-FFF2-40B4-BE49-F238E27FC236}">
                  <a16:creationId xmlns:a16="http://schemas.microsoft.com/office/drawing/2014/main" id="{3D9A2FEE-E11C-54D3-7206-76A4D85A3C86}"/>
                </a:ext>
              </a:extLst>
            </p:cNvPr>
            <p:cNvSpPr/>
            <p:nvPr/>
          </p:nvSpPr>
          <p:spPr>
            <a:xfrm>
              <a:off x="79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8" name="燕尾形 68">
              <a:extLst>
                <a:ext uri="{FF2B5EF4-FFF2-40B4-BE49-F238E27FC236}">
                  <a16:creationId xmlns:a16="http://schemas.microsoft.com/office/drawing/2014/main" id="{12C0406F-FBDA-2A3F-CEB6-3AA17989E84D}"/>
                </a:ext>
              </a:extLst>
            </p:cNvPr>
            <p:cNvSpPr/>
            <p:nvPr/>
          </p:nvSpPr>
          <p:spPr>
            <a:xfrm>
              <a:off x="86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9" name="燕尾形 69">
              <a:extLst>
                <a:ext uri="{FF2B5EF4-FFF2-40B4-BE49-F238E27FC236}">
                  <a16:creationId xmlns:a16="http://schemas.microsoft.com/office/drawing/2014/main" id="{8BC960A3-4D4E-BF0F-1275-02E83D81B554}"/>
                </a:ext>
              </a:extLst>
            </p:cNvPr>
            <p:cNvSpPr/>
            <p:nvPr/>
          </p:nvSpPr>
          <p:spPr>
            <a:xfrm>
              <a:off x="93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40" name="燕尾形 77">
              <a:extLst>
                <a:ext uri="{FF2B5EF4-FFF2-40B4-BE49-F238E27FC236}">
                  <a16:creationId xmlns:a16="http://schemas.microsoft.com/office/drawing/2014/main" id="{53C60A93-71F9-9093-80FE-03C8C04849D1}"/>
                </a:ext>
              </a:extLst>
            </p:cNvPr>
            <p:cNvSpPr/>
            <p:nvPr/>
          </p:nvSpPr>
          <p:spPr>
            <a:xfrm>
              <a:off x="100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83" name="矩形: 圆角 82">
            <a:extLst>
              <a:ext uri="{FF2B5EF4-FFF2-40B4-BE49-F238E27FC236}">
                <a16:creationId xmlns:a16="http://schemas.microsoft.com/office/drawing/2014/main" id="{62ED2CBA-22CC-9149-3C09-385623259790}"/>
              </a:ext>
            </a:extLst>
          </p:cNvPr>
          <p:cNvSpPr/>
          <p:nvPr/>
        </p:nvSpPr>
        <p:spPr>
          <a:xfrm>
            <a:off x="9141942" y="1485633"/>
            <a:ext cx="2782706" cy="1752404"/>
          </a:xfrm>
          <a:prstGeom prst="roundRect">
            <a:avLst/>
          </a:prstGeom>
          <a:solidFill>
            <a:srgbClr val="CCB4D7">
              <a:alpha val="8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2800" dirty="0">
                <a:solidFill>
                  <a:schemeClr val="tx1">
                    <a:lumMod val="85000"/>
                    <a:lumOff val="15000"/>
                  </a:schemeClr>
                </a:solidFill>
                <a:latin typeface="汉仪劲楷简" panose="00020600040101010101" charset="-122"/>
                <a:ea typeface="汉仪劲楷简" panose="00020600040101010101" charset="-122"/>
              </a:rPr>
              <a:t>W </a:t>
            </a:r>
            <a:r>
              <a:rPr lang="zh-CN" altLang="en-US" sz="2800" dirty="0">
                <a:solidFill>
                  <a:schemeClr val="tx1">
                    <a:lumMod val="85000"/>
                    <a:lumOff val="15000"/>
                  </a:schemeClr>
                </a:solidFill>
                <a:latin typeface="汉仪劲楷简" panose="00020600040101010101" charset="-122"/>
                <a:ea typeface="汉仪劲楷简" panose="00020600040101010101" charset="-122"/>
              </a:rPr>
              <a:t>银行规模</a:t>
            </a:r>
            <a:endParaRPr lang="en-US" altLang="zh-CN" sz="2800" dirty="0">
              <a:solidFill>
                <a:schemeClr val="tx1">
                  <a:lumMod val="85000"/>
                  <a:lumOff val="15000"/>
                </a:schemeClr>
              </a:solidFill>
              <a:latin typeface="汉仪劲楷简" panose="00020600040101010101" charset="-122"/>
              <a:ea typeface="汉仪劲楷简" panose="00020600040101010101" charset="-122"/>
            </a:endParaRPr>
          </a:p>
          <a:p>
            <a:pPr algn="ctr"/>
            <a:r>
              <a:rPr lang="en-US" altLang="zh-CN" sz="2800" dirty="0">
                <a:solidFill>
                  <a:srgbClr val="E0132D"/>
                </a:solidFill>
                <a:latin typeface="汉仪劲楷简" panose="00020600040101010101" charset="-122"/>
                <a:ea typeface="汉仪劲楷简" panose="00020600040101010101" charset="-122"/>
              </a:rPr>
              <a:t>4</a:t>
            </a:r>
            <a:r>
              <a:rPr lang="zh-CN" altLang="en-US" sz="2000" dirty="0">
                <a:solidFill>
                  <a:schemeClr val="tx1">
                    <a:lumMod val="95000"/>
                    <a:lumOff val="5000"/>
                  </a:schemeClr>
                </a:solidFill>
                <a:latin typeface="汉仪劲楷简" panose="00020600040101010101" charset="-122"/>
                <a:ea typeface="汉仪劲楷简" panose="00020600040101010101" charset="-122"/>
              </a:rPr>
              <a:t>亿个人客户</a:t>
            </a:r>
            <a:endParaRPr lang="en-US" altLang="zh-CN" sz="2000" dirty="0">
              <a:solidFill>
                <a:schemeClr val="tx1">
                  <a:lumMod val="95000"/>
                  <a:lumOff val="5000"/>
                </a:schemeClr>
              </a:solidFill>
              <a:latin typeface="汉仪劲楷简" panose="00020600040101010101" charset="-122"/>
              <a:ea typeface="汉仪劲楷简" panose="00020600040101010101" charset="-122"/>
            </a:endParaRPr>
          </a:p>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超</a:t>
            </a:r>
            <a:r>
              <a:rPr lang="en-US" altLang="zh-CN" sz="2800" dirty="0">
                <a:solidFill>
                  <a:srgbClr val="E0132D"/>
                </a:solidFill>
                <a:latin typeface="汉仪劲楷简" panose="00020600040101010101" charset="-122"/>
                <a:ea typeface="汉仪劲楷简" panose="00020600040101010101" charset="-122"/>
              </a:rPr>
              <a:t>500</a:t>
            </a:r>
            <a:r>
              <a:rPr lang="zh-CN" altLang="en-US" sz="2000" dirty="0">
                <a:solidFill>
                  <a:schemeClr val="tx1">
                    <a:lumMod val="95000"/>
                    <a:lumOff val="5000"/>
                  </a:schemeClr>
                </a:solidFill>
                <a:latin typeface="汉仪劲楷简" panose="00020600040101010101" charset="-122"/>
                <a:ea typeface="汉仪劲楷简" panose="00020600040101010101" charset="-122"/>
              </a:rPr>
              <a:t>万中小微企业</a:t>
            </a:r>
          </a:p>
        </p:txBody>
      </p:sp>
      <p:sp>
        <p:nvSpPr>
          <p:cNvPr id="84" name="矩形: 圆角 83">
            <a:extLst>
              <a:ext uri="{FF2B5EF4-FFF2-40B4-BE49-F238E27FC236}">
                <a16:creationId xmlns:a16="http://schemas.microsoft.com/office/drawing/2014/main" id="{7382F3F6-A560-FF13-8CDB-3451C0B4B9AF}"/>
              </a:ext>
            </a:extLst>
          </p:cNvPr>
          <p:cNvSpPr/>
          <p:nvPr/>
        </p:nvSpPr>
        <p:spPr>
          <a:xfrm>
            <a:off x="890135" y="1354138"/>
            <a:ext cx="619277" cy="2092325"/>
          </a:xfrm>
          <a:prstGeom prst="roundRect">
            <a:avLst/>
          </a:prstGeom>
          <a:solidFill>
            <a:srgbClr val="8EA0CC">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数字金融普及</a:t>
            </a:r>
          </a:p>
        </p:txBody>
      </p:sp>
      <p:sp>
        <p:nvSpPr>
          <p:cNvPr id="89" name="矩形: 圆角 88">
            <a:extLst>
              <a:ext uri="{FF2B5EF4-FFF2-40B4-BE49-F238E27FC236}">
                <a16:creationId xmlns:a16="http://schemas.microsoft.com/office/drawing/2014/main" id="{E0713239-8509-4AB4-D205-43DA4275EDAA}"/>
              </a:ext>
            </a:extLst>
          </p:cNvPr>
          <p:cNvSpPr/>
          <p:nvPr/>
        </p:nvSpPr>
        <p:spPr>
          <a:xfrm>
            <a:off x="2005463" y="1350963"/>
            <a:ext cx="619277" cy="2095500"/>
          </a:xfrm>
          <a:prstGeom prst="roundRect">
            <a:avLst/>
          </a:prstGeom>
          <a:solidFill>
            <a:srgbClr val="8EA0CC">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社交生态渗透</a:t>
            </a:r>
          </a:p>
        </p:txBody>
      </p:sp>
      <p:sp>
        <p:nvSpPr>
          <p:cNvPr id="90" name="加号 89">
            <a:extLst>
              <a:ext uri="{FF2B5EF4-FFF2-40B4-BE49-F238E27FC236}">
                <a16:creationId xmlns:a16="http://schemas.microsoft.com/office/drawing/2014/main" id="{02398F3E-6D13-73C4-DDC0-5DAE11488DC8}"/>
              </a:ext>
            </a:extLst>
          </p:cNvPr>
          <p:cNvSpPr/>
          <p:nvPr/>
        </p:nvSpPr>
        <p:spPr>
          <a:xfrm>
            <a:off x="1551458" y="2159000"/>
            <a:ext cx="417283" cy="425450"/>
          </a:xfrm>
          <a:prstGeom prst="mathPlus">
            <a:avLst/>
          </a:prstGeom>
          <a:solidFill>
            <a:srgbClr val="B23CAA">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9" name="组合 108">
            <a:extLst>
              <a:ext uri="{FF2B5EF4-FFF2-40B4-BE49-F238E27FC236}">
                <a16:creationId xmlns:a16="http://schemas.microsoft.com/office/drawing/2014/main" id="{C136E563-5760-E8C9-2F3A-D140F38F6C5E}"/>
              </a:ext>
            </a:extLst>
          </p:cNvPr>
          <p:cNvGrpSpPr/>
          <p:nvPr/>
        </p:nvGrpSpPr>
        <p:grpSpPr>
          <a:xfrm rot="5400000">
            <a:off x="2683935" y="2176463"/>
            <a:ext cx="531070" cy="377825"/>
            <a:chOff x="6146" y="4802"/>
            <a:chExt cx="1090" cy="1509"/>
          </a:xfrm>
          <a:gradFill flip="none" rotWithShape="1">
            <a:gsLst>
              <a:gs pos="37000">
                <a:srgbClr val="EACAE8"/>
              </a:gs>
              <a:gs pos="0">
                <a:srgbClr val="FFFFFF"/>
              </a:gs>
              <a:gs pos="100000">
                <a:srgbClr val="B23CAA"/>
              </a:gs>
            </a:gsLst>
            <a:lin ang="16200000" scaled="1"/>
            <a:tileRect/>
          </a:gradFill>
        </p:grpSpPr>
        <p:sp>
          <p:nvSpPr>
            <p:cNvPr id="110" name="任意多边形 83">
              <a:extLst>
                <a:ext uri="{FF2B5EF4-FFF2-40B4-BE49-F238E27FC236}">
                  <a16:creationId xmlns:a16="http://schemas.microsoft.com/office/drawing/2014/main" id="{F74FF4D7-B3AA-CC33-488A-C1F5048CFA2C}"/>
                </a:ext>
              </a:extLst>
            </p:cNvPr>
            <p:cNvSpPr/>
            <p:nvPr/>
          </p:nvSpPr>
          <p:spPr>
            <a:xfrm>
              <a:off x="6146" y="5342"/>
              <a:ext cx="1090" cy="969"/>
            </a:xfrm>
            <a:custGeom>
              <a:avLst/>
              <a:gdLst/>
              <a:ahLst/>
              <a:cxnLst>
                <a:cxn ang="3">
                  <a:pos x="hc" y="t"/>
                </a:cxn>
                <a:cxn ang="cd2">
                  <a:pos x="l" y="vc"/>
                </a:cxn>
                <a:cxn ang="cd4">
                  <a:pos x="hc" y="b"/>
                </a:cxn>
                <a:cxn ang="0">
                  <a:pos x="r" y="vc"/>
                </a:cxn>
              </a:cxnLst>
              <a:rect l="l" t="t" r="r" b="b"/>
              <a:pathLst>
                <a:path w="1182" h="1307">
                  <a:moveTo>
                    <a:pt x="362" y="0"/>
                  </a:moveTo>
                  <a:lnTo>
                    <a:pt x="820" y="0"/>
                  </a:lnTo>
                  <a:lnTo>
                    <a:pt x="820" y="0"/>
                  </a:lnTo>
                  <a:cubicBezTo>
                    <a:pt x="808" y="262"/>
                    <a:pt x="853" y="557"/>
                    <a:pt x="961" y="852"/>
                  </a:cubicBezTo>
                  <a:cubicBezTo>
                    <a:pt x="1019" y="1012"/>
                    <a:pt x="1091" y="1160"/>
                    <a:pt x="1173" y="1293"/>
                  </a:cubicBezTo>
                  <a:lnTo>
                    <a:pt x="1182" y="1307"/>
                  </a:lnTo>
                  <a:lnTo>
                    <a:pt x="0" y="1307"/>
                  </a:lnTo>
                  <a:lnTo>
                    <a:pt x="9" y="1293"/>
                  </a:lnTo>
                  <a:cubicBezTo>
                    <a:pt x="91" y="1160"/>
                    <a:pt x="163" y="1012"/>
                    <a:pt x="221" y="852"/>
                  </a:cubicBezTo>
                  <a:cubicBezTo>
                    <a:pt x="329" y="557"/>
                    <a:pt x="374" y="262"/>
                    <a:pt x="362" y="0"/>
                  </a:cubicBezTo>
                  <a:lnTo>
                    <a:pt x="362"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111" name="等腰三角形 110">
              <a:extLst>
                <a:ext uri="{FF2B5EF4-FFF2-40B4-BE49-F238E27FC236}">
                  <a16:creationId xmlns:a16="http://schemas.microsoft.com/office/drawing/2014/main" id="{9738CA4A-39F9-90C3-BE2D-D51E5F9FB020}"/>
                </a:ext>
              </a:extLst>
            </p:cNvPr>
            <p:cNvSpPr/>
            <p:nvPr/>
          </p:nvSpPr>
          <p:spPr>
            <a:xfrm>
              <a:off x="6288" y="4802"/>
              <a:ext cx="806" cy="555"/>
            </a:xfrm>
            <a:prstGeom prst="triangle">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7" name="组合 6">
            <a:extLst>
              <a:ext uri="{FF2B5EF4-FFF2-40B4-BE49-F238E27FC236}">
                <a16:creationId xmlns:a16="http://schemas.microsoft.com/office/drawing/2014/main" id="{BF7F7C94-2B9B-84E5-4A43-5A6527612FF0}"/>
              </a:ext>
            </a:extLst>
          </p:cNvPr>
          <p:cNvGrpSpPr/>
          <p:nvPr/>
        </p:nvGrpSpPr>
        <p:grpSpPr>
          <a:xfrm>
            <a:off x="4226799" y="4326377"/>
            <a:ext cx="2729574" cy="2044806"/>
            <a:chOff x="3520353" y="4040360"/>
            <a:chExt cx="2729574" cy="2044806"/>
          </a:xfrm>
        </p:grpSpPr>
        <p:sp>
          <p:nvSpPr>
            <p:cNvPr id="114" name="矩形: 圆角 113">
              <a:extLst>
                <a:ext uri="{FF2B5EF4-FFF2-40B4-BE49-F238E27FC236}">
                  <a16:creationId xmlns:a16="http://schemas.microsoft.com/office/drawing/2014/main" id="{14C28FD5-FFBF-7514-7785-37163E34BDE8}"/>
                </a:ext>
              </a:extLst>
            </p:cNvPr>
            <p:cNvSpPr/>
            <p:nvPr/>
          </p:nvSpPr>
          <p:spPr>
            <a:xfrm>
              <a:off x="3524084" y="4040360"/>
              <a:ext cx="2725843" cy="455545"/>
            </a:xfrm>
            <a:prstGeom prst="roundRect">
              <a:avLst>
                <a:gd name="adj" fmla="val 0"/>
              </a:avLst>
            </a:prstGeom>
            <a:solidFill>
              <a:srgbClr val="8EA0CC">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互联网信息不对称特性</a:t>
              </a:r>
            </a:p>
          </p:txBody>
        </p:sp>
        <p:pic>
          <p:nvPicPr>
            <p:cNvPr id="124" name="图片 123">
              <a:extLst>
                <a:ext uri="{FF2B5EF4-FFF2-40B4-BE49-F238E27FC236}">
                  <a16:creationId xmlns:a16="http://schemas.microsoft.com/office/drawing/2014/main" id="{FA040D55-5415-ED6F-13D7-AC7727E7DC59}"/>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3520353" y="4497194"/>
              <a:ext cx="2729574" cy="1587972"/>
            </a:xfrm>
            <a:prstGeom prst="rect">
              <a:avLst/>
            </a:prstGeom>
          </p:spPr>
        </p:pic>
      </p:grpSp>
      <p:cxnSp>
        <p:nvCxnSpPr>
          <p:cNvPr id="257" name="直接连接符 256">
            <a:extLst>
              <a:ext uri="{FF2B5EF4-FFF2-40B4-BE49-F238E27FC236}">
                <a16:creationId xmlns:a16="http://schemas.microsoft.com/office/drawing/2014/main" id="{7360FEC7-1A80-4144-B817-2CCDB085E1AA}"/>
              </a:ext>
            </a:extLst>
          </p:cNvPr>
          <p:cNvCxnSpPr/>
          <p:nvPr/>
        </p:nvCxnSpPr>
        <p:spPr>
          <a:xfrm>
            <a:off x="0" y="3955988"/>
            <a:ext cx="12212600" cy="0"/>
          </a:xfrm>
          <a:prstGeom prst="line">
            <a:avLst/>
          </a:prstGeom>
          <a:ln w="25400">
            <a:solidFill>
              <a:srgbClr val="8EA0CC">
                <a:alpha val="68000"/>
              </a:srgbClr>
            </a:solidFill>
            <a:prstDash val="dash"/>
          </a:ln>
        </p:spPr>
        <p:style>
          <a:lnRef idx="1">
            <a:schemeClr val="accent1"/>
          </a:lnRef>
          <a:fillRef idx="0">
            <a:schemeClr val="accent1"/>
          </a:fillRef>
          <a:effectRef idx="0">
            <a:schemeClr val="accent1"/>
          </a:effectRef>
          <a:fontRef idx="minor">
            <a:schemeClr val="tx1"/>
          </a:fontRef>
        </p:style>
      </p:cxnSp>
      <p:sp>
        <p:nvSpPr>
          <p:cNvPr id="4" name="矩形: 圆角 3">
            <a:extLst>
              <a:ext uri="{FF2B5EF4-FFF2-40B4-BE49-F238E27FC236}">
                <a16:creationId xmlns:a16="http://schemas.microsoft.com/office/drawing/2014/main" id="{5BA59AD1-D464-C421-2088-895A63274103}"/>
              </a:ext>
            </a:extLst>
          </p:cNvPr>
          <p:cNvSpPr/>
          <p:nvPr/>
        </p:nvSpPr>
        <p:spPr>
          <a:xfrm>
            <a:off x="3269113" y="1044133"/>
            <a:ext cx="5562661" cy="1114867"/>
          </a:xfrm>
          <a:prstGeom prst="roundRect">
            <a:avLst/>
          </a:prstGeom>
          <a:solidFill>
            <a:srgbClr val="8EA0CC">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indent="457200"/>
            <a:r>
              <a:rPr lang="zh-CN" altLang="en-US" sz="2000" dirty="0">
                <a:solidFill>
                  <a:schemeClr val="tx1">
                    <a:lumMod val="95000"/>
                    <a:lumOff val="5000"/>
                  </a:schemeClr>
                </a:solidFill>
                <a:latin typeface="汉仪劲楷简" panose="00020600040101010101" charset="-122"/>
                <a:ea typeface="汉仪劲楷简" panose="00020600040101010101" charset="-122"/>
              </a:rPr>
              <a:t>投资</a:t>
            </a:r>
            <a:r>
              <a:rPr lang="zh-CN" altLang="en-US" sz="2400" b="1" dirty="0">
                <a:solidFill>
                  <a:schemeClr val="tx1">
                    <a:lumMod val="95000"/>
                    <a:lumOff val="5000"/>
                  </a:schemeClr>
                </a:solidFill>
                <a:latin typeface="汉仪劲楷简" panose="00020600040101010101" charset="-122"/>
                <a:ea typeface="汉仪劲楷简" panose="00020600040101010101" charset="-122"/>
              </a:rPr>
              <a:t>门槛</a:t>
            </a:r>
            <a:r>
              <a:rPr lang="zh-CN" altLang="en-US" sz="2000" dirty="0">
                <a:solidFill>
                  <a:schemeClr val="tx1">
                    <a:lumMod val="95000"/>
                    <a:lumOff val="5000"/>
                  </a:schemeClr>
                </a:solidFill>
                <a:latin typeface="汉仪劲楷简" panose="00020600040101010101" charset="-122"/>
                <a:ea typeface="汉仪劲楷简" panose="00020600040101010101" charset="-122"/>
              </a:rPr>
              <a:t>的历史性</a:t>
            </a:r>
            <a:r>
              <a:rPr lang="zh-CN" altLang="en-US" sz="2400" b="1" dirty="0">
                <a:solidFill>
                  <a:schemeClr val="tx1">
                    <a:lumMod val="95000"/>
                    <a:lumOff val="5000"/>
                  </a:schemeClr>
                </a:solidFill>
                <a:latin typeface="汉仪劲楷简" panose="00020600040101010101" charset="-122"/>
                <a:ea typeface="汉仪劲楷简" panose="00020600040101010101" charset="-122"/>
              </a:rPr>
              <a:t>降低</a:t>
            </a:r>
            <a:r>
              <a:rPr lang="en-US" altLang="zh-CN" sz="2400" b="1" dirty="0">
                <a:solidFill>
                  <a:schemeClr val="tx1">
                    <a:lumMod val="95000"/>
                    <a:lumOff val="5000"/>
                  </a:schemeClr>
                </a:solidFill>
                <a:latin typeface="汉仪劲楷简" panose="00020600040101010101" charset="-122"/>
                <a:ea typeface="汉仪劲楷简" panose="00020600040101010101" charset="-122"/>
              </a:rPr>
              <a:t>:</a:t>
            </a:r>
            <a:endParaRPr lang="en-US" altLang="zh-CN" sz="2000" dirty="0">
              <a:solidFill>
                <a:schemeClr val="tx1">
                  <a:lumMod val="95000"/>
                  <a:lumOff val="5000"/>
                </a:schemeClr>
              </a:solidFill>
              <a:latin typeface="汉仪劲楷简" panose="00020600040101010101" charset="-122"/>
              <a:ea typeface="汉仪劲楷简" panose="00020600040101010101" charset="-122"/>
            </a:endParaRPr>
          </a:p>
          <a:p>
            <a:pPr indent="457200"/>
            <a:r>
              <a:rPr lang="zh-CN" altLang="en-US" dirty="0">
                <a:solidFill>
                  <a:schemeClr val="tx1">
                    <a:lumMod val="85000"/>
                    <a:lumOff val="15000"/>
                  </a:schemeClr>
                </a:solidFill>
                <a:latin typeface="汉仪劲楷简" panose="00020600040101010101" charset="-122"/>
                <a:ea typeface="汉仪劲楷简" panose="00020600040101010101" charset="-122"/>
              </a:rPr>
              <a:t>“支付即理财” 模式，将货币基金等金融产品无缝嵌入日常消费场景</a:t>
            </a:r>
          </a:p>
        </p:txBody>
      </p:sp>
      <p:sp>
        <p:nvSpPr>
          <p:cNvPr id="5" name="矩形: 圆角 4">
            <a:extLst>
              <a:ext uri="{FF2B5EF4-FFF2-40B4-BE49-F238E27FC236}">
                <a16:creationId xmlns:a16="http://schemas.microsoft.com/office/drawing/2014/main" id="{1AFDB419-FEA4-B747-665A-03B1008D6198}"/>
              </a:ext>
            </a:extLst>
          </p:cNvPr>
          <p:cNvSpPr/>
          <p:nvPr/>
        </p:nvSpPr>
        <p:spPr>
          <a:xfrm>
            <a:off x="3266558" y="2541745"/>
            <a:ext cx="5559942" cy="1160896"/>
          </a:xfrm>
          <a:prstGeom prst="roundRect">
            <a:avLst/>
          </a:prstGeom>
          <a:solidFill>
            <a:srgbClr val="8EA0CC">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indent="457200"/>
            <a:r>
              <a:rPr lang="zh-CN" altLang="en-US" sz="2000" dirty="0">
                <a:solidFill>
                  <a:schemeClr val="tx1">
                    <a:lumMod val="95000"/>
                    <a:lumOff val="5000"/>
                  </a:schemeClr>
                </a:solidFill>
                <a:latin typeface="汉仪劲楷简" panose="00020600040101010101" charset="-122"/>
                <a:ea typeface="汉仪劲楷简" panose="00020600040101010101" charset="-122"/>
              </a:rPr>
              <a:t>信息</a:t>
            </a:r>
            <a:r>
              <a:rPr lang="zh-CN" altLang="en-US" sz="2400" b="1" dirty="0">
                <a:solidFill>
                  <a:schemeClr val="tx1">
                    <a:lumMod val="95000"/>
                    <a:lumOff val="5000"/>
                  </a:schemeClr>
                </a:solidFill>
                <a:latin typeface="汉仪劲楷简" panose="00020600040101010101" charset="-122"/>
                <a:ea typeface="汉仪劲楷简" panose="00020600040101010101" charset="-122"/>
              </a:rPr>
              <a:t>传播渠道</a:t>
            </a:r>
            <a:r>
              <a:rPr lang="zh-CN" altLang="en-US" sz="2000" dirty="0">
                <a:solidFill>
                  <a:schemeClr val="tx1">
                    <a:lumMod val="95000"/>
                    <a:lumOff val="5000"/>
                  </a:schemeClr>
                </a:solidFill>
                <a:latin typeface="汉仪劲楷简" panose="00020600040101010101" charset="-122"/>
                <a:ea typeface="汉仪劲楷简" panose="00020600040101010101" charset="-122"/>
              </a:rPr>
              <a:t>的范式转移</a:t>
            </a:r>
            <a:r>
              <a:rPr lang="en-US" altLang="zh-CN" sz="2000" dirty="0">
                <a:solidFill>
                  <a:schemeClr val="tx1">
                    <a:lumMod val="95000"/>
                    <a:lumOff val="5000"/>
                  </a:schemeClr>
                </a:solidFill>
                <a:latin typeface="汉仪劲楷简" panose="00020600040101010101" charset="-122"/>
                <a:ea typeface="汉仪劲楷简" panose="00020600040101010101" charset="-122"/>
              </a:rPr>
              <a:t>:</a:t>
            </a:r>
          </a:p>
          <a:p>
            <a:pPr indent="457200"/>
            <a:r>
              <a:rPr lang="zh-CN" altLang="en-US" dirty="0">
                <a:solidFill>
                  <a:schemeClr val="tx1">
                    <a:lumMod val="85000"/>
                    <a:lumOff val="15000"/>
                  </a:schemeClr>
                </a:solidFill>
                <a:latin typeface="汉仪劲楷简" panose="00020600040101010101" charset="-122"/>
                <a:ea typeface="汉仪劲楷简" panose="00020600040101010101" charset="-122"/>
              </a:rPr>
              <a:t>传统投资模式下依赖券商报告、机构研报的信息获取方式，已被社交网络的实时、裂变式传播所颠覆</a:t>
            </a:r>
          </a:p>
        </p:txBody>
      </p:sp>
      <p:sp>
        <p:nvSpPr>
          <p:cNvPr id="6" name="矩形: 圆角 5">
            <a:extLst>
              <a:ext uri="{FF2B5EF4-FFF2-40B4-BE49-F238E27FC236}">
                <a16:creationId xmlns:a16="http://schemas.microsoft.com/office/drawing/2014/main" id="{4FD317C9-7CF9-C093-831D-1CEAE44344E7}"/>
              </a:ext>
            </a:extLst>
          </p:cNvPr>
          <p:cNvSpPr/>
          <p:nvPr/>
        </p:nvSpPr>
        <p:spPr>
          <a:xfrm>
            <a:off x="8025121" y="4403111"/>
            <a:ext cx="3660302" cy="1146936"/>
          </a:xfrm>
          <a:prstGeom prst="roundRect">
            <a:avLst/>
          </a:prstGeom>
          <a:solidFill>
            <a:srgbClr val="8EA0CC">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用户需要有 </a:t>
            </a:r>
            <a:r>
              <a:rPr lang="zh-CN" altLang="en-US" sz="2400" dirty="0">
                <a:solidFill>
                  <a:srgbClr val="C00000"/>
                </a:solidFill>
                <a:latin typeface="汉仪劲楷简" panose="00020600040101010101" charset="-122"/>
                <a:ea typeface="汉仪劲楷简" panose="00020600040101010101" charset="-122"/>
              </a:rPr>
              <a:t>针对性</a:t>
            </a:r>
            <a:r>
              <a:rPr lang="zh-CN" altLang="en-US" sz="2400" b="1" dirty="0">
                <a:solidFill>
                  <a:schemeClr val="tx1">
                    <a:lumMod val="95000"/>
                    <a:lumOff val="5000"/>
                  </a:schemeClr>
                </a:solidFill>
                <a:latin typeface="汉仪劲楷简" panose="00020600040101010101" charset="-122"/>
                <a:ea typeface="汉仪劲楷简" panose="00020600040101010101" charset="-122"/>
              </a:rPr>
              <a:t> </a:t>
            </a:r>
            <a:r>
              <a:rPr lang="zh-CN" altLang="en-US" sz="2000" dirty="0">
                <a:solidFill>
                  <a:schemeClr val="tx1">
                    <a:lumMod val="95000"/>
                    <a:lumOff val="5000"/>
                  </a:schemeClr>
                </a:solidFill>
                <a:latin typeface="汉仪劲楷简" panose="00020600040101010101" charset="-122"/>
                <a:ea typeface="汉仪劲楷简" panose="00020600040101010101" charset="-122"/>
              </a:rPr>
              <a:t>的数据</a:t>
            </a:r>
            <a:endParaRPr lang="en-US" altLang="zh-CN" sz="2000" dirty="0">
              <a:solidFill>
                <a:schemeClr val="tx1">
                  <a:lumMod val="95000"/>
                  <a:lumOff val="5000"/>
                </a:schemeClr>
              </a:solidFill>
              <a:latin typeface="汉仪劲楷简" panose="00020600040101010101" charset="-122"/>
              <a:ea typeface="汉仪劲楷简" panose="00020600040101010101" charset="-122"/>
            </a:endParaRPr>
          </a:p>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促使他们进行投资</a:t>
            </a:r>
            <a:endParaRPr lang="en-US" altLang="zh-CN" sz="2000" dirty="0">
              <a:solidFill>
                <a:schemeClr val="tx1">
                  <a:lumMod val="95000"/>
                  <a:lumOff val="5000"/>
                </a:schemeClr>
              </a:solidFill>
              <a:latin typeface="汉仪劲楷简" panose="00020600040101010101" charset="-122"/>
              <a:ea typeface="汉仪劲楷简" panose="00020600040101010101" charset="-122"/>
            </a:endParaRPr>
          </a:p>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即如何进行 </a:t>
            </a:r>
            <a:r>
              <a:rPr lang="zh-CN" altLang="en-US" sz="2400" dirty="0">
                <a:solidFill>
                  <a:srgbClr val="C00000"/>
                </a:solidFill>
                <a:latin typeface="汉仪劲楷简" panose="00020600040101010101" charset="-122"/>
                <a:ea typeface="汉仪劲楷简" panose="00020600040101010101" charset="-122"/>
              </a:rPr>
              <a:t>精准投放</a:t>
            </a:r>
          </a:p>
        </p:txBody>
      </p:sp>
      <p:grpSp>
        <p:nvGrpSpPr>
          <p:cNvPr id="8" name="组合 7">
            <a:extLst>
              <a:ext uri="{FF2B5EF4-FFF2-40B4-BE49-F238E27FC236}">
                <a16:creationId xmlns:a16="http://schemas.microsoft.com/office/drawing/2014/main" id="{57C7E145-452B-6817-12BE-667304B448E8}"/>
              </a:ext>
            </a:extLst>
          </p:cNvPr>
          <p:cNvGrpSpPr/>
          <p:nvPr/>
        </p:nvGrpSpPr>
        <p:grpSpPr>
          <a:xfrm>
            <a:off x="969957" y="4327392"/>
            <a:ext cx="2725839" cy="2042721"/>
            <a:chOff x="512149" y="4210350"/>
            <a:chExt cx="2725839" cy="2042721"/>
          </a:xfrm>
        </p:grpSpPr>
        <p:sp>
          <p:nvSpPr>
            <p:cNvPr id="113" name="矩形: 圆角 112">
              <a:extLst>
                <a:ext uri="{FF2B5EF4-FFF2-40B4-BE49-F238E27FC236}">
                  <a16:creationId xmlns:a16="http://schemas.microsoft.com/office/drawing/2014/main" id="{5BAF60FF-ABA4-552D-9B54-6DDE9F717064}"/>
                </a:ext>
              </a:extLst>
            </p:cNvPr>
            <p:cNvSpPr/>
            <p:nvPr/>
          </p:nvSpPr>
          <p:spPr>
            <a:xfrm>
              <a:off x="512149" y="4210350"/>
              <a:ext cx="2725839" cy="455546"/>
            </a:xfrm>
            <a:prstGeom prst="roundRect">
              <a:avLst>
                <a:gd name="adj" fmla="val 0"/>
              </a:avLst>
            </a:prstGeom>
            <a:solidFill>
              <a:srgbClr val="8EA0CC">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金融产品的信用属性</a:t>
              </a:r>
            </a:p>
          </p:txBody>
        </p:sp>
        <p:pic>
          <p:nvPicPr>
            <p:cNvPr id="122" name="图片 121">
              <a:extLst>
                <a:ext uri="{FF2B5EF4-FFF2-40B4-BE49-F238E27FC236}">
                  <a16:creationId xmlns:a16="http://schemas.microsoft.com/office/drawing/2014/main" id="{C9EAA088-CA25-6309-4AAD-65FB7565E263}"/>
                </a:ext>
              </a:extLst>
            </p:cNvPr>
            <p:cNvPicPr>
              <a:picLocks noChangeAspect="1"/>
            </p:cNvPicPr>
            <p:nvPr/>
          </p:nvPicPr>
          <p:blipFill>
            <a:blip r:embed="rId18" cstate="print">
              <a:extLst>
                <a:ext uri="{28A0092B-C50C-407E-A947-70E740481C1C}">
                  <a14:useLocalDpi xmlns:a14="http://schemas.microsoft.com/office/drawing/2010/main" val="0"/>
                </a:ext>
              </a:extLst>
            </a:blip>
            <a:srcRect t="-1205" b="24"/>
            <a:stretch/>
          </p:blipFill>
          <p:spPr>
            <a:xfrm>
              <a:off x="512553" y="4646564"/>
              <a:ext cx="2725434" cy="1606507"/>
            </a:xfrm>
            <a:prstGeom prst="rect">
              <a:avLst/>
            </a:prstGeom>
          </p:spPr>
        </p:pic>
      </p:grpSp>
      <p:sp>
        <p:nvSpPr>
          <p:cNvPr id="9" name="加号 8">
            <a:extLst>
              <a:ext uri="{FF2B5EF4-FFF2-40B4-BE49-F238E27FC236}">
                <a16:creationId xmlns:a16="http://schemas.microsoft.com/office/drawing/2014/main" id="{ADE04AE8-4245-4AF9-5D4C-CCB6B83199D0}"/>
              </a:ext>
            </a:extLst>
          </p:cNvPr>
          <p:cNvSpPr/>
          <p:nvPr/>
        </p:nvSpPr>
        <p:spPr>
          <a:xfrm>
            <a:off x="3768674" y="5145660"/>
            <a:ext cx="417283" cy="425450"/>
          </a:xfrm>
          <a:prstGeom prst="mathPlus">
            <a:avLst/>
          </a:prstGeom>
          <a:solidFill>
            <a:srgbClr val="B23CAA">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A0486266-AE51-EA66-48A9-DE2059F028E9}"/>
              </a:ext>
            </a:extLst>
          </p:cNvPr>
          <p:cNvGrpSpPr/>
          <p:nvPr/>
        </p:nvGrpSpPr>
        <p:grpSpPr>
          <a:xfrm rot="5400000">
            <a:off x="7198586" y="5157714"/>
            <a:ext cx="531070" cy="569837"/>
            <a:chOff x="6146" y="4802"/>
            <a:chExt cx="1090" cy="1509"/>
          </a:xfrm>
          <a:gradFill flip="none" rotWithShape="1">
            <a:gsLst>
              <a:gs pos="37000">
                <a:srgbClr val="EACAE8"/>
              </a:gs>
              <a:gs pos="0">
                <a:srgbClr val="FFFFFF"/>
              </a:gs>
              <a:gs pos="100000">
                <a:srgbClr val="B23CAA"/>
              </a:gs>
            </a:gsLst>
            <a:lin ang="16200000" scaled="1"/>
            <a:tileRect/>
          </a:gradFill>
        </p:grpSpPr>
        <p:sp>
          <p:nvSpPr>
            <p:cNvPr id="16" name="任意多边形 83">
              <a:extLst>
                <a:ext uri="{FF2B5EF4-FFF2-40B4-BE49-F238E27FC236}">
                  <a16:creationId xmlns:a16="http://schemas.microsoft.com/office/drawing/2014/main" id="{D4096859-D169-D6C5-1192-AB6F15BA5570}"/>
                </a:ext>
              </a:extLst>
            </p:cNvPr>
            <p:cNvSpPr/>
            <p:nvPr/>
          </p:nvSpPr>
          <p:spPr>
            <a:xfrm>
              <a:off x="6146" y="5342"/>
              <a:ext cx="1090" cy="969"/>
            </a:xfrm>
            <a:custGeom>
              <a:avLst/>
              <a:gdLst/>
              <a:ahLst/>
              <a:cxnLst>
                <a:cxn ang="3">
                  <a:pos x="hc" y="t"/>
                </a:cxn>
                <a:cxn ang="cd2">
                  <a:pos x="l" y="vc"/>
                </a:cxn>
                <a:cxn ang="cd4">
                  <a:pos x="hc" y="b"/>
                </a:cxn>
                <a:cxn ang="0">
                  <a:pos x="r" y="vc"/>
                </a:cxn>
              </a:cxnLst>
              <a:rect l="l" t="t" r="r" b="b"/>
              <a:pathLst>
                <a:path w="1182" h="1307">
                  <a:moveTo>
                    <a:pt x="362" y="0"/>
                  </a:moveTo>
                  <a:lnTo>
                    <a:pt x="820" y="0"/>
                  </a:lnTo>
                  <a:lnTo>
                    <a:pt x="820" y="0"/>
                  </a:lnTo>
                  <a:cubicBezTo>
                    <a:pt x="808" y="262"/>
                    <a:pt x="853" y="557"/>
                    <a:pt x="961" y="852"/>
                  </a:cubicBezTo>
                  <a:cubicBezTo>
                    <a:pt x="1019" y="1012"/>
                    <a:pt x="1091" y="1160"/>
                    <a:pt x="1173" y="1293"/>
                  </a:cubicBezTo>
                  <a:lnTo>
                    <a:pt x="1182" y="1307"/>
                  </a:lnTo>
                  <a:lnTo>
                    <a:pt x="0" y="1307"/>
                  </a:lnTo>
                  <a:lnTo>
                    <a:pt x="9" y="1293"/>
                  </a:lnTo>
                  <a:cubicBezTo>
                    <a:pt x="91" y="1160"/>
                    <a:pt x="163" y="1012"/>
                    <a:pt x="221" y="852"/>
                  </a:cubicBezTo>
                  <a:cubicBezTo>
                    <a:pt x="329" y="557"/>
                    <a:pt x="374" y="262"/>
                    <a:pt x="362" y="0"/>
                  </a:cubicBezTo>
                  <a:lnTo>
                    <a:pt x="362"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17" name="等腰三角形 16">
              <a:extLst>
                <a:ext uri="{FF2B5EF4-FFF2-40B4-BE49-F238E27FC236}">
                  <a16:creationId xmlns:a16="http://schemas.microsoft.com/office/drawing/2014/main" id="{129C4337-48A8-B912-48D0-6952A1EECDF2}"/>
                </a:ext>
              </a:extLst>
            </p:cNvPr>
            <p:cNvSpPr/>
            <p:nvPr/>
          </p:nvSpPr>
          <p:spPr>
            <a:xfrm>
              <a:off x="6288" y="4802"/>
              <a:ext cx="806" cy="555"/>
            </a:xfrm>
            <a:prstGeom prst="triangle">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20" name="文本框 19">
            <a:extLst>
              <a:ext uri="{FF2B5EF4-FFF2-40B4-BE49-F238E27FC236}">
                <a16:creationId xmlns:a16="http://schemas.microsoft.com/office/drawing/2014/main" id="{CAD6FCFC-51CD-AE98-FCB0-DC56EB0E559F}"/>
              </a:ext>
            </a:extLst>
          </p:cNvPr>
          <p:cNvSpPr txBox="1"/>
          <p:nvPr/>
        </p:nvSpPr>
        <p:spPr>
          <a:xfrm>
            <a:off x="8542716" y="5702491"/>
            <a:ext cx="2618262" cy="914400"/>
          </a:xfrm>
          <a:prstGeom prst="rect">
            <a:avLst/>
          </a:prstGeom>
          <a:noFill/>
          <a:ln w="25400" cap="rnd" cmpd="sng" algn="ctr">
            <a:solidFill>
              <a:srgbClr val="D40000"/>
            </a:solid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lnSpc>
                <a:spcPct val="100000"/>
              </a:lnSpc>
            </a:pPr>
            <a:r>
              <a:rPr lang="zh-CN" altLang="en-US" sz="3200" dirty="0">
                <a:solidFill>
                  <a:srgbClr val="C00000"/>
                </a:solidFill>
                <a:latin typeface="汉仪劲楷简" panose="00020600040101010101" charset="-122"/>
                <a:ea typeface="汉仪劲楷简" panose="00020600040101010101" charset="-122"/>
              </a:rPr>
              <a:t>识别关键用户</a:t>
            </a:r>
          </a:p>
        </p:txBody>
      </p:sp>
    </p:spTree>
    <p:extLst>
      <p:ext uri="{BB962C8B-B14F-4D97-AF65-F5344CB8AC3E}">
        <p14:creationId xmlns:p14="http://schemas.microsoft.com/office/powerpoint/2010/main" val="4070405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7" name="think-cell data - do not delete" hidden="1">
            <a:extLst>
              <a:ext uri="{FF2B5EF4-FFF2-40B4-BE49-F238E27FC236}">
                <a16:creationId xmlns:a16="http://schemas.microsoft.com/office/drawing/2014/main" id="{65F4BBA6-28D3-AD30-8ECB-A072861D92E4}"/>
              </a:ext>
            </a:extLst>
          </p:cNvPr>
          <p:cNvGraphicFramePr>
            <a:graphicFrameLocks noChangeAspect="1"/>
          </p:cNvGraphicFramePr>
          <p:nvPr>
            <p:custDataLst>
              <p:tags r:id="rId1"/>
            </p:custDataLst>
            <p:extLst>
              <p:ext uri="{D42A27DB-BD31-4B8C-83A1-F6EECF244321}">
                <p14:modId xmlns:p14="http://schemas.microsoft.com/office/powerpoint/2010/main" val="16554461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3" imgW="471" imgH="473" progId="TCLayout.ActiveDocument.1">
                  <p:embed/>
                </p:oleObj>
              </mc:Choice>
              <mc:Fallback>
                <p:oleObj name="think-cell 幻灯片" r:id="rId13" imgW="471" imgH="473" progId="TCLayout.ActiveDocument.1">
                  <p:embed/>
                  <p:pic>
                    <p:nvPicPr>
                      <p:cNvPr id="67" name="think-cell data - do not delete" hidden="1">
                        <a:extLst>
                          <a:ext uri="{FF2B5EF4-FFF2-40B4-BE49-F238E27FC236}">
                            <a16:creationId xmlns:a16="http://schemas.microsoft.com/office/drawing/2014/main" id="{65F4BBA6-28D3-AD30-8ECB-A072861D92E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74" name="小李PPT1"/>
          <p:cNvSpPr/>
          <p:nvPr>
            <p:custDataLst>
              <p:tags r:id="rId2"/>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3"/>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4"/>
            </p:custDataLst>
          </p:nvPr>
        </p:nvSpPr>
        <p:spPr>
          <a:xfrm>
            <a:off x="4000500" y="-914400"/>
            <a:ext cx="635000" cy="635000"/>
          </a:xfrm>
          <a:prstGeom prst="rect">
            <a:avLst/>
          </a:prstGeom>
          <a:solidFill>
            <a:srgbClr val="F5BEF0"/>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5"/>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6"/>
            </p:custDataLst>
          </p:nvPr>
        </p:nvSpPr>
        <p:spPr>
          <a:xfrm>
            <a:off x="5778500" y="-914400"/>
            <a:ext cx="635000" cy="635000"/>
          </a:xfrm>
          <a:prstGeom prst="rect">
            <a:avLst/>
          </a:prstGeom>
          <a:solidFill>
            <a:srgbClr val="8FE6FC"/>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7"/>
            </p:custDataLst>
          </p:nvPr>
        </p:nvSpPr>
        <p:spPr>
          <a:xfrm>
            <a:off x="6540500" y="-946659"/>
            <a:ext cx="635000" cy="635000"/>
          </a:xfrm>
          <a:prstGeom prst="rect">
            <a:avLst/>
          </a:prstGeom>
          <a:solidFill>
            <a:srgbClr val="E0132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8"/>
            </p:custDataLst>
          </p:nvPr>
        </p:nvSpPr>
        <p:spPr>
          <a:xfrm>
            <a:off x="7302500" y="-914400"/>
            <a:ext cx="635000" cy="635000"/>
          </a:xfrm>
          <a:prstGeom prst="rect">
            <a:avLst/>
          </a:prstGeom>
          <a:solidFill>
            <a:srgbClr val="3F4BD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9"/>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10"/>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1"/>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267" name="小李PPT11">
            <a:extLst>
              <a:ext uri="{FF2B5EF4-FFF2-40B4-BE49-F238E27FC236}">
                <a16:creationId xmlns:a16="http://schemas.microsoft.com/office/drawing/2014/main" id="{E00CE3F1-5B45-F7C7-D558-CF4D4E540D70}"/>
              </a:ext>
            </a:extLst>
          </p:cNvPr>
          <p:cNvGrpSpPr/>
          <p:nvPr/>
        </p:nvGrpSpPr>
        <p:grpSpPr>
          <a:xfrm>
            <a:off x="19363" y="2"/>
            <a:ext cx="12192000" cy="6857998"/>
            <a:chOff x="0" y="2"/>
            <a:chExt cx="12192000" cy="6857998"/>
          </a:xfrm>
          <a:effectLst/>
        </p:grpSpPr>
        <p:cxnSp>
          <p:nvCxnSpPr>
            <p:cNvPr id="268" name="小李PPT11-1">
              <a:extLst>
                <a:ext uri="{FF2B5EF4-FFF2-40B4-BE49-F238E27FC236}">
                  <a16:creationId xmlns:a16="http://schemas.microsoft.com/office/drawing/2014/main" id="{D149A8DE-5D70-5480-002D-8DB8EA561DD2}"/>
                </a:ext>
              </a:extLst>
            </p:cNvPr>
            <p:cNvCxnSpPr/>
            <p:nvPr/>
          </p:nvCxnSpPr>
          <p:spPr>
            <a:xfrm>
              <a:off x="0" y="291084"/>
              <a:ext cx="12192000" cy="0"/>
            </a:xfrm>
            <a:prstGeom prst="line">
              <a:avLst/>
            </a:prstGeom>
            <a:noFill/>
            <a:ln w="6350" cap="rnd" cmpd="sng" algn="ctr">
              <a:solidFill>
                <a:srgbClr val="E9D6F2">
                  <a:alpha val="43922"/>
                </a:srgbClr>
              </a:solidFill>
              <a:prstDash val="solid"/>
              <a:round/>
            </a:ln>
            <a:effectLst/>
          </p:spPr>
        </p:cxnSp>
        <p:cxnSp>
          <p:nvCxnSpPr>
            <p:cNvPr id="269" name="小李PPT11-2">
              <a:extLst>
                <a:ext uri="{FF2B5EF4-FFF2-40B4-BE49-F238E27FC236}">
                  <a16:creationId xmlns:a16="http://schemas.microsoft.com/office/drawing/2014/main" id="{12405815-2BB6-8915-822D-91905D766527}"/>
                </a:ext>
              </a:extLst>
            </p:cNvPr>
            <p:cNvCxnSpPr/>
            <p:nvPr/>
          </p:nvCxnSpPr>
          <p:spPr>
            <a:xfrm>
              <a:off x="0" y="640385"/>
              <a:ext cx="12192000" cy="0"/>
            </a:xfrm>
            <a:prstGeom prst="line">
              <a:avLst/>
            </a:prstGeom>
            <a:noFill/>
            <a:ln w="6350" cap="rnd" cmpd="sng" algn="ctr">
              <a:solidFill>
                <a:srgbClr val="E9D6F2">
                  <a:alpha val="43922"/>
                </a:srgbClr>
              </a:solidFill>
              <a:prstDash val="solid"/>
              <a:round/>
            </a:ln>
            <a:effectLst/>
          </p:spPr>
        </p:cxnSp>
        <p:cxnSp>
          <p:nvCxnSpPr>
            <p:cNvPr id="270" name="小李PPT11-3">
              <a:extLst>
                <a:ext uri="{FF2B5EF4-FFF2-40B4-BE49-F238E27FC236}">
                  <a16:creationId xmlns:a16="http://schemas.microsoft.com/office/drawing/2014/main" id="{142F80B8-DE7C-9802-AED4-8B9E3CC242BA}"/>
                </a:ext>
              </a:extLst>
            </p:cNvPr>
            <p:cNvCxnSpPr/>
            <p:nvPr/>
          </p:nvCxnSpPr>
          <p:spPr>
            <a:xfrm>
              <a:off x="0" y="989685"/>
              <a:ext cx="12192000" cy="0"/>
            </a:xfrm>
            <a:prstGeom prst="line">
              <a:avLst/>
            </a:prstGeom>
            <a:noFill/>
            <a:ln w="6350" cap="rnd" cmpd="sng" algn="ctr">
              <a:solidFill>
                <a:srgbClr val="E9D6F2">
                  <a:alpha val="43922"/>
                </a:srgbClr>
              </a:solidFill>
              <a:prstDash val="solid"/>
              <a:round/>
            </a:ln>
            <a:effectLst/>
          </p:spPr>
        </p:cxnSp>
        <p:cxnSp>
          <p:nvCxnSpPr>
            <p:cNvPr id="271" name="小李PPT11-4">
              <a:extLst>
                <a:ext uri="{FF2B5EF4-FFF2-40B4-BE49-F238E27FC236}">
                  <a16:creationId xmlns:a16="http://schemas.microsoft.com/office/drawing/2014/main" id="{7ACFC8FC-0E7C-6E37-2D81-F22516A9C047}"/>
                </a:ext>
              </a:extLst>
            </p:cNvPr>
            <p:cNvCxnSpPr/>
            <p:nvPr/>
          </p:nvCxnSpPr>
          <p:spPr>
            <a:xfrm>
              <a:off x="0" y="1338986"/>
              <a:ext cx="12192000" cy="0"/>
            </a:xfrm>
            <a:prstGeom prst="line">
              <a:avLst/>
            </a:prstGeom>
            <a:noFill/>
            <a:ln w="6350" cap="rnd" cmpd="sng" algn="ctr">
              <a:solidFill>
                <a:srgbClr val="E9D6F2">
                  <a:alpha val="43922"/>
                </a:srgbClr>
              </a:solidFill>
              <a:prstDash val="solid"/>
              <a:round/>
            </a:ln>
            <a:effectLst/>
          </p:spPr>
        </p:cxnSp>
        <p:cxnSp>
          <p:nvCxnSpPr>
            <p:cNvPr id="272" name="小李PPT11-5">
              <a:extLst>
                <a:ext uri="{FF2B5EF4-FFF2-40B4-BE49-F238E27FC236}">
                  <a16:creationId xmlns:a16="http://schemas.microsoft.com/office/drawing/2014/main" id="{4B1541F3-583D-3A73-E035-4135F1592316}"/>
                </a:ext>
              </a:extLst>
            </p:cNvPr>
            <p:cNvCxnSpPr/>
            <p:nvPr/>
          </p:nvCxnSpPr>
          <p:spPr>
            <a:xfrm>
              <a:off x="0" y="1688287"/>
              <a:ext cx="12192000" cy="0"/>
            </a:xfrm>
            <a:prstGeom prst="line">
              <a:avLst/>
            </a:prstGeom>
            <a:noFill/>
            <a:ln w="6350" cap="rnd" cmpd="sng" algn="ctr">
              <a:solidFill>
                <a:srgbClr val="E9D6F2">
                  <a:alpha val="43922"/>
                </a:srgbClr>
              </a:solidFill>
              <a:prstDash val="solid"/>
              <a:round/>
            </a:ln>
            <a:effectLst/>
          </p:spPr>
        </p:cxnSp>
        <p:cxnSp>
          <p:nvCxnSpPr>
            <p:cNvPr id="273" name="小李PPT11-6">
              <a:extLst>
                <a:ext uri="{FF2B5EF4-FFF2-40B4-BE49-F238E27FC236}">
                  <a16:creationId xmlns:a16="http://schemas.microsoft.com/office/drawing/2014/main" id="{66E042A9-2D0E-3B84-6BB9-F016B7AEEA7C}"/>
                </a:ext>
              </a:extLst>
            </p:cNvPr>
            <p:cNvCxnSpPr/>
            <p:nvPr/>
          </p:nvCxnSpPr>
          <p:spPr>
            <a:xfrm>
              <a:off x="0" y="2037588"/>
              <a:ext cx="12192000" cy="0"/>
            </a:xfrm>
            <a:prstGeom prst="line">
              <a:avLst/>
            </a:prstGeom>
            <a:noFill/>
            <a:ln w="6350" cap="rnd" cmpd="sng" algn="ctr">
              <a:solidFill>
                <a:srgbClr val="E9D6F2">
                  <a:alpha val="43922"/>
                </a:srgbClr>
              </a:solidFill>
              <a:prstDash val="solid"/>
              <a:round/>
            </a:ln>
            <a:effectLst/>
          </p:spPr>
        </p:cxnSp>
        <p:cxnSp>
          <p:nvCxnSpPr>
            <p:cNvPr id="284" name="小李PPT11-7">
              <a:extLst>
                <a:ext uri="{FF2B5EF4-FFF2-40B4-BE49-F238E27FC236}">
                  <a16:creationId xmlns:a16="http://schemas.microsoft.com/office/drawing/2014/main" id="{06D7C7DA-C60C-6A00-79B5-33A5EB452FC6}"/>
                </a:ext>
              </a:extLst>
            </p:cNvPr>
            <p:cNvCxnSpPr/>
            <p:nvPr/>
          </p:nvCxnSpPr>
          <p:spPr>
            <a:xfrm>
              <a:off x="0" y="2386888"/>
              <a:ext cx="12192000" cy="0"/>
            </a:xfrm>
            <a:prstGeom prst="line">
              <a:avLst/>
            </a:prstGeom>
            <a:noFill/>
            <a:ln w="6350" cap="rnd" cmpd="sng" algn="ctr">
              <a:solidFill>
                <a:srgbClr val="E9D6F2">
                  <a:alpha val="43922"/>
                </a:srgbClr>
              </a:solidFill>
              <a:prstDash val="solid"/>
              <a:round/>
            </a:ln>
            <a:effectLst/>
          </p:spPr>
        </p:cxnSp>
        <p:cxnSp>
          <p:nvCxnSpPr>
            <p:cNvPr id="285" name="小李PPT11-8">
              <a:extLst>
                <a:ext uri="{FF2B5EF4-FFF2-40B4-BE49-F238E27FC236}">
                  <a16:creationId xmlns:a16="http://schemas.microsoft.com/office/drawing/2014/main" id="{6D0C7100-34C7-043F-36DA-67E2864B1E77}"/>
                </a:ext>
              </a:extLst>
            </p:cNvPr>
            <p:cNvCxnSpPr/>
            <p:nvPr/>
          </p:nvCxnSpPr>
          <p:spPr>
            <a:xfrm>
              <a:off x="0" y="2736189"/>
              <a:ext cx="12192000" cy="0"/>
            </a:xfrm>
            <a:prstGeom prst="line">
              <a:avLst/>
            </a:prstGeom>
            <a:noFill/>
            <a:ln w="6350" cap="rnd" cmpd="sng" algn="ctr">
              <a:solidFill>
                <a:srgbClr val="E9D6F2">
                  <a:alpha val="43922"/>
                </a:srgbClr>
              </a:solidFill>
              <a:prstDash val="solid"/>
              <a:round/>
            </a:ln>
            <a:effectLst/>
          </p:spPr>
        </p:cxnSp>
        <p:cxnSp>
          <p:nvCxnSpPr>
            <p:cNvPr id="286" name="小李PPT11-9">
              <a:extLst>
                <a:ext uri="{FF2B5EF4-FFF2-40B4-BE49-F238E27FC236}">
                  <a16:creationId xmlns:a16="http://schemas.microsoft.com/office/drawing/2014/main" id="{7DE0E073-233F-1CAC-DFD0-AE043F408038}"/>
                </a:ext>
              </a:extLst>
            </p:cNvPr>
            <p:cNvCxnSpPr/>
            <p:nvPr/>
          </p:nvCxnSpPr>
          <p:spPr>
            <a:xfrm>
              <a:off x="0" y="3085490"/>
              <a:ext cx="12192000" cy="0"/>
            </a:xfrm>
            <a:prstGeom prst="line">
              <a:avLst/>
            </a:prstGeom>
            <a:noFill/>
            <a:ln w="6350" cap="rnd" cmpd="sng" algn="ctr">
              <a:solidFill>
                <a:srgbClr val="E9D6F2">
                  <a:alpha val="43922"/>
                </a:srgbClr>
              </a:solidFill>
              <a:prstDash val="solid"/>
              <a:round/>
            </a:ln>
            <a:effectLst/>
          </p:spPr>
        </p:cxnSp>
        <p:cxnSp>
          <p:nvCxnSpPr>
            <p:cNvPr id="287" name="小李PPT11-10">
              <a:extLst>
                <a:ext uri="{FF2B5EF4-FFF2-40B4-BE49-F238E27FC236}">
                  <a16:creationId xmlns:a16="http://schemas.microsoft.com/office/drawing/2014/main" id="{EA56C2C0-43C0-D849-356F-9AB3E2465B9B}"/>
                </a:ext>
              </a:extLst>
            </p:cNvPr>
            <p:cNvCxnSpPr/>
            <p:nvPr/>
          </p:nvCxnSpPr>
          <p:spPr>
            <a:xfrm>
              <a:off x="0" y="3434791"/>
              <a:ext cx="12192000" cy="0"/>
            </a:xfrm>
            <a:prstGeom prst="line">
              <a:avLst/>
            </a:prstGeom>
            <a:noFill/>
            <a:ln w="6350" cap="rnd" cmpd="sng" algn="ctr">
              <a:solidFill>
                <a:srgbClr val="E9D6F2">
                  <a:alpha val="43922"/>
                </a:srgbClr>
              </a:solidFill>
              <a:prstDash val="solid"/>
              <a:round/>
            </a:ln>
            <a:effectLst/>
          </p:spPr>
        </p:cxnSp>
        <p:cxnSp>
          <p:nvCxnSpPr>
            <p:cNvPr id="288" name="小李PPT11-11">
              <a:extLst>
                <a:ext uri="{FF2B5EF4-FFF2-40B4-BE49-F238E27FC236}">
                  <a16:creationId xmlns:a16="http://schemas.microsoft.com/office/drawing/2014/main" id="{254E15E1-1941-52F8-7CAE-C9D37DFCA5AF}"/>
                </a:ext>
              </a:extLst>
            </p:cNvPr>
            <p:cNvCxnSpPr/>
            <p:nvPr/>
          </p:nvCxnSpPr>
          <p:spPr>
            <a:xfrm>
              <a:off x="0" y="3784091"/>
              <a:ext cx="12192000" cy="0"/>
            </a:xfrm>
            <a:prstGeom prst="line">
              <a:avLst/>
            </a:prstGeom>
            <a:noFill/>
            <a:ln w="6350" cap="rnd" cmpd="sng" algn="ctr">
              <a:solidFill>
                <a:srgbClr val="E9D6F2">
                  <a:alpha val="43922"/>
                </a:srgbClr>
              </a:solidFill>
              <a:prstDash val="solid"/>
              <a:round/>
            </a:ln>
            <a:effectLst/>
          </p:spPr>
        </p:cxnSp>
        <p:cxnSp>
          <p:nvCxnSpPr>
            <p:cNvPr id="289" name="小李PPT11-12">
              <a:extLst>
                <a:ext uri="{FF2B5EF4-FFF2-40B4-BE49-F238E27FC236}">
                  <a16:creationId xmlns:a16="http://schemas.microsoft.com/office/drawing/2014/main" id="{FC67DC33-8B06-C5A7-285A-18E9A62A83E3}"/>
                </a:ext>
              </a:extLst>
            </p:cNvPr>
            <p:cNvCxnSpPr/>
            <p:nvPr/>
          </p:nvCxnSpPr>
          <p:spPr>
            <a:xfrm>
              <a:off x="0" y="4133392"/>
              <a:ext cx="12192000" cy="0"/>
            </a:xfrm>
            <a:prstGeom prst="line">
              <a:avLst/>
            </a:prstGeom>
            <a:noFill/>
            <a:ln w="6350" cap="rnd" cmpd="sng" algn="ctr">
              <a:solidFill>
                <a:srgbClr val="E9D6F2">
                  <a:alpha val="43922"/>
                </a:srgbClr>
              </a:solidFill>
              <a:prstDash val="solid"/>
              <a:round/>
            </a:ln>
            <a:effectLst/>
          </p:spPr>
        </p:cxnSp>
        <p:cxnSp>
          <p:nvCxnSpPr>
            <p:cNvPr id="290" name="小李PPT11-13">
              <a:extLst>
                <a:ext uri="{FF2B5EF4-FFF2-40B4-BE49-F238E27FC236}">
                  <a16:creationId xmlns:a16="http://schemas.microsoft.com/office/drawing/2014/main" id="{C01CAF94-0D94-A0A5-CC17-8DA7676E27D4}"/>
                </a:ext>
              </a:extLst>
            </p:cNvPr>
            <p:cNvCxnSpPr/>
            <p:nvPr/>
          </p:nvCxnSpPr>
          <p:spPr>
            <a:xfrm>
              <a:off x="0" y="4482693"/>
              <a:ext cx="12192000" cy="0"/>
            </a:xfrm>
            <a:prstGeom prst="line">
              <a:avLst/>
            </a:prstGeom>
            <a:noFill/>
            <a:ln w="6350" cap="rnd" cmpd="sng" algn="ctr">
              <a:solidFill>
                <a:srgbClr val="E9D6F2">
                  <a:alpha val="43922"/>
                </a:srgbClr>
              </a:solidFill>
              <a:prstDash val="solid"/>
              <a:round/>
            </a:ln>
            <a:effectLst/>
          </p:spPr>
        </p:cxnSp>
        <p:cxnSp>
          <p:nvCxnSpPr>
            <p:cNvPr id="291" name="小李PPT11-14">
              <a:extLst>
                <a:ext uri="{FF2B5EF4-FFF2-40B4-BE49-F238E27FC236}">
                  <a16:creationId xmlns:a16="http://schemas.microsoft.com/office/drawing/2014/main" id="{3C424704-4D6B-B42A-4418-44F53C830A7C}"/>
                </a:ext>
              </a:extLst>
            </p:cNvPr>
            <p:cNvCxnSpPr/>
            <p:nvPr/>
          </p:nvCxnSpPr>
          <p:spPr>
            <a:xfrm>
              <a:off x="0" y="4831994"/>
              <a:ext cx="12192000" cy="0"/>
            </a:xfrm>
            <a:prstGeom prst="line">
              <a:avLst/>
            </a:prstGeom>
            <a:noFill/>
            <a:ln w="6350" cap="rnd" cmpd="sng" algn="ctr">
              <a:solidFill>
                <a:srgbClr val="E9D6F2">
                  <a:alpha val="43922"/>
                </a:srgbClr>
              </a:solidFill>
              <a:prstDash val="solid"/>
              <a:round/>
            </a:ln>
            <a:effectLst/>
          </p:spPr>
        </p:cxnSp>
        <p:cxnSp>
          <p:nvCxnSpPr>
            <p:cNvPr id="292" name="小李PPT11-15">
              <a:extLst>
                <a:ext uri="{FF2B5EF4-FFF2-40B4-BE49-F238E27FC236}">
                  <a16:creationId xmlns:a16="http://schemas.microsoft.com/office/drawing/2014/main" id="{1B0613AC-5DAE-A539-F142-5B4B136F0118}"/>
                </a:ext>
              </a:extLst>
            </p:cNvPr>
            <p:cNvCxnSpPr/>
            <p:nvPr/>
          </p:nvCxnSpPr>
          <p:spPr>
            <a:xfrm>
              <a:off x="0" y="5181294"/>
              <a:ext cx="12192000" cy="0"/>
            </a:xfrm>
            <a:prstGeom prst="line">
              <a:avLst/>
            </a:prstGeom>
            <a:noFill/>
            <a:ln w="6350" cap="rnd" cmpd="sng" algn="ctr">
              <a:solidFill>
                <a:srgbClr val="E9D6F2">
                  <a:alpha val="43922"/>
                </a:srgbClr>
              </a:solidFill>
              <a:prstDash val="solid"/>
              <a:round/>
            </a:ln>
            <a:effectLst/>
          </p:spPr>
        </p:cxnSp>
        <p:cxnSp>
          <p:nvCxnSpPr>
            <p:cNvPr id="293" name="小李PPT11-16">
              <a:extLst>
                <a:ext uri="{FF2B5EF4-FFF2-40B4-BE49-F238E27FC236}">
                  <a16:creationId xmlns:a16="http://schemas.microsoft.com/office/drawing/2014/main" id="{A82AC189-FB20-5A34-F29A-29BC661D40C1}"/>
                </a:ext>
              </a:extLst>
            </p:cNvPr>
            <p:cNvCxnSpPr/>
            <p:nvPr/>
          </p:nvCxnSpPr>
          <p:spPr>
            <a:xfrm>
              <a:off x="0" y="5530595"/>
              <a:ext cx="12192000" cy="0"/>
            </a:xfrm>
            <a:prstGeom prst="line">
              <a:avLst/>
            </a:prstGeom>
            <a:noFill/>
            <a:ln w="6350" cap="rnd" cmpd="sng" algn="ctr">
              <a:solidFill>
                <a:srgbClr val="E9D6F2">
                  <a:alpha val="43922"/>
                </a:srgbClr>
              </a:solidFill>
              <a:prstDash val="solid"/>
              <a:round/>
            </a:ln>
            <a:effectLst/>
          </p:spPr>
        </p:cxnSp>
        <p:cxnSp>
          <p:nvCxnSpPr>
            <p:cNvPr id="294" name="小李PPT11-17">
              <a:extLst>
                <a:ext uri="{FF2B5EF4-FFF2-40B4-BE49-F238E27FC236}">
                  <a16:creationId xmlns:a16="http://schemas.microsoft.com/office/drawing/2014/main" id="{76B83A31-2D9E-D7BD-CA39-2AE556A84190}"/>
                </a:ext>
              </a:extLst>
            </p:cNvPr>
            <p:cNvCxnSpPr/>
            <p:nvPr/>
          </p:nvCxnSpPr>
          <p:spPr>
            <a:xfrm rot="5400000">
              <a:off x="2180157" y="3429001"/>
              <a:ext cx="6857998" cy="0"/>
            </a:xfrm>
            <a:prstGeom prst="line">
              <a:avLst/>
            </a:prstGeom>
            <a:noFill/>
            <a:ln w="6350" cap="rnd" cmpd="sng" algn="ctr">
              <a:solidFill>
                <a:srgbClr val="E9D6F2">
                  <a:alpha val="43922"/>
                </a:srgbClr>
              </a:solidFill>
              <a:prstDash val="solid"/>
              <a:round/>
            </a:ln>
            <a:effectLst/>
          </p:spPr>
        </p:cxnSp>
        <p:cxnSp>
          <p:nvCxnSpPr>
            <p:cNvPr id="295" name="小李PPT11-18">
              <a:extLst>
                <a:ext uri="{FF2B5EF4-FFF2-40B4-BE49-F238E27FC236}">
                  <a16:creationId xmlns:a16="http://schemas.microsoft.com/office/drawing/2014/main" id="{895F1AE6-1ED3-945C-7DBD-11795EA54ABE}"/>
                </a:ext>
              </a:extLst>
            </p:cNvPr>
            <p:cNvCxnSpPr/>
            <p:nvPr/>
          </p:nvCxnSpPr>
          <p:spPr>
            <a:xfrm rot="5400000">
              <a:off x="1826337" y="3429001"/>
              <a:ext cx="6857998" cy="0"/>
            </a:xfrm>
            <a:prstGeom prst="line">
              <a:avLst/>
            </a:prstGeom>
            <a:noFill/>
            <a:ln w="6350" cap="rnd" cmpd="sng" algn="ctr">
              <a:solidFill>
                <a:srgbClr val="E9D6F2">
                  <a:alpha val="43922"/>
                </a:srgbClr>
              </a:solidFill>
              <a:prstDash val="solid"/>
              <a:round/>
            </a:ln>
            <a:effectLst/>
          </p:spPr>
        </p:cxnSp>
        <p:cxnSp>
          <p:nvCxnSpPr>
            <p:cNvPr id="296" name="小李PPT11-19">
              <a:extLst>
                <a:ext uri="{FF2B5EF4-FFF2-40B4-BE49-F238E27FC236}">
                  <a16:creationId xmlns:a16="http://schemas.microsoft.com/office/drawing/2014/main" id="{762323E0-65C1-CE4A-4F8F-B2AA3BD5F737}"/>
                </a:ext>
              </a:extLst>
            </p:cNvPr>
            <p:cNvCxnSpPr/>
            <p:nvPr/>
          </p:nvCxnSpPr>
          <p:spPr>
            <a:xfrm rot="5400000">
              <a:off x="1472518" y="3429001"/>
              <a:ext cx="6857998" cy="0"/>
            </a:xfrm>
            <a:prstGeom prst="line">
              <a:avLst/>
            </a:prstGeom>
            <a:noFill/>
            <a:ln w="6350" cap="rnd" cmpd="sng" algn="ctr">
              <a:solidFill>
                <a:srgbClr val="E9D6F2">
                  <a:alpha val="43922"/>
                </a:srgbClr>
              </a:solidFill>
              <a:prstDash val="solid"/>
              <a:round/>
            </a:ln>
            <a:effectLst/>
          </p:spPr>
        </p:cxnSp>
        <p:cxnSp>
          <p:nvCxnSpPr>
            <p:cNvPr id="297" name="小李PPT11-20">
              <a:extLst>
                <a:ext uri="{FF2B5EF4-FFF2-40B4-BE49-F238E27FC236}">
                  <a16:creationId xmlns:a16="http://schemas.microsoft.com/office/drawing/2014/main" id="{F16FA46A-61DA-8608-A3F1-EB417B6C7478}"/>
                </a:ext>
              </a:extLst>
            </p:cNvPr>
            <p:cNvCxnSpPr/>
            <p:nvPr/>
          </p:nvCxnSpPr>
          <p:spPr>
            <a:xfrm rot="5400000">
              <a:off x="1118698" y="3429001"/>
              <a:ext cx="6857998" cy="0"/>
            </a:xfrm>
            <a:prstGeom prst="line">
              <a:avLst/>
            </a:prstGeom>
            <a:noFill/>
            <a:ln w="6350" cap="rnd" cmpd="sng" algn="ctr">
              <a:solidFill>
                <a:srgbClr val="E9D6F2">
                  <a:alpha val="43922"/>
                </a:srgbClr>
              </a:solidFill>
              <a:prstDash val="solid"/>
              <a:round/>
            </a:ln>
            <a:effectLst/>
          </p:spPr>
        </p:cxnSp>
        <p:cxnSp>
          <p:nvCxnSpPr>
            <p:cNvPr id="298" name="小李PPT11-21">
              <a:extLst>
                <a:ext uri="{FF2B5EF4-FFF2-40B4-BE49-F238E27FC236}">
                  <a16:creationId xmlns:a16="http://schemas.microsoft.com/office/drawing/2014/main" id="{837CC4D4-E4DB-55F1-C903-5BAFBE536376}"/>
                </a:ext>
              </a:extLst>
            </p:cNvPr>
            <p:cNvCxnSpPr/>
            <p:nvPr/>
          </p:nvCxnSpPr>
          <p:spPr>
            <a:xfrm rot="5400000">
              <a:off x="764879" y="3429001"/>
              <a:ext cx="6857998" cy="0"/>
            </a:xfrm>
            <a:prstGeom prst="line">
              <a:avLst/>
            </a:prstGeom>
            <a:noFill/>
            <a:ln w="6350" cap="rnd" cmpd="sng" algn="ctr">
              <a:solidFill>
                <a:srgbClr val="E9D6F2">
                  <a:alpha val="43922"/>
                </a:srgbClr>
              </a:solidFill>
              <a:prstDash val="solid"/>
              <a:round/>
            </a:ln>
            <a:effectLst/>
          </p:spPr>
        </p:cxnSp>
        <p:cxnSp>
          <p:nvCxnSpPr>
            <p:cNvPr id="299" name="小李PPT11-22">
              <a:extLst>
                <a:ext uri="{FF2B5EF4-FFF2-40B4-BE49-F238E27FC236}">
                  <a16:creationId xmlns:a16="http://schemas.microsoft.com/office/drawing/2014/main" id="{A18F6059-82B4-C7AD-5331-2ACCF967110E}"/>
                </a:ext>
              </a:extLst>
            </p:cNvPr>
            <p:cNvCxnSpPr/>
            <p:nvPr/>
          </p:nvCxnSpPr>
          <p:spPr>
            <a:xfrm rot="5400000">
              <a:off x="411061" y="3429001"/>
              <a:ext cx="6857998" cy="0"/>
            </a:xfrm>
            <a:prstGeom prst="line">
              <a:avLst/>
            </a:prstGeom>
            <a:noFill/>
            <a:ln w="6350" cap="rnd" cmpd="sng" algn="ctr">
              <a:solidFill>
                <a:srgbClr val="E9D6F2">
                  <a:alpha val="43922"/>
                </a:srgbClr>
              </a:solidFill>
              <a:prstDash val="solid"/>
              <a:round/>
            </a:ln>
            <a:effectLst/>
          </p:spPr>
        </p:cxnSp>
        <p:cxnSp>
          <p:nvCxnSpPr>
            <p:cNvPr id="300" name="小李PPT11-23">
              <a:extLst>
                <a:ext uri="{FF2B5EF4-FFF2-40B4-BE49-F238E27FC236}">
                  <a16:creationId xmlns:a16="http://schemas.microsoft.com/office/drawing/2014/main" id="{A9A85CAC-8B8C-CFE6-AB4A-7F43E4A9D781}"/>
                </a:ext>
              </a:extLst>
            </p:cNvPr>
            <p:cNvCxnSpPr/>
            <p:nvPr/>
          </p:nvCxnSpPr>
          <p:spPr>
            <a:xfrm rot="5400000">
              <a:off x="57241" y="3429001"/>
              <a:ext cx="6857998" cy="0"/>
            </a:xfrm>
            <a:prstGeom prst="line">
              <a:avLst/>
            </a:prstGeom>
            <a:noFill/>
            <a:ln w="6350" cap="rnd" cmpd="sng" algn="ctr">
              <a:solidFill>
                <a:srgbClr val="E9D6F2">
                  <a:alpha val="43922"/>
                </a:srgbClr>
              </a:solidFill>
              <a:prstDash val="solid"/>
              <a:round/>
            </a:ln>
            <a:effectLst/>
          </p:spPr>
        </p:cxnSp>
        <p:cxnSp>
          <p:nvCxnSpPr>
            <p:cNvPr id="301" name="小李PPT11-24">
              <a:extLst>
                <a:ext uri="{FF2B5EF4-FFF2-40B4-BE49-F238E27FC236}">
                  <a16:creationId xmlns:a16="http://schemas.microsoft.com/office/drawing/2014/main" id="{A084D740-B9DB-BA65-905B-6C99371D7667}"/>
                </a:ext>
              </a:extLst>
            </p:cNvPr>
            <p:cNvCxnSpPr/>
            <p:nvPr/>
          </p:nvCxnSpPr>
          <p:spPr>
            <a:xfrm rot="5400000">
              <a:off x="-296578" y="3429001"/>
              <a:ext cx="6857998" cy="0"/>
            </a:xfrm>
            <a:prstGeom prst="line">
              <a:avLst/>
            </a:prstGeom>
            <a:noFill/>
            <a:ln w="6350" cap="rnd" cmpd="sng" algn="ctr">
              <a:solidFill>
                <a:srgbClr val="E9D6F2">
                  <a:alpha val="43922"/>
                </a:srgbClr>
              </a:solidFill>
              <a:prstDash val="solid"/>
              <a:round/>
            </a:ln>
            <a:effectLst/>
          </p:spPr>
        </p:cxnSp>
        <p:cxnSp>
          <p:nvCxnSpPr>
            <p:cNvPr id="302" name="小李PPT11-25">
              <a:extLst>
                <a:ext uri="{FF2B5EF4-FFF2-40B4-BE49-F238E27FC236}">
                  <a16:creationId xmlns:a16="http://schemas.microsoft.com/office/drawing/2014/main" id="{4BC52A2B-58EE-7F90-8026-B11F33CD56A7}"/>
                </a:ext>
              </a:extLst>
            </p:cNvPr>
            <p:cNvCxnSpPr/>
            <p:nvPr/>
          </p:nvCxnSpPr>
          <p:spPr>
            <a:xfrm rot="5400000">
              <a:off x="-650398" y="3429001"/>
              <a:ext cx="6857998" cy="0"/>
            </a:xfrm>
            <a:prstGeom prst="line">
              <a:avLst/>
            </a:prstGeom>
            <a:noFill/>
            <a:ln w="6350" cap="rnd" cmpd="sng" algn="ctr">
              <a:solidFill>
                <a:srgbClr val="E9D6F2">
                  <a:alpha val="43922"/>
                </a:srgbClr>
              </a:solidFill>
              <a:prstDash val="solid"/>
              <a:round/>
            </a:ln>
            <a:effectLst/>
          </p:spPr>
        </p:cxnSp>
        <p:cxnSp>
          <p:nvCxnSpPr>
            <p:cNvPr id="303" name="小李PPT11-26">
              <a:extLst>
                <a:ext uri="{FF2B5EF4-FFF2-40B4-BE49-F238E27FC236}">
                  <a16:creationId xmlns:a16="http://schemas.microsoft.com/office/drawing/2014/main" id="{A6CBAFE8-1219-FADF-D00C-CEF2C972633A}"/>
                </a:ext>
              </a:extLst>
            </p:cNvPr>
            <p:cNvCxnSpPr/>
            <p:nvPr/>
          </p:nvCxnSpPr>
          <p:spPr>
            <a:xfrm rot="5400000">
              <a:off x="-1004217" y="3429001"/>
              <a:ext cx="6857998" cy="0"/>
            </a:xfrm>
            <a:prstGeom prst="line">
              <a:avLst/>
            </a:prstGeom>
            <a:noFill/>
            <a:ln w="6350" cap="rnd" cmpd="sng" algn="ctr">
              <a:solidFill>
                <a:srgbClr val="E9D6F2">
                  <a:alpha val="43922"/>
                </a:srgbClr>
              </a:solidFill>
              <a:prstDash val="solid"/>
              <a:round/>
            </a:ln>
            <a:effectLst/>
          </p:spPr>
        </p:cxnSp>
        <p:cxnSp>
          <p:nvCxnSpPr>
            <p:cNvPr id="304" name="小李PPT11-27">
              <a:extLst>
                <a:ext uri="{FF2B5EF4-FFF2-40B4-BE49-F238E27FC236}">
                  <a16:creationId xmlns:a16="http://schemas.microsoft.com/office/drawing/2014/main" id="{DF86F9CC-48C5-E7C3-9A84-2BB52248DB1E}"/>
                </a:ext>
              </a:extLst>
            </p:cNvPr>
            <p:cNvCxnSpPr/>
            <p:nvPr/>
          </p:nvCxnSpPr>
          <p:spPr>
            <a:xfrm rot="5400000">
              <a:off x="-1358036" y="3429001"/>
              <a:ext cx="6857998" cy="0"/>
            </a:xfrm>
            <a:prstGeom prst="line">
              <a:avLst/>
            </a:prstGeom>
            <a:noFill/>
            <a:ln w="6350" cap="rnd" cmpd="sng" algn="ctr">
              <a:solidFill>
                <a:srgbClr val="E9D6F2">
                  <a:alpha val="43922"/>
                </a:srgbClr>
              </a:solidFill>
              <a:prstDash val="solid"/>
              <a:round/>
            </a:ln>
            <a:effectLst/>
          </p:spPr>
        </p:cxnSp>
        <p:cxnSp>
          <p:nvCxnSpPr>
            <p:cNvPr id="305" name="小李PPT11-28">
              <a:extLst>
                <a:ext uri="{FF2B5EF4-FFF2-40B4-BE49-F238E27FC236}">
                  <a16:creationId xmlns:a16="http://schemas.microsoft.com/office/drawing/2014/main" id="{634DDDD0-AD3A-E164-6A22-7EA73F0DF471}"/>
                </a:ext>
              </a:extLst>
            </p:cNvPr>
            <p:cNvCxnSpPr/>
            <p:nvPr/>
          </p:nvCxnSpPr>
          <p:spPr>
            <a:xfrm rot="5400000">
              <a:off x="-1711856" y="3429001"/>
              <a:ext cx="6857998" cy="0"/>
            </a:xfrm>
            <a:prstGeom prst="line">
              <a:avLst/>
            </a:prstGeom>
            <a:noFill/>
            <a:ln w="6350" cap="rnd" cmpd="sng" algn="ctr">
              <a:solidFill>
                <a:srgbClr val="E9D6F2">
                  <a:alpha val="43922"/>
                </a:srgbClr>
              </a:solidFill>
              <a:prstDash val="solid"/>
              <a:round/>
            </a:ln>
            <a:effectLst/>
          </p:spPr>
        </p:cxnSp>
        <p:cxnSp>
          <p:nvCxnSpPr>
            <p:cNvPr id="306" name="小李PPT11-29">
              <a:extLst>
                <a:ext uri="{FF2B5EF4-FFF2-40B4-BE49-F238E27FC236}">
                  <a16:creationId xmlns:a16="http://schemas.microsoft.com/office/drawing/2014/main" id="{E8411CF7-545D-7752-3880-A26682214D26}"/>
                </a:ext>
              </a:extLst>
            </p:cNvPr>
            <p:cNvCxnSpPr/>
            <p:nvPr/>
          </p:nvCxnSpPr>
          <p:spPr>
            <a:xfrm rot="5400000">
              <a:off x="-2065675" y="3429001"/>
              <a:ext cx="6857998" cy="0"/>
            </a:xfrm>
            <a:prstGeom prst="line">
              <a:avLst/>
            </a:prstGeom>
            <a:noFill/>
            <a:ln w="6350" cap="rnd" cmpd="sng" algn="ctr">
              <a:solidFill>
                <a:srgbClr val="E9D6F2">
                  <a:alpha val="43922"/>
                </a:srgbClr>
              </a:solidFill>
              <a:prstDash val="solid"/>
              <a:round/>
            </a:ln>
            <a:effectLst/>
          </p:spPr>
        </p:cxnSp>
        <p:cxnSp>
          <p:nvCxnSpPr>
            <p:cNvPr id="307" name="小李PPT11-30">
              <a:extLst>
                <a:ext uri="{FF2B5EF4-FFF2-40B4-BE49-F238E27FC236}">
                  <a16:creationId xmlns:a16="http://schemas.microsoft.com/office/drawing/2014/main" id="{9C9BE50B-BAF8-F983-8B86-ADF4C2A49155}"/>
                </a:ext>
              </a:extLst>
            </p:cNvPr>
            <p:cNvCxnSpPr/>
            <p:nvPr/>
          </p:nvCxnSpPr>
          <p:spPr>
            <a:xfrm rot="5400000">
              <a:off x="-2419495" y="3429001"/>
              <a:ext cx="6857998" cy="0"/>
            </a:xfrm>
            <a:prstGeom prst="line">
              <a:avLst/>
            </a:prstGeom>
            <a:noFill/>
            <a:ln w="6350" cap="rnd" cmpd="sng" algn="ctr">
              <a:solidFill>
                <a:srgbClr val="E9D6F2">
                  <a:alpha val="43922"/>
                </a:srgbClr>
              </a:solidFill>
              <a:prstDash val="solid"/>
              <a:round/>
            </a:ln>
            <a:effectLst/>
          </p:spPr>
        </p:cxnSp>
        <p:cxnSp>
          <p:nvCxnSpPr>
            <p:cNvPr id="308" name="小李PPT11-31">
              <a:extLst>
                <a:ext uri="{FF2B5EF4-FFF2-40B4-BE49-F238E27FC236}">
                  <a16:creationId xmlns:a16="http://schemas.microsoft.com/office/drawing/2014/main" id="{207652CB-EEE9-9E62-ED0C-C5538C2293AA}"/>
                </a:ext>
              </a:extLst>
            </p:cNvPr>
            <p:cNvCxnSpPr/>
            <p:nvPr/>
          </p:nvCxnSpPr>
          <p:spPr>
            <a:xfrm rot="5400000">
              <a:off x="-2773314" y="3429001"/>
              <a:ext cx="6857998" cy="0"/>
            </a:xfrm>
            <a:prstGeom prst="line">
              <a:avLst/>
            </a:prstGeom>
            <a:noFill/>
            <a:ln w="6350" cap="rnd" cmpd="sng" algn="ctr">
              <a:solidFill>
                <a:srgbClr val="E9D6F2">
                  <a:alpha val="43922"/>
                </a:srgbClr>
              </a:solidFill>
              <a:prstDash val="solid"/>
              <a:round/>
            </a:ln>
            <a:effectLst/>
          </p:spPr>
        </p:cxnSp>
        <p:cxnSp>
          <p:nvCxnSpPr>
            <p:cNvPr id="309" name="小李PPT11-32">
              <a:extLst>
                <a:ext uri="{FF2B5EF4-FFF2-40B4-BE49-F238E27FC236}">
                  <a16:creationId xmlns:a16="http://schemas.microsoft.com/office/drawing/2014/main" id="{6E042C72-6234-B5FE-0F29-46E45950958C}"/>
                </a:ext>
              </a:extLst>
            </p:cNvPr>
            <p:cNvCxnSpPr/>
            <p:nvPr/>
          </p:nvCxnSpPr>
          <p:spPr>
            <a:xfrm rot="5400000">
              <a:off x="-3127134" y="3429001"/>
              <a:ext cx="6857998" cy="0"/>
            </a:xfrm>
            <a:prstGeom prst="line">
              <a:avLst/>
            </a:prstGeom>
            <a:noFill/>
            <a:ln w="6350" cap="rnd" cmpd="sng" algn="ctr">
              <a:solidFill>
                <a:srgbClr val="E9D6F2">
                  <a:alpha val="43922"/>
                </a:srgbClr>
              </a:solidFill>
              <a:prstDash val="solid"/>
              <a:round/>
            </a:ln>
            <a:effectLst/>
          </p:spPr>
        </p:cxnSp>
        <p:cxnSp>
          <p:nvCxnSpPr>
            <p:cNvPr id="310" name="小李PPT11-33">
              <a:extLst>
                <a:ext uri="{FF2B5EF4-FFF2-40B4-BE49-F238E27FC236}">
                  <a16:creationId xmlns:a16="http://schemas.microsoft.com/office/drawing/2014/main" id="{049B3365-36B4-07A8-6740-9088C537C85B}"/>
                </a:ext>
              </a:extLst>
            </p:cNvPr>
            <p:cNvCxnSpPr/>
            <p:nvPr/>
          </p:nvCxnSpPr>
          <p:spPr>
            <a:xfrm rot="5400000">
              <a:off x="6781801" y="3429001"/>
              <a:ext cx="6857998" cy="0"/>
            </a:xfrm>
            <a:prstGeom prst="line">
              <a:avLst/>
            </a:prstGeom>
            <a:noFill/>
            <a:ln w="6350" cap="rnd" cmpd="sng" algn="ctr">
              <a:solidFill>
                <a:srgbClr val="E9D6F2">
                  <a:alpha val="43922"/>
                </a:srgbClr>
              </a:solidFill>
              <a:prstDash val="solid"/>
              <a:round/>
            </a:ln>
            <a:effectLst/>
          </p:spPr>
        </p:cxnSp>
        <p:cxnSp>
          <p:nvCxnSpPr>
            <p:cNvPr id="311" name="小李PPT11-34">
              <a:extLst>
                <a:ext uri="{FF2B5EF4-FFF2-40B4-BE49-F238E27FC236}">
                  <a16:creationId xmlns:a16="http://schemas.microsoft.com/office/drawing/2014/main" id="{420CD8AD-E89C-827A-ABCF-1CEBFF0419BA}"/>
                </a:ext>
              </a:extLst>
            </p:cNvPr>
            <p:cNvCxnSpPr/>
            <p:nvPr/>
          </p:nvCxnSpPr>
          <p:spPr>
            <a:xfrm rot="5400000">
              <a:off x="6427982" y="3429001"/>
              <a:ext cx="6857998" cy="0"/>
            </a:xfrm>
            <a:prstGeom prst="line">
              <a:avLst/>
            </a:prstGeom>
            <a:noFill/>
            <a:ln w="6350" cap="rnd" cmpd="sng" algn="ctr">
              <a:solidFill>
                <a:srgbClr val="E9D6F2">
                  <a:alpha val="43922"/>
                </a:srgbClr>
              </a:solidFill>
              <a:prstDash val="solid"/>
              <a:round/>
            </a:ln>
            <a:effectLst/>
          </p:spPr>
        </p:cxnSp>
        <p:cxnSp>
          <p:nvCxnSpPr>
            <p:cNvPr id="312" name="小李PPT11-35">
              <a:extLst>
                <a:ext uri="{FF2B5EF4-FFF2-40B4-BE49-F238E27FC236}">
                  <a16:creationId xmlns:a16="http://schemas.microsoft.com/office/drawing/2014/main" id="{137F6894-5BEE-7333-0AA7-51A1C2BAD20B}"/>
                </a:ext>
              </a:extLst>
            </p:cNvPr>
            <p:cNvCxnSpPr/>
            <p:nvPr/>
          </p:nvCxnSpPr>
          <p:spPr>
            <a:xfrm rot="5400000">
              <a:off x="6074162" y="3429001"/>
              <a:ext cx="6857998" cy="0"/>
            </a:xfrm>
            <a:prstGeom prst="line">
              <a:avLst/>
            </a:prstGeom>
            <a:noFill/>
            <a:ln w="6350" cap="rnd" cmpd="sng" algn="ctr">
              <a:solidFill>
                <a:srgbClr val="E9D6F2">
                  <a:alpha val="43922"/>
                </a:srgbClr>
              </a:solidFill>
              <a:prstDash val="solid"/>
              <a:round/>
            </a:ln>
            <a:effectLst/>
          </p:spPr>
        </p:cxnSp>
        <p:cxnSp>
          <p:nvCxnSpPr>
            <p:cNvPr id="313" name="小李PPT11-36">
              <a:extLst>
                <a:ext uri="{FF2B5EF4-FFF2-40B4-BE49-F238E27FC236}">
                  <a16:creationId xmlns:a16="http://schemas.microsoft.com/office/drawing/2014/main" id="{277488F4-28EB-DBB0-868B-C75D2ED71605}"/>
                </a:ext>
              </a:extLst>
            </p:cNvPr>
            <p:cNvCxnSpPr/>
            <p:nvPr/>
          </p:nvCxnSpPr>
          <p:spPr>
            <a:xfrm rot="5400000">
              <a:off x="5720343" y="3429001"/>
              <a:ext cx="6857998" cy="0"/>
            </a:xfrm>
            <a:prstGeom prst="line">
              <a:avLst/>
            </a:prstGeom>
            <a:noFill/>
            <a:ln w="6350" cap="rnd" cmpd="sng" algn="ctr">
              <a:solidFill>
                <a:srgbClr val="E9D6F2">
                  <a:alpha val="43922"/>
                </a:srgbClr>
              </a:solidFill>
              <a:prstDash val="solid"/>
              <a:round/>
            </a:ln>
            <a:effectLst/>
          </p:spPr>
        </p:cxnSp>
        <p:cxnSp>
          <p:nvCxnSpPr>
            <p:cNvPr id="314" name="小李PPT11-37">
              <a:extLst>
                <a:ext uri="{FF2B5EF4-FFF2-40B4-BE49-F238E27FC236}">
                  <a16:creationId xmlns:a16="http://schemas.microsoft.com/office/drawing/2014/main" id="{87F177A2-A3F1-22FA-9DBD-ABFD01923873}"/>
                </a:ext>
              </a:extLst>
            </p:cNvPr>
            <p:cNvCxnSpPr/>
            <p:nvPr/>
          </p:nvCxnSpPr>
          <p:spPr>
            <a:xfrm rot="5400000">
              <a:off x="5366523" y="3429001"/>
              <a:ext cx="6857998" cy="0"/>
            </a:xfrm>
            <a:prstGeom prst="line">
              <a:avLst/>
            </a:prstGeom>
            <a:noFill/>
            <a:ln w="6350" cap="sq" cmpd="dbl" algn="ctr">
              <a:solidFill>
                <a:srgbClr val="E9D6F2">
                  <a:alpha val="43922"/>
                </a:srgbClr>
              </a:solidFill>
              <a:prstDash val="solid"/>
              <a:round/>
            </a:ln>
            <a:effectLst/>
          </p:spPr>
        </p:cxnSp>
        <p:cxnSp>
          <p:nvCxnSpPr>
            <p:cNvPr id="315" name="小李PPT11-38">
              <a:extLst>
                <a:ext uri="{FF2B5EF4-FFF2-40B4-BE49-F238E27FC236}">
                  <a16:creationId xmlns:a16="http://schemas.microsoft.com/office/drawing/2014/main" id="{0AECCCE5-CE1D-767C-75D0-BAF3B6E005EE}"/>
                </a:ext>
              </a:extLst>
            </p:cNvPr>
            <p:cNvCxnSpPr/>
            <p:nvPr/>
          </p:nvCxnSpPr>
          <p:spPr>
            <a:xfrm rot="5400000">
              <a:off x="5012704" y="3429001"/>
              <a:ext cx="6857998" cy="0"/>
            </a:xfrm>
            <a:prstGeom prst="line">
              <a:avLst/>
            </a:prstGeom>
            <a:noFill/>
            <a:ln w="6350" cap="rnd" cmpd="sng" algn="ctr">
              <a:solidFill>
                <a:srgbClr val="E9D6F2">
                  <a:alpha val="43922"/>
                </a:srgbClr>
              </a:solidFill>
              <a:prstDash val="solid"/>
              <a:round/>
            </a:ln>
            <a:effectLst/>
          </p:spPr>
        </p:cxnSp>
        <p:cxnSp>
          <p:nvCxnSpPr>
            <p:cNvPr id="316" name="小李PPT11-39">
              <a:extLst>
                <a:ext uri="{FF2B5EF4-FFF2-40B4-BE49-F238E27FC236}">
                  <a16:creationId xmlns:a16="http://schemas.microsoft.com/office/drawing/2014/main" id="{CB7F1A7A-E6A0-7A68-3F2B-34A01BDAC13B}"/>
                </a:ext>
              </a:extLst>
            </p:cNvPr>
            <p:cNvCxnSpPr/>
            <p:nvPr/>
          </p:nvCxnSpPr>
          <p:spPr>
            <a:xfrm rot="5400000">
              <a:off x="4658885" y="3429001"/>
              <a:ext cx="6857998" cy="0"/>
            </a:xfrm>
            <a:prstGeom prst="line">
              <a:avLst/>
            </a:prstGeom>
            <a:noFill/>
            <a:ln w="6350" cap="rnd" cmpd="sng" algn="ctr">
              <a:solidFill>
                <a:srgbClr val="E9D6F2">
                  <a:alpha val="43922"/>
                </a:srgbClr>
              </a:solidFill>
              <a:prstDash val="solid"/>
              <a:round/>
            </a:ln>
            <a:effectLst/>
          </p:spPr>
        </p:cxnSp>
        <p:cxnSp>
          <p:nvCxnSpPr>
            <p:cNvPr id="317" name="小李PPT11-40">
              <a:extLst>
                <a:ext uri="{FF2B5EF4-FFF2-40B4-BE49-F238E27FC236}">
                  <a16:creationId xmlns:a16="http://schemas.microsoft.com/office/drawing/2014/main" id="{9E312751-11DF-6422-C789-4B449ADC5DE9}"/>
                </a:ext>
              </a:extLst>
            </p:cNvPr>
            <p:cNvCxnSpPr/>
            <p:nvPr/>
          </p:nvCxnSpPr>
          <p:spPr>
            <a:xfrm rot="5400000">
              <a:off x="4305065" y="3429001"/>
              <a:ext cx="6857998" cy="0"/>
            </a:xfrm>
            <a:prstGeom prst="line">
              <a:avLst/>
            </a:prstGeom>
            <a:noFill/>
            <a:ln w="6350" cap="rnd" cmpd="sng" algn="ctr">
              <a:solidFill>
                <a:srgbClr val="E9D6F2">
                  <a:alpha val="43922"/>
                </a:srgbClr>
              </a:solidFill>
              <a:prstDash val="solid"/>
              <a:round/>
            </a:ln>
            <a:effectLst/>
          </p:spPr>
        </p:cxnSp>
        <p:cxnSp>
          <p:nvCxnSpPr>
            <p:cNvPr id="318" name="小李PPT11-41">
              <a:extLst>
                <a:ext uri="{FF2B5EF4-FFF2-40B4-BE49-F238E27FC236}">
                  <a16:creationId xmlns:a16="http://schemas.microsoft.com/office/drawing/2014/main" id="{F61C06DF-F39E-C689-56B9-7D96478DB0A2}"/>
                </a:ext>
              </a:extLst>
            </p:cNvPr>
            <p:cNvCxnSpPr/>
            <p:nvPr/>
          </p:nvCxnSpPr>
          <p:spPr>
            <a:xfrm rot="5400000">
              <a:off x="3951246" y="3429001"/>
              <a:ext cx="6857998" cy="0"/>
            </a:xfrm>
            <a:prstGeom prst="line">
              <a:avLst/>
            </a:prstGeom>
            <a:noFill/>
            <a:ln w="6350" cap="rnd" cmpd="sng" algn="ctr">
              <a:solidFill>
                <a:srgbClr val="E9D6F2">
                  <a:alpha val="43922"/>
                </a:srgbClr>
              </a:solidFill>
              <a:prstDash val="solid"/>
              <a:round/>
            </a:ln>
            <a:effectLst/>
          </p:spPr>
        </p:cxnSp>
        <p:cxnSp>
          <p:nvCxnSpPr>
            <p:cNvPr id="319" name="小李PPT11-42">
              <a:extLst>
                <a:ext uri="{FF2B5EF4-FFF2-40B4-BE49-F238E27FC236}">
                  <a16:creationId xmlns:a16="http://schemas.microsoft.com/office/drawing/2014/main" id="{821DE1F9-6A60-BD97-B7F4-92D265C76E6E}"/>
                </a:ext>
              </a:extLst>
            </p:cNvPr>
            <p:cNvCxnSpPr/>
            <p:nvPr/>
          </p:nvCxnSpPr>
          <p:spPr>
            <a:xfrm rot="5400000">
              <a:off x="3597426" y="3429001"/>
              <a:ext cx="6857998" cy="0"/>
            </a:xfrm>
            <a:prstGeom prst="line">
              <a:avLst/>
            </a:prstGeom>
            <a:noFill/>
            <a:ln w="6350" cap="rnd" cmpd="sng" algn="ctr">
              <a:solidFill>
                <a:srgbClr val="E9D6F2">
                  <a:alpha val="43922"/>
                </a:srgbClr>
              </a:solidFill>
              <a:prstDash val="solid"/>
              <a:round/>
            </a:ln>
            <a:effectLst/>
          </p:spPr>
        </p:cxnSp>
        <p:cxnSp>
          <p:nvCxnSpPr>
            <p:cNvPr id="320" name="小李PPT11-43">
              <a:extLst>
                <a:ext uri="{FF2B5EF4-FFF2-40B4-BE49-F238E27FC236}">
                  <a16:creationId xmlns:a16="http://schemas.microsoft.com/office/drawing/2014/main" id="{4DC49DD9-18C9-B5B1-AFC4-AAECE95C9F41}"/>
                </a:ext>
              </a:extLst>
            </p:cNvPr>
            <p:cNvCxnSpPr/>
            <p:nvPr/>
          </p:nvCxnSpPr>
          <p:spPr>
            <a:xfrm rot="5400000">
              <a:off x="3243607" y="3429001"/>
              <a:ext cx="6857998" cy="0"/>
            </a:xfrm>
            <a:prstGeom prst="line">
              <a:avLst/>
            </a:prstGeom>
            <a:noFill/>
            <a:ln w="6350" cap="rnd" cmpd="sng" algn="ctr">
              <a:solidFill>
                <a:srgbClr val="E9D6F2">
                  <a:alpha val="43922"/>
                </a:srgbClr>
              </a:solidFill>
              <a:prstDash val="solid"/>
              <a:round/>
            </a:ln>
            <a:effectLst/>
          </p:spPr>
        </p:cxnSp>
        <p:cxnSp>
          <p:nvCxnSpPr>
            <p:cNvPr id="321" name="小李PPT11-44">
              <a:extLst>
                <a:ext uri="{FF2B5EF4-FFF2-40B4-BE49-F238E27FC236}">
                  <a16:creationId xmlns:a16="http://schemas.microsoft.com/office/drawing/2014/main" id="{7F79D255-A1F0-9774-6C70-8389D2C97FDF}"/>
                </a:ext>
              </a:extLst>
            </p:cNvPr>
            <p:cNvCxnSpPr/>
            <p:nvPr/>
          </p:nvCxnSpPr>
          <p:spPr>
            <a:xfrm rot="5400000">
              <a:off x="2889789" y="3429001"/>
              <a:ext cx="6857998" cy="0"/>
            </a:xfrm>
            <a:prstGeom prst="line">
              <a:avLst/>
            </a:prstGeom>
            <a:noFill/>
            <a:ln w="6350" cap="rnd" cmpd="sng" algn="ctr">
              <a:solidFill>
                <a:srgbClr val="E9D6F2">
                  <a:alpha val="43922"/>
                </a:srgbClr>
              </a:solidFill>
              <a:prstDash val="solid"/>
              <a:round/>
            </a:ln>
            <a:effectLst/>
          </p:spPr>
        </p:cxnSp>
        <p:cxnSp>
          <p:nvCxnSpPr>
            <p:cNvPr id="322" name="小李PPT11-45">
              <a:extLst>
                <a:ext uri="{FF2B5EF4-FFF2-40B4-BE49-F238E27FC236}">
                  <a16:creationId xmlns:a16="http://schemas.microsoft.com/office/drawing/2014/main" id="{AF475B96-315D-746A-65A7-19DC016186CA}"/>
                </a:ext>
              </a:extLst>
            </p:cNvPr>
            <p:cNvCxnSpPr/>
            <p:nvPr/>
          </p:nvCxnSpPr>
          <p:spPr>
            <a:xfrm rot="5400000">
              <a:off x="2535969" y="3429001"/>
              <a:ext cx="6857998" cy="0"/>
            </a:xfrm>
            <a:prstGeom prst="line">
              <a:avLst/>
            </a:prstGeom>
            <a:noFill/>
            <a:ln w="6350" cap="rnd" cmpd="sng" algn="ctr">
              <a:solidFill>
                <a:srgbClr val="E9D6F2">
                  <a:alpha val="43922"/>
                </a:srgbClr>
              </a:solidFill>
              <a:prstDash val="solid"/>
              <a:round/>
            </a:ln>
            <a:effectLst/>
          </p:spPr>
        </p:cxnSp>
        <p:cxnSp>
          <p:nvCxnSpPr>
            <p:cNvPr id="323" name="小李PPT11-46">
              <a:extLst>
                <a:ext uri="{FF2B5EF4-FFF2-40B4-BE49-F238E27FC236}">
                  <a16:creationId xmlns:a16="http://schemas.microsoft.com/office/drawing/2014/main" id="{781B8F5A-DC8E-1A21-CDAF-9A4AC6FE1570}"/>
                </a:ext>
              </a:extLst>
            </p:cNvPr>
            <p:cNvCxnSpPr/>
            <p:nvPr/>
          </p:nvCxnSpPr>
          <p:spPr>
            <a:xfrm>
              <a:off x="0" y="5868315"/>
              <a:ext cx="12192000" cy="0"/>
            </a:xfrm>
            <a:prstGeom prst="line">
              <a:avLst/>
            </a:prstGeom>
            <a:noFill/>
            <a:ln w="6350" cap="rnd" cmpd="sng" algn="ctr">
              <a:solidFill>
                <a:srgbClr val="E9D6F2">
                  <a:alpha val="43922"/>
                </a:srgbClr>
              </a:solidFill>
              <a:prstDash val="solid"/>
              <a:round/>
            </a:ln>
            <a:effectLst/>
          </p:spPr>
        </p:cxnSp>
        <p:cxnSp>
          <p:nvCxnSpPr>
            <p:cNvPr id="324" name="小李PPT11-47">
              <a:extLst>
                <a:ext uri="{FF2B5EF4-FFF2-40B4-BE49-F238E27FC236}">
                  <a16:creationId xmlns:a16="http://schemas.microsoft.com/office/drawing/2014/main" id="{96479C3C-8F94-6780-E275-3B6ACB320E08}"/>
                </a:ext>
              </a:extLst>
            </p:cNvPr>
            <p:cNvCxnSpPr/>
            <p:nvPr/>
          </p:nvCxnSpPr>
          <p:spPr>
            <a:xfrm>
              <a:off x="0" y="6217616"/>
              <a:ext cx="12192000" cy="0"/>
            </a:xfrm>
            <a:prstGeom prst="line">
              <a:avLst/>
            </a:prstGeom>
            <a:noFill/>
            <a:ln w="6350" cap="rnd" cmpd="sng" algn="ctr">
              <a:solidFill>
                <a:srgbClr val="E9D6F2">
                  <a:alpha val="43922"/>
                </a:srgbClr>
              </a:solidFill>
              <a:prstDash val="solid"/>
              <a:round/>
            </a:ln>
            <a:effectLst/>
          </p:spPr>
        </p:cxnSp>
        <p:cxnSp>
          <p:nvCxnSpPr>
            <p:cNvPr id="325" name="小李PPT11-48">
              <a:extLst>
                <a:ext uri="{FF2B5EF4-FFF2-40B4-BE49-F238E27FC236}">
                  <a16:creationId xmlns:a16="http://schemas.microsoft.com/office/drawing/2014/main" id="{E1E294E3-8556-D46B-FF78-3E32C6CFAC92}"/>
                </a:ext>
              </a:extLst>
            </p:cNvPr>
            <p:cNvCxnSpPr/>
            <p:nvPr/>
          </p:nvCxnSpPr>
          <p:spPr>
            <a:xfrm>
              <a:off x="0" y="6566917"/>
              <a:ext cx="12192000" cy="0"/>
            </a:xfrm>
            <a:prstGeom prst="line">
              <a:avLst/>
            </a:prstGeom>
            <a:noFill/>
            <a:ln w="6350" cap="rnd" cmpd="sng" algn="ctr">
              <a:solidFill>
                <a:srgbClr val="E9D6F2">
                  <a:alpha val="43922"/>
                </a:srgbClr>
              </a:solidFill>
              <a:prstDash val="solid"/>
              <a:round/>
            </a:ln>
            <a:effectLst/>
          </p:spPr>
        </p:cxnSp>
        <p:cxnSp>
          <p:nvCxnSpPr>
            <p:cNvPr id="326" name="小李PPT11-49">
              <a:extLst>
                <a:ext uri="{FF2B5EF4-FFF2-40B4-BE49-F238E27FC236}">
                  <a16:creationId xmlns:a16="http://schemas.microsoft.com/office/drawing/2014/main" id="{7346756B-3873-E60D-A288-7E9A8DFEA634}"/>
                </a:ext>
              </a:extLst>
            </p:cNvPr>
            <p:cNvCxnSpPr/>
            <p:nvPr/>
          </p:nvCxnSpPr>
          <p:spPr>
            <a:xfrm rot="5400000">
              <a:off x="8532255" y="3429001"/>
              <a:ext cx="6857998" cy="0"/>
            </a:xfrm>
            <a:prstGeom prst="line">
              <a:avLst/>
            </a:prstGeom>
            <a:noFill/>
            <a:ln w="6350" cap="rnd" cmpd="sng" algn="ctr">
              <a:solidFill>
                <a:srgbClr val="E9D6F2">
                  <a:alpha val="43922"/>
                </a:srgbClr>
              </a:solidFill>
              <a:prstDash val="solid"/>
              <a:round/>
            </a:ln>
            <a:effectLst/>
          </p:spPr>
        </p:cxnSp>
        <p:cxnSp>
          <p:nvCxnSpPr>
            <p:cNvPr id="327" name="小李PPT11-50">
              <a:extLst>
                <a:ext uri="{FF2B5EF4-FFF2-40B4-BE49-F238E27FC236}">
                  <a16:creationId xmlns:a16="http://schemas.microsoft.com/office/drawing/2014/main" id="{0A6E9455-03E3-BADC-DDE6-9A8E6C11EF94}"/>
                </a:ext>
              </a:extLst>
            </p:cNvPr>
            <p:cNvCxnSpPr/>
            <p:nvPr/>
          </p:nvCxnSpPr>
          <p:spPr>
            <a:xfrm rot="5400000">
              <a:off x="8178436" y="3429001"/>
              <a:ext cx="6857998" cy="0"/>
            </a:xfrm>
            <a:prstGeom prst="line">
              <a:avLst/>
            </a:prstGeom>
            <a:noFill/>
            <a:ln w="6350" cap="rnd" cmpd="sng" algn="ctr">
              <a:solidFill>
                <a:srgbClr val="E9D6F2">
                  <a:alpha val="43922"/>
                </a:srgbClr>
              </a:solidFill>
              <a:prstDash val="solid"/>
              <a:round/>
            </a:ln>
            <a:effectLst/>
          </p:spPr>
        </p:cxnSp>
        <p:cxnSp>
          <p:nvCxnSpPr>
            <p:cNvPr id="328" name="小李PPT11-51">
              <a:extLst>
                <a:ext uri="{FF2B5EF4-FFF2-40B4-BE49-F238E27FC236}">
                  <a16:creationId xmlns:a16="http://schemas.microsoft.com/office/drawing/2014/main" id="{2225C28C-74AF-D02A-A946-AF945155C451}"/>
                </a:ext>
              </a:extLst>
            </p:cNvPr>
            <p:cNvCxnSpPr/>
            <p:nvPr/>
          </p:nvCxnSpPr>
          <p:spPr>
            <a:xfrm rot="5400000">
              <a:off x="7824616" y="3429001"/>
              <a:ext cx="6857998" cy="0"/>
            </a:xfrm>
            <a:prstGeom prst="line">
              <a:avLst/>
            </a:prstGeom>
            <a:noFill/>
            <a:ln w="6350" cap="rnd" cmpd="sng" algn="ctr">
              <a:solidFill>
                <a:srgbClr val="E9D6F2">
                  <a:alpha val="43922"/>
                </a:srgbClr>
              </a:solidFill>
              <a:prstDash val="solid"/>
              <a:round/>
            </a:ln>
            <a:effectLst/>
          </p:spPr>
        </p:cxnSp>
        <p:cxnSp>
          <p:nvCxnSpPr>
            <p:cNvPr id="329" name="小李PPT11-52">
              <a:extLst>
                <a:ext uri="{FF2B5EF4-FFF2-40B4-BE49-F238E27FC236}">
                  <a16:creationId xmlns:a16="http://schemas.microsoft.com/office/drawing/2014/main" id="{36812C8E-00B0-954B-26D4-E52E0009D8D6}"/>
                </a:ext>
              </a:extLst>
            </p:cNvPr>
            <p:cNvCxnSpPr/>
            <p:nvPr/>
          </p:nvCxnSpPr>
          <p:spPr>
            <a:xfrm rot="5400000">
              <a:off x="7470797" y="3429001"/>
              <a:ext cx="6857998" cy="0"/>
            </a:xfrm>
            <a:prstGeom prst="line">
              <a:avLst/>
            </a:prstGeom>
            <a:noFill/>
            <a:ln w="6350" cap="rnd" cmpd="sng" algn="ctr">
              <a:solidFill>
                <a:srgbClr val="E9D6F2">
                  <a:alpha val="43922"/>
                </a:srgbClr>
              </a:solidFill>
              <a:prstDash val="solid"/>
              <a:round/>
            </a:ln>
            <a:effectLst/>
          </p:spPr>
        </p:cxnSp>
        <p:cxnSp>
          <p:nvCxnSpPr>
            <p:cNvPr id="330" name="小李PPT11-53">
              <a:extLst>
                <a:ext uri="{FF2B5EF4-FFF2-40B4-BE49-F238E27FC236}">
                  <a16:creationId xmlns:a16="http://schemas.microsoft.com/office/drawing/2014/main" id="{AAA0CBAD-C7A5-2E8C-B487-49E82FAF197F}"/>
                </a:ext>
              </a:extLst>
            </p:cNvPr>
            <p:cNvCxnSpPr/>
            <p:nvPr/>
          </p:nvCxnSpPr>
          <p:spPr>
            <a:xfrm rot="5400000">
              <a:off x="7116978" y="3429001"/>
              <a:ext cx="6857998" cy="0"/>
            </a:xfrm>
            <a:prstGeom prst="line">
              <a:avLst/>
            </a:prstGeom>
            <a:noFill/>
            <a:ln w="6350" cap="rnd" cmpd="sng" algn="ctr">
              <a:solidFill>
                <a:srgbClr val="E9D6F2">
                  <a:alpha val="43922"/>
                </a:srgbClr>
              </a:solidFill>
              <a:prstDash val="solid"/>
              <a:round/>
            </a:ln>
            <a:effectLst/>
          </p:spPr>
        </p:cxnSp>
      </p:grpSp>
      <p:pic>
        <p:nvPicPr>
          <p:cNvPr id="18" name="图片 17" descr="图片包含 桌子, 小, 蛋糕, 蓝色&#10;&#10;描述已自动生成">
            <a:extLst>
              <a:ext uri="{FF2B5EF4-FFF2-40B4-BE49-F238E27FC236}">
                <a16:creationId xmlns:a16="http://schemas.microsoft.com/office/drawing/2014/main" id="{AB1D1039-27DB-2B41-FBFE-19FF976D648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618230" y="223047"/>
            <a:ext cx="1334417" cy="667209"/>
          </a:xfrm>
          <a:prstGeom prst="rect">
            <a:avLst/>
          </a:prstGeom>
        </p:spPr>
      </p:pic>
      <p:pic>
        <p:nvPicPr>
          <p:cNvPr id="334" name="图片 333" descr="e4f8873b48c92a912ad2b76d31d4d59">
            <a:extLst>
              <a:ext uri="{FF2B5EF4-FFF2-40B4-BE49-F238E27FC236}">
                <a16:creationId xmlns:a16="http://schemas.microsoft.com/office/drawing/2014/main" id="{BCB23CF7-1F66-1D05-9CE3-30C4BBFA903D}"/>
              </a:ext>
            </a:extLst>
          </p:cNvPr>
          <p:cNvPicPr>
            <a:picLocks noChangeAspect="1"/>
          </p:cNvPicPr>
          <p:nvPr/>
        </p:nvPicPr>
        <p:blipFill>
          <a:blip r:embed="rId16"/>
          <a:stretch>
            <a:fillRect/>
          </a:stretch>
        </p:blipFill>
        <p:spPr>
          <a:xfrm>
            <a:off x="9728122" y="193111"/>
            <a:ext cx="708660" cy="708660"/>
          </a:xfrm>
          <a:prstGeom prst="rect">
            <a:avLst/>
          </a:prstGeom>
        </p:spPr>
      </p:pic>
      <p:grpSp>
        <p:nvGrpSpPr>
          <p:cNvPr id="332" name="组合 331">
            <a:extLst>
              <a:ext uri="{FF2B5EF4-FFF2-40B4-BE49-F238E27FC236}">
                <a16:creationId xmlns:a16="http://schemas.microsoft.com/office/drawing/2014/main" id="{48CB0609-70FF-2A70-3406-9F56BA4134F6}"/>
              </a:ext>
            </a:extLst>
          </p:cNvPr>
          <p:cNvGrpSpPr/>
          <p:nvPr/>
        </p:nvGrpSpPr>
        <p:grpSpPr>
          <a:xfrm>
            <a:off x="192793" y="185088"/>
            <a:ext cx="5541145" cy="731415"/>
            <a:chOff x="412929" y="337490"/>
            <a:chExt cx="5638629" cy="779029"/>
          </a:xfrm>
        </p:grpSpPr>
        <p:grpSp>
          <p:nvGrpSpPr>
            <p:cNvPr id="68" name="组合 67">
              <a:extLst>
                <a:ext uri="{FF2B5EF4-FFF2-40B4-BE49-F238E27FC236}">
                  <a16:creationId xmlns:a16="http://schemas.microsoft.com/office/drawing/2014/main" id="{DEAD473B-E94B-4204-C07D-2B71699982A3}"/>
                </a:ext>
              </a:extLst>
            </p:cNvPr>
            <p:cNvGrpSpPr/>
            <p:nvPr/>
          </p:nvGrpSpPr>
          <p:grpSpPr>
            <a:xfrm>
              <a:off x="412929" y="337490"/>
              <a:ext cx="5638629" cy="779029"/>
              <a:chOff x="392813" y="373931"/>
              <a:chExt cx="3163915" cy="483849"/>
            </a:xfrm>
          </p:grpSpPr>
          <p:sp>
            <p:nvSpPr>
              <p:cNvPr id="27" name="任意多边形: 形状 61">
                <a:extLst>
                  <a:ext uri="{FF2B5EF4-FFF2-40B4-BE49-F238E27FC236}">
                    <a16:creationId xmlns:a16="http://schemas.microsoft.com/office/drawing/2014/main" id="{4568F332-B380-6EC4-9315-8C954162131A}"/>
                  </a:ext>
                </a:extLst>
              </p:cNvPr>
              <p:cNvSpPr/>
              <p:nvPr/>
            </p:nvSpPr>
            <p:spPr>
              <a:xfrm>
                <a:off x="522287" y="427864"/>
                <a:ext cx="3034441" cy="375982"/>
              </a:xfrm>
              <a:prstGeom prst="parallelogram">
                <a:avLst>
                  <a:gd name="adj" fmla="val 52926"/>
                </a:avLst>
              </a:prstGeom>
              <a:gradFill flip="none" rotWithShape="1">
                <a:gsLst>
                  <a:gs pos="0">
                    <a:srgbClr val="FFFFFF"/>
                  </a:gs>
                  <a:gs pos="100000">
                    <a:srgbClr val="BB39A0">
                      <a:alpha val="84000"/>
                    </a:srgbClr>
                  </a:gs>
                </a:gsLst>
                <a:lin ang="10800000" scaled="1"/>
                <a:tileRect/>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2" name="任意多边形: 形状 61">
                <a:extLst>
                  <a:ext uri="{FF2B5EF4-FFF2-40B4-BE49-F238E27FC236}">
                    <a16:creationId xmlns:a16="http://schemas.microsoft.com/office/drawing/2014/main" id="{B4D704B6-5055-FA81-4A4E-ED7DBFD438E4}"/>
                  </a:ext>
                </a:extLst>
              </p:cNvPr>
              <p:cNvSpPr/>
              <p:nvPr/>
            </p:nvSpPr>
            <p:spPr>
              <a:xfrm>
                <a:off x="392813" y="399042"/>
                <a:ext cx="221149" cy="260109"/>
              </a:xfrm>
              <a:prstGeom prst="parallelogram">
                <a:avLst>
                  <a:gd name="adj" fmla="val 64309"/>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任意多边形: 形状 61">
                <a:extLst>
                  <a:ext uri="{FF2B5EF4-FFF2-40B4-BE49-F238E27FC236}">
                    <a16:creationId xmlns:a16="http://schemas.microsoft.com/office/drawing/2014/main" id="{A5B511BF-BB56-51CC-5CE5-FD63596A28A8}"/>
                  </a:ext>
                </a:extLst>
              </p:cNvPr>
              <p:cNvSpPr/>
              <p:nvPr/>
            </p:nvSpPr>
            <p:spPr>
              <a:xfrm>
                <a:off x="407458" y="373931"/>
                <a:ext cx="413280" cy="483849"/>
              </a:xfrm>
              <a:prstGeom prst="parallelogram">
                <a:avLst>
                  <a:gd name="adj" fmla="val 61503"/>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331" name="小李PPT1">
              <a:extLst>
                <a:ext uri="{FF2B5EF4-FFF2-40B4-BE49-F238E27FC236}">
                  <a16:creationId xmlns:a16="http://schemas.microsoft.com/office/drawing/2014/main" id="{60296E81-9909-1F74-9C79-5EB97E854FAC}"/>
                </a:ext>
              </a:extLst>
            </p:cNvPr>
            <p:cNvSpPr txBox="1"/>
            <p:nvPr/>
          </p:nvSpPr>
          <p:spPr>
            <a:xfrm>
              <a:off x="1033485" y="401778"/>
              <a:ext cx="3521030" cy="667385"/>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200" dirty="0">
                  <a:solidFill>
                    <a:schemeClr val="tx1">
                      <a:lumMod val="95000"/>
                      <a:lumOff val="5000"/>
                    </a:schemeClr>
                  </a:solidFill>
                  <a:latin typeface="汉仪劲楷简" panose="00020600040101010101" charset="-122"/>
                  <a:ea typeface="汉仪劲楷简" panose="00020600040101010101" charset="-122"/>
                  <a:sym typeface="+mn-ea"/>
                </a:rPr>
                <a:t>1.2 </a:t>
              </a:r>
              <a:r>
                <a:rPr lang="zh-CN" altLang="en-US" sz="3200" dirty="0">
                  <a:solidFill>
                    <a:schemeClr val="tx1">
                      <a:lumMod val="95000"/>
                      <a:lumOff val="5000"/>
                    </a:schemeClr>
                  </a:solidFill>
                  <a:latin typeface="汉仪劲楷简" panose="00020600040101010101" charset="-122"/>
                  <a:ea typeface="汉仪劲楷简" panose="00020600040101010101" charset="-122"/>
                  <a:sym typeface="+mn-ea"/>
                </a:rPr>
                <a:t>研究问题</a:t>
              </a:r>
              <a:endParaRPr lang="zh-CN" altLang="en-US" sz="3200" noProof="0" dirty="0">
                <a:ln>
                  <a:noFill/>
                </a:ln>
                <a:solidFill>
                  <a:schemeClr val="tx1">
                    <a:lumMod val="95000"/>
                    <a:lumOff val="5000"/>
                  </a:schemeClr>
                </a:solidFill>
                <a:effectLst/>
                <a:uLnTx/>
                <a:uFillTx/>
                <a:latin typeface="汉仪劲楷简" panose="00020600040101010101" charset="-122"/>
                <a:ea typeface="汉仪劲楷简" panose="00020600040101010101" charset="-122"/>
                <a:sym typeface="+mn-ea"/>
              </a:endParaRPr>
            </a:p>
          </p:txBody>
        </p:sp>
      </p:grpSp>
      <p:grpSp>
        <p:nvGrpSpPr>
          <p:cNvPr id="335" name="组合 334">
            <a:extLst>
              <a:ext uri="{FF2B5EF4-FFF2-40B4-BE49-F238E27FC236}">
                <a16:creationId xmlns:a16="http://schemas.microsoft.com/office/drawing/2014/main" id="{3FCA09F8-FBF9-D014-4D7A-7578A8F09146}"/>
              </a:ext>
            </a:extLst>
          </p:cNvPr>
          <p:cNvGrpSpPr/>
          <p:nvPr/>
        </p:nvGrpSpPr>
        <p:grpSpPr>
          <a:xfrm>
            <a:off x="7354620" y="305784"/>
            <a:ext cx="2162937" cy="506745"/>
            <a:chOff x="7239" y="4557"/>
            <a:chExt cx="3500" cy="820"/>
          </a:xfrm>
          <a:gradFill>
            <a:gsLst>
              <a:gs pos="0">
                <a:srgbClr val="923EBA"/>
              </a:gs>
              <a:gs pos="96000">
                <a:srgbClr val="F7F0FA"/>
              </a:gs>
            </a:gsLst>
            <a:lin ang="10800000" scaled="0"/>
          </a:gradFill>
        </p:grpSpPr>
        <p:sp>
          <p:nvSpPr>
            <p:cNvPr id="336" name="燕尾形 25">
              <a:extLst>
                <a:ext uri="{FF2B5EF4-FFF2-40B4-BE49-F238E27FC236}">
                  <a16:creationId xmlns:a16="http://schemas.microsoft.com/office/drawing/2014/main" id="{AF22FDF5-8757-453D-6866-D0167DB67BC3}"/>
                </a:ext>
              </a:extLst>
            </p:cNvPr>
            <p:cNvSpPr/>
            <p:nvPr/>
          </p:nvSpPr>
          <p:spPr>
            <a:xfrm>
              <a:off x="72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7" name="燕尾形 67">
              <a:extLst>
                <a:ext uri="{FF2B5EF4-FFF2-40B4-BE49-F238E27FC236}">
                  <a16:creationId xmlns:a16="http://schemas.microsoft.com/office/drawing/2014/main" id="{3D9A2FEE-E11C-54D3-7206-76A4D85A3C86}"/>
                </a:ext>
              </a:extLst>
            </p:cNvPr>
            <p:cNvSpPr/>
            <p:nvPr/>
          </p:nvSpPr>
          <p:spPr>
            <a:xfrm>
              <a:off x="79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8" name="燕尾形 68">
              <a:extLst>
                <a:ext uri="{FF2B5EF4-FFF2-40B4-BE49-F238E27FC236}">
                  <a16:creationId xmlns:a16="http://schemas.microsoft.com/office/drawing/2014/main" id="{12C0406F-FBDA-2A3F-CEB6-3AA17989E84D}"/>
                </a:ext>
              </a:extLst>
            </p:cNvPr>
            <p:cNvSpPr/>
            <p:nvPr/>
          </p:nvSpPr>
          <p:spPr>
            <a:xfrm>
              <a:off x="86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9" name="燕尾形 69">
              <a:extLst>
                <a:ext uri="{FF2B5EF4-FFF2-40B4-BE49-F238E27FC236}">
                  <a16:creationId xmlns:a16="http://schemas.microsoft.com/office/drawing/2014/main" id="{8BC960A3-4D4E-BF0F-1275-02E83D81B554}"/>
                </a:ext>
              </a:extLst>
            </p:cNvPr>
            <p:cNvSpPr/>
            <p:nvPr/>
          </p:nvSpPr>
          <p:spPr>
            <a:xfrm>
              <a:off x="93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40" name="燕尾形 77">
              <a:extLst>
                <a:ext uri="{FF2B5EF4-FFF2-40B4-BE49-F238E27FC236}">
                  <a16:creationId xmlns:a16="http://schemas.microsoft.com/office/drawing/2014/main" id="{53C60A93-71F9-9093-80FE-03C8C04849D1}"/>
                </a:ext>
              </a:extLst>
            </p:cNvPr>
            <p:cNvSpPr/>
            <p:nvPr/>
          </p:nvSpPr>
          <p:spPr>
            <a:xfrm>
              <a:off x="100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4" name="矩形: 圆角 13">
            <a:extLst>
              <a:ext uri="{FF2B5EF4-FFF2-40B4-BE49-F238E27FC236}">
                <a16:creationId xmlns:a16="http://schemas.microsoft.com/office/drawing/2014/main" id="{E8FD98D7-5142-B6FA-190C-5B5C883DAD57}"/>
              </a:ext>
            </a:extLst>
          </p:cNvPr>
          <p:cNvSpPr/>
          <p:nvPr/>
        </p:nvSpPr>
        <p:spPr>
          <a:xfrm>
            <a:off x="865372" y="2002594"/>
            <a:ext cx="2738597" cy="875562"/>
          </a:xfrm>
          <a:prstGeom prst="roundRect">
            <a:avLst/>
          </a:prstGeom>
          <a:solidFill>
            <a:srgbClr val="CCB4D7">
              <a:alpha val="8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2800" dirty="0">
                <a:solidFill>
                  <a:srgbClr val="C00000"/>
                </a:solidFill>
                <a:latin typeface="汉仪劲楷简" panose="00020600040101010101" charset="-122"/>
                <a:ea typeface="汉仪劲楷简" panose="00020600040101010101" charset="-122"/>
              </a:rPr>
              <a:t>潜在用户</a:t>
            </a:r>
          </a:p>
        </p:txBody>
      </p:sp>
      <p:sp>
        <p:nvSpPr>
          <p:cNvPr id="15" name="矩形: 圆角 14">
            <a:extLst>
              <a:ext uri="{FF2B5EF4-FFF2-40B4-BE49-F238E27FC236}">
                <a16:creationId xmlns:a16="http://schemas.microsoft.com/office/drawing/2014/main" id="{71689631-5E06-1551-BF1F-B95976F36772}"/>
              </a:ext>
            </a:extLst>
          </p:cNvPr>
          <p:cNvSpPr/>
          <p:nvPr/>
        </p:nvSpPr>
        <p:spPr>
          <a:xfrm>
            <a:off x="8560669" y="1997008"/>
            <a:ext cx="2740281" cy="866466"/>
          </a:xfrm>
          <a:prstGeom prst="roundRect">
            <a:avLst/>
          </a:prstGeom>
          <a:solidFill>
            <a:srgbClr val="CCB4D7">
              <a:alpha val="8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rgbClr val="C00000"/>
                </a:solidFill>
                <a:latin typeface="汉仪劲楷简" panose="00020600040101010101" charset="-122"/>
                <a:ea typeface="汉仪劲楷简" panose="00020600040101010101" charset="-122"/>
              </a:rPr>
              <a:t>意见领袖</a:t>
            </a:r>
          </a:p>
        </p:txBody>
      </p:sp>
      <p:sp>
        <p:nvSpPr>
          <p:cNvPr id="17" name="文本框 16">
            <a:extLst>
              <a:ext uri="{FF2B5EF4-FFF2-40B4-BE49-F238E27FC236}">
                <a16:creationId xmlns:a16="http://schemas.microsoft.com/office/drawing/2014/main" id="{4AA79CDC-3523-94B5-D366-EB47C0CFEA1D}"/>
              </a:ext>
            </a:extLst>
          </p:cNvPr>
          <p:cNvSpPr txBox="1"/>
          <p:nvPr/>
        </p:nvSpPr>
        <p:spPr>
          <a:xfrm>
            <a:off x="4781346" y="1014372"/>
            <a:ext cx="2618262" cy="914400"/>
          </a:xfrm>
          <a:prstGeom prst="rect">
            <a:avLst/>
          </a:prstGeom>
          <a:noFill/>
          <a:ln w="25400" cap="rnd" cmpd="sng" algn="ctr">
            <a:solidFill>
              <a:srgbClr val="D40000"/>
            </a:solid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lnSpc>
                <a:spcPct val="100000"/>
              </a:lnSpc>
            </a:pPr>
            <a:r>
              <a:rPr lang="zh-CN" altLang="en-US" sz="3200" dirty="0">
                <a:solidFill>
                  <a:srgbClr val="C00000"/>
                </a:solidFill>
                <a:latin typeface="汉仪劲楷简" panose="00020600040101010101" charset="-122"/>
                <a:ea typeface="汉仪劲楷简" panose="00020600040101010101" charset="-122"/>
              </a:rPr>
              <a:t>寻找关键用户</a:t>
            </a:r>
          </a:p>
        </p:txBody>
      </p:sp>
      <p:grpSp>
        <p:nvGrpSpPr>
          <p:cNvPr id="24" name="组合 23">
            <a:extLst>
              <a:ext uri="{FF2B5EF4-FFF2-40B4-BE49-F238E27FC236}">
                <a16:creationId xmlns:a16="http://schemas.microsoft.com/office/drawing/2014/main" id="{E13E5C53-D2FA-96F1-A4E3-B0F45A14C51C}"/>
              </a:ext>
            </a:extLst>
          </p:cNvPr>
          <p:cNvGrpSpPr/>
          <p:nvPr/>
        </p:nvGrpSpPr>
        <p:grpSpPr>
          <a:xfrm rot="7213348">
            <a:off x="7733440" y="1575025"/>
            <a:ext cx="531070" cy="636911"/>
            <a:chOff x="6146" y="4802"/>
            <a:chExt cx="1090" cy="1509"/>
          </a:xfrm>
          <a:gradFill flip="none" rotWithShape="1">
            <a:gsLst>
              <a:gs pos="37000">
                <a:srgbClr val="57B7FF"/>
              </a:gs>
              <a:gs pos="0">
                <a:srgbClr val="FFFFFF"/>
              </a:gs>
              <a:gs pos="100000">
                <a:srgbClr val="0070C0"/>
              </a:gs>
            </a:gsLst>
            <a:lin ang="16200000" scaled="1"/>
            <a:tileRect/>
          </a:gradFill>
        </p:grpSpPr>
        <p:sp>
          <p:nvSpPr>
            <p:cNvPr id="26" name="任意多边形 83">
              <a:extLst>
                <a:ext uri="{FF2B5EF4-FFF2-40B4-BE49-F238E27FC236}">
                  <a16:creationId xmlns:a16="http://schemas.microsoft.com/office/drawing/2014/main" id="{DC5D3642-950C-B9B9-145E-1419E4BD0F6E}"/>
                </a:ext>
              </a:extLst>
            </p:cNvPr>
            <p:cNvSpPr/>
            <p:nvPr/>
          </p:nvSpPr>
          <p:spPr>
            <a:xfrm>
              <a:off x="6146" y="5342"/>
              <a:ext cx="1090" cy="969"/>
            </a:xfrm>
            <a:custGeom>
              <a:avLst/>
              <a:gdLst/>
              <a:ahLst/>
              <a:cxnLst>
                <a:cxn ang="3">
                  <a:pos x="hc" y="t"/>
                </a:cxn>
                <a:cxn ang="cd2">
                  <a:pos x="l" y="vc"/>
                </a:cxn>
                <a:cxn ang="cd4">
                  <a:pos x="hc" y="b"/>
                </a:cxn>
                <a:cxn ang="0">
                  <a:pos x="r" y="vc"/>
                </a:cxn>
              </a:cxnLst>
              <a:rect l="l" t="t" r="r" b="b"/>
              <a:pathLst>
                <a:path w="1182" h="1307">
                  <a:moveTo>
                    <a:pt x="362" y="0"/>
                  </a:moveTo>
                  <a:lnTo>
                    <a:pt x="820" y="0"/>
                  </a:lnTo>
                  <a:lnTo>
                    <a:pt x="820" y="0"/>
                  </a:lnTo>
                  <a:cubicBezTo>
                    <a:pt x="808" y="262"/>
                    <a:pt x="853" y="557"/>
                    <a:pt x="961" y="852"/>
                  </a:cubicBezTo>
                  <a:cubicBezTo>
                    <a:pt x="1019" y="1012"/>
                    <a:pt x="1091" y="1160"/>
                    <a:pt x="1173" y="1293"/>
                  </a:cubicBezTo>
                  <a:lnTo>
                    <a:pt x="1182" y="1307"/>
                  </a:lnTo>
                  <a:lnTo>
                    <a:pt x="0" y="1307"/>
                  </a:lnTo>
                  <a:lnTo>
                    <a:pt x="9" y="1293"/>
                  </a:lnTo>
                  <a:cubicBezTo>
                    <a:pt x="91" y="1160"/>
                    <a:pt x="163" y="1012"/>
                    <a:pt x="221" y="852"/>
                  </a:cubicBezTo>
                  <a:cubicBezTo>
                    <a:pt x="329" y="557"/>
                    <a:pt x="374" y="262"/>
                    <a:pt x="362" y="0"/>
                  </a:cubicBezTo>
                  <a:lnTo>
                    <a:pt x="362"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28" name="等腰三角形 27">
              <a:extLst>
                <a:ext uri="{FF2B5EF4-FFF2-40B4-BE49-F238E27FC236}">
                  <a16:creationId xmlns:a16="http://schemas.microsoft.com/office/drawing/2014/main" id="{EB86CF62-F80A-09BD-4C46-C8D1E7695AC1}"/>
                </a:ext>
              </a:extLst>
            </p:cNvPr>
            <p:cNvSpPr/>
            <p:nvPr/>
          </p:nvSpPr>
          <p:spPr>
            <a:xfrm>
              <a:off x="6288" y="4802"/>
              <a:ext cx="806" cy="555"/>
            </a:xfrm>
            <a:prstGeom prst="triangle">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32" name="组合 31">
            <a:extLst>
              <a:ext uri="{FF2B5EF4-FFF2-40B4-BE49-F238E27FC236}">
                <a16:creationId xmlns:a16="http://schemas.microsoft.com/office/drawing/2014/main" id="{F1517D18-5295-1F31-88ED-3BCC8E9E0B82}"/>
              </a:ext>
            </a:extLst>
          </p:cNvPr>
          <p:cNvGrpSpPr/>
          <p:nvPr/>
        </p:nvGrpSpPr>
        <p:grpSpPr>
          <a:xfrm rot="14349557">
            <a:off x="3903837" y="1607159"/>
            <a:ext cx="531070" cy="636911"/>
            <a:chOff x="6146" y="4802"/>
            <a:chExt cx="1090" cy="1509"/>
          </a:xfrm>
          <a:gradFill flip="none" rotWithShape="1">
            <a:gsLst>
              <a:gs pos="37000">
                <a:srgbClr val="57B7FF"/>
              </a:gs>
              <a:gs pos="0">
                <a:srgbClr val="FFFFFF"/>
              </a:gs>
              <a:gs pos="100000">
                <a:srgbClr val="0070C0"/>
              </a:gs>
            </a:gsLst>
            <a:lin ang="16200000" scaled="1"/>
            <a:tileRect/>
          </a:gradFill>
        </p:grpSpPr>
        <p:sp>
          <p:nvSpPr>
            <p:cNvPr id="33" name="任意多边形 83">
              <a:extLst>
                <a:ext uri="{FF2B5EF4-FFF2-40B4-BE49-F238E27FC236}">
                  <a16:creationId xmlns:a16="http://schemas.microsoft.com/office/drawing/2014/main" id="{648FECA9-E7B3-C8C2-B07D-BAE3F9552994}"/>
                </a:ext>
              </a:extLst>
            </p:cNvPr>
            <p:cNvSpPr/>
            <p:nvPr/>
          </p:nvSpPr>
          <p:spPr>
            <a:xfrm>
              <a:off x="6146" y="5342"/>
              <a:ext cx="1090" cy="969"/>
            </a:xfrm>
            <a:custGeom>
              <a:avLst/>
              <a:gdLst/>
              <a:ahLst/>
              <a:cxnLst>
                <a:cxn ang="3">
                  <a:pos x="hc" y="t"/>
                </a:cxn>
                <a:cxn ang="cd2">
                  <a:pos x="l" y="vc"/>
                </a:cxn>
                <a:cxn ang="cd4">
                  <a:pos x="hc" y="b"/>
                </a:cxn>
                <a:cxn ang="0">
                  <a:pos x="r" y="vc"/>
                </a:cxn>
              </a:cxnLst>
              <a:rect l="l" t="t" r="r" b="b"/>
              <a:pathLst>
                <a:path w="1182" h="1307">
                  <a:moveTo>
                    <a:pt x="362" y="0"/>
                  </a:moveTo>
                  <a:lnTo>
                    <a:pt x="820" y="0"/>
                  </a:lnTo>
                  <a:lnTo>
                    <a:pt x="820" y="0"/>
                  </a:lnTo>
                  <a:cubicBezTo>
                    <a:pt x="808" y="262"/>
                    <a:pt x="853" y="557"/>
                    <a:pt x="961" y="852"/>
                  </a:cubicBezTo>
                  <a:cubicBezTo>
                    <a:pt x="1019" y="1012"/>
                    <a:pt x="1091" y="1160"/>
                    <a:pt x="1173" y="1293"/>
                  </a:cubicBezTo>
                  <a:lnTo>
                    <a:pt x="1182" y="1307"/>
                  </a:lnTo>
                  <a:lnTo>
                    <a:pt x="0" y="1307"/>
                  </a:lnTo>
                  <a:lnTo>
                    <a:pt x="9" y="1293"/>
                  </a:lnTo>
                  <a:cubicBezTo>
                    <a:pt x="91" y="1160"/>
                    <a:pt x="163" y="1012"/>
                    <a:pt x="221" y="852"/>
                  </a:cubicBezTo>
                  <a:cubicBezTo>
                    <a:pt x="329" y="557"/>
                    <a:pt x="374" y="262"/>
                    <a:pt x="362" y="0"/>
                  </a:cubicBezTo>
                  <a:lnTo>
                    <a:pt x="362"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34" name="等腰三角形 33">
              <a:extLst>
                <a:ext uri="{FF2B5EF4-FFF2-40B4-BE49-F238E27FC236}">
                  <a16:creationId xmlns:a16="http://schemas.microsoft.com/office/drawing/2014/main" id="{94D6C220-5E63-59A2-3188-43F3AD6B6BBA}"/>
                </a:ext>
              </a:extLst>
            </p:cNvPr>
            <p:cNvSpPr/>
            <p:nvPr/>
          </p:nvSpPr>
          <p:spPr>
            <a:xfrm>
              <a:off x="6288" y="4802"/>
              <a:ext cx="806" cy="555"/>
            </a:xfrm>
            <a:prstGeom prst="triangle">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35" name="组合 34">
            <a:extLst>
              <a:ext uri="{FF2B5EF4-FFF2-40B4-BE49-F238E27FC236}">
                <a16:creationId xmlns:a16="http://schemas.microsoft.com/office/drawing/2014/main" id="{11085485-2F3F-70ED-330D-92634469315D}"/>
              </a:ext>
            </a:extLst>
          </p:cNvPr>
          <p:cNvGrpSpPr/>
          <p:nvPr/>
        </p:nvGrpSpPr>
        <p:grpSpPr>
          <a:xfrm rot="13862767">
            <a:off x="7753883" y="2916431"/>
            <a:ext cx="531070" cy="636911"/>
            <a:chOff x="6146" y="4802"/>
            <a:chExt cx="1090" cy="1509"/>
          </a:xfrm>
          <a:gradFill flip="none" rotWithShape="1">
            <a:gsLst>
              <a:gs pos="37000">
                <a:srgbClr val="57B7FF"/>
              </a:gs>
              <a:gs pos="0">
                <a:srgbClr val="FFFFFF"/>
              </a:gs>
              <a:gs pos="100000">
                <a:srgbClr val="0070C0"/>
              </a:gs>
            </a:gsLst>
            <a:lin ang="16200000" scaled="1"/>
            <a:tileRect/>
          </a:gradFill>
        </p:grpSpPr>
        <p:sp>
          <p:nvSpPr>
            <p:cNvPr id="36" name="任意多边形 83">
              <a:extLst>
                <a:ext uri="{FF2B5EF4-FFF2-40B4-BE49-F238E27FC236}">
                  <a16:creationId xmlns:a16="http://schemas.microsoft.com/office/drawing/2014/main" id="{67FD93A1-6C5F-693A-7779-492DF31DB1C3}"/>
                </a:ext>
              </a:extLst>
            </p:cNvPr>
            <p:cNvSpPr/>
            <p:nvPr/>
          </p:nvSpPr>
          <p:spPr>
            <a:xfrm>
              <a:off x="6146" y="5342"/>
              <a:ext cx="1090" cy="969"/>
            </a:xfrm>
            <a:custGeom>
              <a:avLst/>
              <a:gdLst/>
              <a:ahLst/>
              <a:cxnLst>
                <a:cxn ang="3">
                  <a:pos x="hc" y="t"/>
                </a:cxn>
                <a:cxn ang="cd2">
                  <a:pos x="l" y="vc"/>
                </a:cxn>
                <a:cxn ang="cd4">
                  <a:pos x="hc" y="b"/>
                </a:cxn>
                <a:cxn ang="0">
                  <a:pos x="r" y="vc"/>
                </a:cxn>
              </a:cxnLst>
              <a:rect l="l" t="t" r="r" b="b"/>
              <a:pathLst>
                <a:path w="1182" h="1307">
                  <a:moveTo>
                    <a:pt x="362" y="0"/>
                  </a:moveTo>
                  <a:lnTo>
                    <a:pt x="820" y="0"/>
                  </a:lnTo>
                  <a:lnTo>
                    <a:pt x="820" y="0"/>
                  </a:lnTo>
                  <a:cubicBezTo>
                    <a:pt x="808" y="262"/>
                    <a:pt x="853" y="557"/>
                    <a:pt x="961" y="852"/>
                  </a:cubicBezTo>
                  <a:cubicBezTo>
                    <a:pt x="1019" y="1012"/>
                    <a:pt x="1091" y="1160"/>
                    <a:pt x="1173" y="1293"/>
                  </a:cubicBezTo>
                  <a:lnTo>
                    <a:pt x="1182" y="1307"/>
                  </a:lnTo>
                  <a:lnTo>
                    <a:pt x="0" y="1307"/>
                  </a:lnTo>
                  <a:lnTo>
                    <a:pt x="9" y="1293"/>
                  </a:lnTo>
                  <a:cubicBezTo>
                    <a:pt x="91" y="1160"/>
                    <a:pt x="163" y="1012"/>
                    <a:pt x="221" y="852"/>
                  </a:cubicBezTo>
                  <a:cubicBezTo>
                    <a:pt x="329" y="557"/>
                    <a:pt x="374" y="262"/>
                    <a:pt x="362" y="0"/>
                  </a:cubicBezTo>
                  <a:lnTo>
                    <a:pt x="362"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37" name="等腰三角形 36">
              <a:extLst>
                <a:ext uri="{FF2B5EF4-FFF2-40B4-BE49-F238E27FC236}">
                  <a16:creationId xmlns:a16="http://schemas.microsoft.com/office/drawing/2014/main" id="{9BCBE2B5-BF56-EC54-179B-F5B756EDBEC9}"/>
                </a:ext>
              </a:extLst>
            </p:cNvPr>
            <p:cNvSpPr/>
            <p:nvPr/>
          </p:nvSpPr>
          <p:spPr>
            <a:xfrm>
              <a:off x="6288" y="4802"/>
              <a:ext cx="806" cy="555"/>
            </a:xfrm>
            <a:prstGeom prst="triangle">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38" name="组合 37">
            <a:extLst>
              <a:ext uri="{FF2B5EF4-FFF2-40B4-BE49-F238E27FC236}">
                <a16:creationId xmlns:a16="http://schemas.microsoft.com/office/drawing/2014/main" id="{56361885-9B42-9829-0B71-842AD0DDF5B4}"/>
              </a:ext>
            </a:extLst>
          </p:cNvPr>
          <p:cNvGrpSpPr/>
          <p:nvPr/>
        </p:nvGrpSpPr>
        <p:grpSpPr>
          <a:xfrm rot="7457831">
            <a:off x="3822985" y="2746646"/>
            <a:ext cx="531070" cy="636911"/>
            <a:chOff x="6146" y="4802"/>
            <a:chExt cx="1090" cy="1509"/>
          </a:xfrm>
          <a:gradFill flip="none" rotWithShape="1">
            <a:gsLst>
              <a:gs pos="37000">
                <a:srgbClr val="57B7FF"/>
              </a:gs>
              <a:gs pos="0">
                <a:srgbClr val="FFFFFF"/>
              </a:gs>
              <a:gs pos="100000">
                <a:srgbClr val="0070C0"/>
              </a:gs>
            </a:gsLst>
            <a:lin ang="16200000" scaled="1"/>
            <a:tileRect/>
          </a:gradFill>
        </p:grpSpPr>
        <p:sp>
          <p:nvSpPr>
            <p:cNvPr id="39" name="任意多边形 83">
              <a:extLst>
                <a:ext uri="{FF2B5EF4-FFF2-40B4-BE49-F238E27FC236}">
                  <a16:creationId xmlns:a16="http://schemas.microsoft.com/office/drawing/2014/main" id="{83A8B37F-8E69-1AD0-56AC-47B8F4A590E8}"/>
                </a:ext>
              </a:extLst>
            </p:cNvPr>
            <p:cNvSpPr/>
            <p:nvPr/>
          </p:nvSpPr>
          <p:spPr>
            <a:xfrm>
              <a:off x="6146" y="5342"/>
              <a:ext cx="1090" cy="969"/>
            </a:xfrm>
            <a:custGeom>
              <a:avLst/>
              <a:gdLst/>
              <a:ahLst/>
              <a:cxnLst>
                <a:cxn ang="3">
                  <a:pos x="hc" y="t"/>
                </a:cxn>
                <a:cxn ang="cd2">
                  <a:pos x="l" y="vc"/>
                </a:cxn>
                <a:cxn ang="cd4">
                  <a:pos x="hc" y="b"/>
                </a:cxn>
                <a:cxn ang="0">
                  <a:pos x="r" y="vc"/>
                </a:cxn>
              </a:cxnLst>
              <a:rect l="l" t="t" r="r" b="b"/>
              <a:pathLst>
                <a:path w="1182" h="1307">
                  <a:moveTo>
                    <a:pt x="362" y="0"/>
                  </a:moveTo>
                  <a:lnTo>
                    <a:pt x="820" y="0"/>
                  </a:lnTo>
                  <a:lnTo>
                    <a:pt x="820" y="0"/>
                  </a:lnTo>
                  <a:cubicBezTo>
                    <a:pt x="808" y="262"/>
                    <a:pt x="853" y="557"/>
                    <a:pt x="961" y="852"/>
                  </a:cubicBezTo>
                  <a:cubicBezTo>
                    <a:pt x="1019" y="1012"/>
                    <a:pt x="1091" y="1160"/>
                    <a:pt x="1173" y="1293"/>
                  </a:cubicBezTo>
                  <a:lnTo>
                    <a:pt x="1182" y="1307"/>
                  </a:lnTo>
                  <a:lnTo>
                    <a:pt x="0" y="1307"/>
                  </a:lnTo>
                  <a:lnTo>
                    <a:pt x="9" y="1293"/>
                  </a:lnTo>
                  <a:cubicBezTo>
                    <a:pt x="91" y="1160"/>
                    <a:pt x="163" y="1012"/>
                    <a:pt x="221" y="852"/>
                  </a:cubicBezTo>
                  <a:cubicBezTo>
                    <a:pt x="329" y="557"/>
                    <a:pt x="374" y="262"/>
                    <a:pt x="362" y="0"/>
                  </a:cubicBezTo>
                  <a:lnTo>
                    <a:pt x="362"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40" name="等腰三角形 39">
              <a:extLst>
                <a:ext uri="{FF2B5EF4-FFF2-40B4-BE49-F238E27FC236}">
                  <a16:creationId xmlns:a16="http://schemas.microsoft.com/office/drawing/2014/main" id="{26E1C599-D175-0F19-F8E2-BBEA6EB707A4}"/>
                </a:ext>
              </a:extLst>
            </p:cNvPr>
            <p:cNvSpPr/>
            <p:nvPr/>
          </p:nvSpPr>
          <p:spPr>
            <a:xfrm>
              <a:off x="6288" y="4802"/>
              <a:ext cx="806" cy="555"/>
            </a:xfrm>
            <a:prstGeom prst="triangle">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41" name="矩形: 圆角 40">
            <a:extLst>
              <a:ext uri="{FF2B5EF4-FFF2-40B4-BE49-F238E27FC236}">
                <a16:creationId xmlns:a16="http://schemas.microsoft.com/office/drawing/2014/main" id="{E58F7C4A-E9D6-95BF-DEDC-23CD8A12C9BF}"/>
              </a:ext>
            </a:extLst>
          </p:cNvPr>
          <p:cNvSpPr/>
          <p:nvPr/>
        </p:nvSpPr>
        <p:spPr>
          <a:xfrm>
            <a:off x="4613777" y="2887889"/>
            <a:ext cx="2948335" cy="1006472"/>
          </a:xfrm>
          <a:prstGeom prst="roundRect">
            <a:avLst/>
          </a:prstGeom>
          <a:solidFill>
            <a:srgbClr val="A5B3D6">
              <a:alpha val="8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rgbClr val="C00000"/>
                </a:solidFill>
                <a:latin typeface="汉仪劲楷简" panose="00020600040101010101" charset="-122"/>
                <a:ea typeface="汉仪劲楷简" panose="00020600040101010101" charset="-122"/>
              </a:rPr>
              <a:t>量化社交网络对用户决策的影响</a:t>
            </a:r>
          </a:p>
        </p:txBody>
      </p:sp>
      <p:sp>
        <p:nvSpPr>
          <p:cNvPr id="4" name="文本框 3">
            <a:extLst>
              <a:ext uri="{FF2B5EF4-FFF2-40B4-BE49-F238E27FC236}">
                <a16:creationId xmlns:a16="http://schemas.microsoft.com/office/drawing/2014/main" id="{2D02AD38-AAB9-CBE4-E38B-3091AF7843A7}"/>
              </a:ext>
            </a:extLst>
          </p:cNvPr>
          <p:cNvSpPr txBox="1"/>
          <p:nvPr/>
        </p:nvSpPr>
        <p:spPr>
          <a:xfrm>
            <a:off x="1364493" y="4183362"/>
            <a:ext cx="9463014" cy="2246769"/>
          </a:xfrm>
          <a:prstGeom prst="rect">
            <a:avLst/>
          </a:prstGeom>
          <a:noFill/>
          <a:ln w="25400" cap="rnd" cmpd="sng" algn="ctr">
            <a:solidFill>
              <a:srgbClr val="D40000"/>
            </a:solidFill>
            <a:prstDash val="lgDash"/>
            <a:round/>
          </a:ln>
          <a:effectLst/>
        </p:spPr>
        <p:style>
          <a:lnRef idx="0">
            <a:schemeClr val="accent1"/>
          </a:lnRef>
          <a:fillRef idx="0">
            <a:srgbClr val="FFFFFF"/>
          </a:fillRef>
          <a:effectRef idx="0">
            <a:srgbClr val="FFFFFF"/>
          </a:effectRef>
          <a:fontRef idx="minor">
            <a:schemeClr val="tx1"/>
          </a:fontRef>
        </p:style>
        <p:txBody>
          <a:bodyPr wrap="square">
            <a:spAutoFit/>
          </a:bodyPr>
          <a:lstStyle/>
          <a:p>
            <a:pPr indent="457200"/>
            <a:r>
              <a:rPr lang="zh-CN" altLang="en-US" sz="2000" dirty="0">
                <a:solidFill>
                  <a:schemeClr val="tx1">
                    <a:lumMod val="75000"/>
                    <a:lumOff val="25000"/>
                  </a:schemeClr>
                </a:solidFill>
                <a:latin typeface="汉仪劲楷简" panose="00020600040101010101" charset="-122"/>
                <a:ea typeface="汉仪劲楷简" panose="00020600040101010101" charset="-122"/>
              </a:rPr>
              <a:t>本报告基于互联网银行的应用场景，使用公开数据集，综合运用潜在</a:t>
            </a:r>
            <a:r>
              <a:rPr lang="zh-CN" altLang="en-US" sz="2400" b="1" dirty="0">
                <a:solidFill>
                  <a:srgbClr val="C00000"/>
                </a:solidFill>
                <a:latin typeface="汉仪劲楷简" panose="00020600040101010101" charset="-122"/>
                <a:ea typeface="汉仪劲楷简" panose="00020600040101010101" charset="-122"/>
              </a:rPr>
              <a:t>空间模型</a:t>
            </a:r>
            <a:r>
              <a:rPr lang="zh-CN" altLang="en-US" sz="2000" dirty="0">
                <a:solidFill>
                  <a:schemeClr val="tx1">
                    <a:lumMod val="75000"/>
                    <a:lumOff val="25000"/>
                  </a:schemeClr>
                </a:solidFill>
                <a:latin typeface="汉仪劲楷简" panose="00020600040101010101" charset="-122"/>
                <a:ea typeface="汉仪劲楷简" panose="00020600040101010101" charset="-122"/>
              </a:rPr>
              <a:t>与 </a:t>
            </a:r>
            <a:r>
              <a:rPr lang="zh-CN" altLang="en-US" sz="2400" b="1" dirty="0">
                <a:solidFill>
                  <a:srgbClr val="C00000"/>
                </a:solidFill>
                <a:latin typeface="汉仪劲楷简" panose="00020600040101010101" charset="-122"/>
                <a:ea typeface="汉仪劲楷简" panose="00020600040101010101" charset="-122"/>
              </a:rPr>
              <a:t>Rubin 因果模型</a:t>
            </a:r>
            <a:r>
              <a:rPr lang="zh-CN" altLang="en-US" sz="2000" dirty="0">
                <a:solidFill>
                  <a:schemeClr val="tx1">
                    <a:lumMod val="75000"/>
                    <a:lumOff val="25000"/>
                  </a:schemeClr>
                </a:solidFill>
                <a:latin typeface="汉仪劲楷简" panose="00020600040101010101" charset="-122"/>
                <a:ea typeface="汉仪劲楷简" panose="00020600040101010101" charset="-122"/>
              </a:rPr>
              <a:t>计算用户的社交影响力与意见权威性，识别</a:t>
            </a:r>
            <a:r>
              <a:rPr lang="zh-CN" altLang="en-US" sz="2400" b="1" dirty="0">
                <a:solidFill>
                  <a:srgbClr val="C00000"/>
                </a:solidFill>
                <a:latin typeface="汉仪劲楷简" panose="00020600040101010101" charset="-122"/>
                <a:ea typeface="汉仪劲楷简" panose="00020600040101010101" charset="-122"/>
              </a:rPr>
              <a:t>潜在用户</a:t>
            </a:r>
            <a:r>
              <a:rPr lang="zh-CN" altLang="en-US" sz="2000" dirty="0">
                <a:solidFill>
                  <a:schemeClr val="tx1">
                    <a:lumMod val="75000"/>
                    <a:lumOff val="25000"/>
                  </a:schemeClr>
                </a:solidFill>
                <a:latin typeface="汉仪劲楷简" panose="00020600040101010101" charset="-122"/>
                <a:ea typeface="汉仪劲楷简" panose="00020600040101010101" charset="-122"/>
              </a:rPr>
              <a:t>与</a:t>
            </a:r>
            <a:r>
              <a:rPr lang="zh-CN" altLang="en-US" sz="2400" b="1" dirty="0">
                <a:solidFill>
                  <a:srgbClr val="C00000"/>
                </a:solidFill>
                <a:latin typeface="汉仪劲楷简" panose="00020600040101010101" charset="-122"/>
                <a:ea typeface="汉仪劲楷简" panose="00020600040101010101" charset="-122"/>
              </a:rPr>
              <a:t>意见领袖</a:t>
            </a:r>
            <a:r>
              <a:rPr lang="zh-CN" altLang="en-US" sz="2000" dirty="0">
                <a:solidFill>
                  <a:schemeClr val="tx1">
                    <a:lumMod val="75000"/>
                    <a:lumOff val="25000"/>
                  </a:schemeClr>
                </a:solidFill>
                <a:latin typeface="汉仪劲楷简" panose="00020600040101010101" charset="-122"/>
                <a:ea typeface="汉仪劲楷简" panose="00020600040101010101" charset="-122"/>
              </a:rPr>
              <a:t>用户。</a:t>
            </a:r>
            <a:endParaRPr lang="en-US" altLang="zh-CN" sz="2000" dirty="0">
              <a:solidFill>
                <a:schemeClr val="tx1">
                  <a:lumMod val="75000"/>
                  <a:lumOff val="25000"/>
                </a:schemeClr>
              </a:solidFill>
              <a:latin typeface="汉仪劲楷简" panose="00020600040101010101" charset="-122"/>
              <a:ea typeface="汉仪劲楷简" panose="00020600040101010101" charset="-122"/>
            </a:endParaRPr>
          </a:p>
          <a:p>
            <a:pPr indent="457200"/>
            <a:r>
              <a:rPr lang="zh-CN" altLang="en-US" sz="2000" dirty="0">
                <a:solidFill>
                  <a:schemeClr val="tx1">
                    <a:lumMod val="75000"/>
                    <a:lumOff val="25000"/>
                  </a:schemeClr>
                </a:solidFill>
                <a:latin typeface="汉仪劲楷简" panose="00020600040101010101" charset="-122"/>
                <a:ea typeface="汉仪劲楷简" panose="00020600040101010101" charset="-122"/>
              </a:rPr>
              <a:t>同时通过构建金融产品扩散模型计算出产品得分和效应强度，并完整模拟了产品的传播过程。结果显示，意见领袖可作为传播链关键节点</a:t>
            </a:r>
            <a:r>
              <a:rPr lang="zh-CN" altLang="en-US" sz="2400" b="1" dirty="0">
                <a:solidFill>
                  <a:srgbClr val="C00000"/>
                </a:solidFill>
                <a:latin typeface="汉仪劲楷简" panose="00020600040101010101" charset="-122"/>
                <a:ea typeface="汉仪劲楷简" panose="00020600040101010101" charset="-122"/>
              </a:rPr>
              <a:t>显著提升产品渗透速度</a:t>
            </a:r>
            <a:r>
              <a:rPr lang="zh-CN" altLang="en-US" sz="2000" dirty="0">
                <a:solidFill>
                  <a:schemeClr val="tx1">
                    <a:lumMod val="75000"/>
                    <a:lumOff val="25000"/>
                  </a:schemeClr>
                </a:solidFill>
                <a:latin typeface="汉仪劲楷简" panose="00020600040101010101" charset="-122"/>
                <a:ea typeface="汉仪劲楷简" panose="00020600040101010101" charset="-122"/>
              </a:rPr>
              <a:t>，且效应强度越高，产品对新用户的吸引力就越高，老用户的粘性也越高。</a:t>
            </a:r>
          </a:p>
        </p:txBody>
      </p:sp>
    </p:spTree>
    <p:extLst>
      <p:ext uri="{BB962C8B-B14F-4D97-AF65-F5344CB8AC3E}">
        <p14:creationId xmlns:p14="http://schemas.microsoft.com/office/powerpoint/2010/main" val="1337257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7" name="think-cell data - do not delete" hidden="1">
            <a:extLst>
              <a:ext uri="{FF2B5EF4-FFF2-40B4-BE49-F238E27FC236}">
                <a16:creationId xmlns:a16="http://schemas.microsoft.com/office/drawing/2014/main" id="{65F4BBA6-28D3-AD30-8ECB-A072861D92E4}"/>
              </a:ext>
            </a:extLst>
          </p:cNvPr>
          <p:cNvGraphicFramePr>
            <a:graphicFrameLocks noChangeAspect="1"/>
          </p:cNvGraphicFramePr>
          <p:nvPr>
            <p:custDataLst>
              <p:tags r:id="rId1"/>
            </p:custDataLst>
            <p:extLst>
              <p:ext uri="{D42A27DB-BD31-4B8C-83A1-F6EECF244321}">
                <p14:modId xmlns:p14="http://schemas.microsoft.com/office/powerpoint/2010/main" val="6875559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3" imgW="471" imgH="473" progId="TCLayout.ActiveDocument.1">
                  <p:embed/>
                </p:oleObj>
              </mc:Choice>
              <mc:Fallback>
                <p:oleObj name="think-cell 幻灯片" r:id="rId13" imgW="471" imgH="473" progId="TCLayout.ActiveDocument.1">
                  <p:embed/>
                  <p:pic>
                    <p:nvPicPr>
                      <p:cNvPr id="67" name="think-cell data - do not delete" hidden="1">
                        <a:extLst>
                          <a:ext uri="{FF2B5EF4-FFF2-40B4-BE49-F238E27FC236}">
                            <a16:creationId xmlns:a16="http://schemas.microsoft.com/office/drawing/2014/main" id="{65F4BBA6-28D3-AD30-8ECB-A072861D92E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74" name="小李PPT1"/>
          <p:cNvSpPr/>
          <p:nvPr>
            <p:custDataLst>
              <p:tags r:id="rId2"/>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3"/>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4"/>
            </p:custDataLst>
          </p:nvPr>
        </p:nvSpPr>
        <p:spPr>
          <a:xfrm>
            <a:off x="4000500" y="-914400"/>
            <a:ext cx="635000" cy="635000"/>
          </a:xfrm>
          <a:prstGeom prst="rect">
            <a:avLst/>
          </a:prstGeom>
          <a:solidFill>
            <a:srgbClr val="F5BEF0"/>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5"/>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6"/>
            </p:custDataLst>
          </p:nvPr>
        </p:nvSpPr>
        <p:spPr>
          <a:xfrm>
            <a:off x="5778500" y="-914400"/>
            <a:ext cx="635000" cy="635000"/>
          </a:xfrm>
          <a:prstGeom prst="rect">
            <a:avLst/>
          </a:prstGeom>
          <a:solidFill>
            <a:srgbClr val="8FE6FC"/>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7"/>
            </p:custDataLst>
          </p:nvPr>
        </p:nvSpPr>
        <p:spPr>
          <a:xfrm>
            <a:off x="6540500" y="-946659"/>
            <a:ext cx="635000" cy="635000"/>
          </a:xfrm>
          <a:prstGeom prst="rect">
            <a:avLst/>
          </a:prstGeom>
          <a:solidFill>
            <a:srgbClr val="E0132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8"/>
            </p:custDataLst>
          </p:nvPr>
        </p:nvSpPr>
        <p:spPr>
          <a:xfrm>
            <a:off x="7302500" y="-914400"/>
            <a:ext cx="635000" cy="635000"/>
          </a:xfrm>
          <a:prstGeom prst="rect">
            <a:avLst/>
          </a:prstGeom>
          <a:solidFill>
            <a:srgbClr val="3F4BD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9"/>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10"/>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1"/>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267" name="小李PPT11">
            <a:extLst>
              <a:ext uri="{FF2B5EF4-FFF2-40B4-BE49-F238E27FC236}">
                <a16:creationId xmlns:a16="http://schemas.microsoft.com/office/drawing/2014/main" id="{E00CE3F1-5B45-F7C7-D558-CF4D4E540D70}"/>
              </a:ext>
            </a:extLst>
          </p:cNvPr>
          <p:cNvGrpSpPr/>
          <p:nvPr/>
        </p:nvGrpSpPr>
        <p:grpSpPr>
          <a:xfrm>
            <a:off x="20320" y="2"/>
            <a:ext cx="12192000" cy="6857998"/>
            <a:chOff x="0" y="2"/>
            <a:chExt cx="12192000" cy="6857998"/>
          </a:xfrm>
          <a:effectLst/>
        </p:grpSpPr>
        <p:cxnSp>
          <p:nvCxnSpPr>
            <p:cNvPr id="268" name="小李PPT11-1">
              <a:extLst>
                <a:ext uri="{FF2B5EF4-FFF2-40B4-BE49-F238E27FC236}">
                  <a16:creationId xmlns:a16="http://schemas.microsoft.com/office/drawing/2014/main" id="{D149A8DE-5D70-5480-002D-8DB8EA561DD2}"/>
                </a:ext>
              </a:extLst>
            </p:cNvPr>
            <p:cNvCxnSpPr/>
            <p:nvPr/>
          </p:nvCxnSpPr>
          <p:spPr>
            <a:xfrm>
              <a:off x="0" y="291084"/>
              <a:ext cx="12192000" cy="0"/>
            </a:xfrm>
            <a:prstGeom prst="line">
              <a:avLst/>
            </a:prstGeom>
            <a:noFill/>
            <a:ln w="6350" cap="rnd" cmpd="sng" algn="ctr">
              <a:solidFill>
                <a:srgbClr val="E9D6F2">
                  <a:alpha val="43922"/>
                </a:srgbClr>
              </a:solidFill>
              <a:prstDash val="solid"/>
              <a:round/>
            </a:ln>
            <a:effectLst/>
          </p:spPr>
        </p:cxnSp>
        <p:cxnSp>
          <p:nvCxnSpPr>
            <p:cNvPr id="269" name="小李PPT11-2">
              <a:extLst>
                <a:ext uri="{FF2B5EF4-FFF2-40B4-BE49-F238E27FC236}">
                  <a16:creationId xmlns:a16="http://schemas.microsoft.com/office/drawing/2014/main" id="{12405815-2BB6-8915-822D-91905D766527}"/>
                </a:ext>
              </a:extLst>
            </p:cNvPr>
            <p:cNvCxnSpPr/>
            <p:nvPr/>
          </p:nvCxnSpPr>
          <p:spPr>
            <a:xfrm>
              <a:off x="0" y="640385"/>
              <a:ext cx="12192000" cy="0"/>
            </a:xfrm>
            <a:prstGeom prst="line">
              <a:avLst/>
            </a:prstGeom>
            <a:noFill/>
            <a:ln w="6350" cap="rnd" cmpd="sng" algn="ctr">
              <a:solidFill>
                <a:srgbClr val="E9D6F2">
                  <a:alpha val="43922"/>
                </a:srgbClr>
              </a:solidFill>
              <a:prstDash val="solid"/>
              <a:round/>
            </a:ln>
            <a:effectLst/>
          </p:spPr>
        </p:cxnSp>
        <p:cxnSp>
          <p:nvCxnSpPr>
            <p:cNvPr id="270" name="小李PPT11-3">
              <a:extLst>
                <a:ext uri="{FF2B5EF4-FFF2-40B4-BE49-F238E27FC236}">
                  <a16:creationId xmlns:a16="http://schemas.microsoft.com/office/drawing/2014/main" id="{142F80B8-DE7C-9802-AED4-8B9E3CC242BA}"/>
                </a:ext>
              </a:extLst>
            </p:cNvPr>
            <p:cNvCxnSpPr/>
            <p:nvPr/>
          </p:nvCxnSpPr>
          <p:spPr>
            <a:xfrm>
              <a:off x="0" y="989685"/>
              <a:ext cx="12192000" cy="0"/>
            </a:xfrm>
            <a:prstGeom prst="line">
              <a:avLst/>
            </a:prstGeom>
            <a:noFill/>
            <a:ln w="6350" cap="rnd" cmpd="sng" algn="ctr">
              <a:solidFill>
                <a:srgbClr val="E9D6F2">
                  <a:alpha val="43922"/>
                </a:srgbClr>
              </a:solidFill>
              <a:prstDash val="solid"/>
              <a:round/>
            </a:ln>
            <a:effectLst/>
          </p:spPr>
        </p:cxnSp>
        <p:cxnSp>
          <p:nvCxnSpPr>
            <p:cNvPr id="271" name="小李PPT11-4">
              <a:extLst>
                <a:ext uri="{FF2B5EF4-FFF2-40B4-BE49-F238E27FC236}">
                  <a16:creationId xmlns:a16="http://schemas.microsoft.com/office/drawing/2014/main" id="{7ACFC8FC-0E7C-6E37-2D81-F22516A9C047}"/>
                </a:ext>
              </a:extLst>
            </p:cNvPr>
            <p:cNvCxnSpPr/>
            <p:nvPr/>
          </p:nvCxnSpPr>
          <p:spPr>
            <a:xfrm>
              <a:off x="0" y="1338986"/>
              <a:ext cx="12192000" cy="0"/>
            </a:xfrm>
            <a:prstGeom prst="line">
              <a:avLst/>
            </a:prstGeom>
            <a:noFill/>
            <a:ln w="6350" cap="rnd" cmpd="sng" algn="ctr">
              <a:solidFill>
                <a:srgbClr val="E9D6F2">
                  <a:alpha val="43922"/>
                </a:srgbClr>
              </a:solidFill>
              <a:prstDash val="solid"/>
              <a:round/>
            </a:ln>
            <a:effectLst/>
          </p:spPr>
        </p:cxnSp>
        <p:cxnSp>
          <p:nvCxnSpPr>
            <p:cNvPr id="272" name="小李PPT11-5">
              <a:extLst>
                <a:ext uri="{FF2B5EF4-FFF2-40B4-BE49-F238E27FC236}">
                  <a16:creationId xmlns:a16="http://schemas.microsoft.com/office/drawing/2014/main" id="{4B1541F3-583D-3A73-E035-4135F1592316}"/>
                </a:ext>
              </a:extLst>
            </p:cNvPr>
            <p:cNvCxnSpPr/>
            <p:nvPr/>
          </p:nvCxnSpPr>
          <p:spPr>
            <a:xfrm>
              <a:off x="0" y="1688287"/>
              <a:ext cx="12192000" cy="0"/>
            </a:xfrm>
            <a:prstGeom prst="line">
              <a:avLst/>
            </a:prstGeom>
            <a:noFill/>
            <a:ln w="6350" cap="rnd" cmpd="sng" algn="ctr">
              <a:solidFill>
                <a:srgbClr val="E9D6F2">
                  <a:alpha val="43922"/>
                </a:srgbClr>
              </a:solidFill>
              <a:prstDash val="solid"/>
              <a:round/>
            </a:ln>
            <a:effectLst/>
          </p:spPr>
        </p:cxnSp>
        <p:cxnSp>
          <p:nvCxnSpPr>
            <p:cNvPr id="273" name="小李PPT11-6">
              <a:extLst>
                <a:ext uri="{FF2B5EF4-FFF2-40B4-BE49-F238E27FC236}">
                  <a16:creationId xmlns:a16="http://schemas.microsoft.com/office/drawing/2014/main" id="{66E042A9-2D0E-3B84-6BB9-F016B7AEEA7C}"/>
                </a:ext>
              </a:extLst>
            </p:cNvPr>
            <p:cNvCxnSpPr/>
            <p:nvPr/>
          </p:nvCxnSpPr>
          <p:spPr>
            <a:xfrm>
              <a:off x="0" y="2037588"/>
              <a:ext cx="12192000" cy="0"/>
            </a:xfrm>
            <a:prstGeom prst="line">
              <a:avLst/>
            </a:prstGeom>
            <a:noFill/>
            <a:ln w="6350" cap="rnd" cmpd="sng" algn="ctr">
              <a:solidFill>
                <a:srgbClr val="E9D6F2">
                  <a:alpha val="43922"/>
                </a:srgbClr>
              </a:solidFill>
              <a:prstDash val="solid"/>
              <a:round/>
            </a:ln>
            <a:effectLst/>
          </p:spPr>
        </p:cxnSp>
        <p:cxnSp>
          <p:nvCxnSpPr>
            <p:cNvPr id="284" name="小李PPT11-7">
              <a:extLst>
                <a:ext uri="{FF2B5EF4-FFF2-40B4-BE49-F238E27FC236}">
                  <a16:creationId xmlns:a16="http://schemas.microsoft.com/office/drawing/2014/main" id="{06D7C7DA-C60C-6A00-79B5-33A5EB452FC6}"/>
                </a:ext>
              </a:extLst>
            </p:cNvPr>
            <p:cNvCxnSpPr/>
            <p:nvPr/>
          </p:nvCxnSpPr>
          <p:spPr>
            <a:xfrm>
              <a:off x="0" y="2386888"/>
              <a:ext cx="12192000" cy="0"/>
            </a:xfrm>
            <a:prstGeom prst="line">
              <a:avLst/>
            </a:prstGeom>
            <a:noFill/>
            <a:ln w="6350" cap="rnd" cmpd="sng" algn="ctr">
              <a:solidFill>
                <a:srgbClr val="E9D6F2">
                  <a:alpha val="43922"/>
                </a:srgbClr>
              </a:solidFill>
              <a:prstDash val="solid"/>
              <a:round/>
            </a:ln>
            <a:effectLst/>
          </p:spPr>
        </p:cxnSp>
        <p:cxnSp>
          <p:nvCxnSpPr>
            <p:cNvPr id="285" name="小李PPT11-8">
              <a:extLst>
                <a:ext uri="{FF2B5EF4-FFF2-40B4-BE49-F238E27FC236}">
                  <a16:creationId xmlns:a16="http://schemas.microsoft.com/office/drawing/2014/main" id="{6D0C7100-34C7-043F-36DA-67E2864B1E77}"/>
                </a:ext>
              </a:extLst>
            </p:cNvPr>
            <p:cNvCxnSpPr/>
            <p:nvPr/>
          </p:nvCxnSpPr>
          <p:spPr>
            <a:xfrm>
              <a:off x="0" y="2736189"/>
              <a:ext cx="12192000" cy="0"/>
            </a:xfrm>
            <a:prstGeom prst="line">
              <a:avLst/>
            </a:prstGeom>
            <a:noFill/>
            <a:ln w="6350" cap="rnd" cmpd="sng" algn="ctr">
              <a:solidFill>
                <a:srgbClr val="E9D6F2">
                  <a:alpha val="43922"/>
                </a:srgbClr>
              </a:solidFill>
              <a:prstDash val="solid"/>
              <a:round/>
            </a:ln>
            <a:effectLst/>
          </p:spPr>
        </p:cxnSp>
        <p:cxnSp>
          <p:nvCxnSpPr>
            <p:cNvPr id="286" name="小李PPT11-9">
              <a:extLst>
                <a:ext uri="{FF2B5EF4-FFF2-40B4-BE49-F238E27FC236}">
                  <a16:creationId xmlns:a16="http://schemas.microsoft.com/office/drawing/2014/main" id="{7DE0E073-233F-1CAC-DFD0-AE043F408038}"/>
                </a:ext>
              </a:extLst>
            </p:cNvPr>
            <p:cNvCxnSpPr/>
            <p:nvPr/>
          </p:nvCxnSpPr>
          <p:spPr>
            <a:xfrm>
              <a:off x="0" y="3085490"/>
              <a:ext cx="12192000" cy="0"/>
            </a:xfrm>
            <a:prstGeom prst="line">
              <a:avLst/>
            </a:prstGeom>
            <a:noFill/>
            <a:ln w="6350" cap="rnd" cmpd="sng" algn="ctr">
              <a:solidFill>
                <a:srgbClr val="E9D6F2">
                  <a:alpha val="43922"/>
                </a:srgbClr>
              </a:solidFill>
              <a:prstDash val="solid"/>
              <a:round/>
            </a:ln>
            <a:effectLst/>
          </p:spPr>
        </p:cxnSp>
        <p:cxnSp>
          <p:nvCxnSpPr>
            <p:cNvPr id="287" name="小李PPT11-10">
              <a:extLst>
                <a:ext uri="{FF2B5EF4-FFF2-40B4-BE49-F238E27FC236}">
                  <a16:creationId xmlns:a16="http://schemas.microsoft.com/office/drawing/2014/main" id="{EA56C2C0-43C0-D849-356F-9AB3E2465B9B}"/>
                </a:ext>
              </a:extLst>
            </p:cNvPr>
            <p:cNvCxnSpPr/>
            <p:nvPr/>
          </p:nvCxnSpPr>
          <p:spPr>
            <a:xfrm>
              <a:off x="0" y="3434791"/>
              <a:ext cx="12192000" cy="0"/>
            </a:xfrm>
            <a:prstGeom prst="line">
              <a:avLst/>
            </a:prstGeom>
            <a:noFill/>
            <a:ln w="6350" cap="rnd" cmpd="sng" algn="ctr">
              <a:solidFill>
                <a:srgbClr val="E9D6F2">
                  <a:alpha val="43922"/>
                </a:srgbClr>
              </a:solidFill>
              <a:prstDash val="solid"/>
              <a:round/>
            </a:ln>
            <a:effectLst/>
          </p:spPr>
        </p:cxnSp>
        <p:cxnSp>
          <p:nvCxnSpPr>
            <p:cNvPr id="288" name="小李PPT11-11">
              <a:extLst>
                <a:ext uri="{FF2B5EF4-FFF2-40B4-BE49-F238E27FC236}">
                  <a16:creationId xmlns:a16="http://schemas.microsoft.com/office/drawing/2014/main" id="{254E15E1-1941-52F8-7CAE-C9D37DFCA5AF}"/>
                </a:ext>
              </a:extLst>
            </p:cNvPr>
            <p:cNvCxnSpPr/>
            <p:nvPr/>
          </p:nvCxnSpPr>
          <p:spPr>
            <a:xfrm>
              <a:off x="0" y="3784091"/>
              <a:ext cx="12192000" cy="0"/>
            </a:xfrm>
            <a:prstGeom prst="line">
              <a:avLst/>
            </a:prstGeom>
            <a:noFill/>
            <a:ln w="6350" cap="rnd" cmpd="sng" algn="ctr">
              <a:solidFill>
                <a:srgbClr val="E9D6F2">
                  <a:alpha val="43922"/>
                </a:srgbClr>
              </a:solidFill>
              <a:prstDash val="solid"/>
              <a:round/>
            </a:ln>
            <a:effectLst/>
          </p:spPr>
        </p:cxnSp>
        <p:cxnSp>
          <p:nvCxnSpPr>
            <p:cNvPr id="289" name="小李PPT11-12">
              <a:extLst>
                <a:ext uri="{FF2B5EF4-FFF2-40B4-BE49-F238E27FC236}">
                  <a16:creationId xmlns:a16="http://schemas.microsoft.com/office/drawing/2014/main" id="{FC67DC33-8B06-C5A7-285A-18E9A62A83E3}"/>
                </a:ext>
              </a:extLst>
            </p:cNvPr>
            <p:cNvCxnSpPr/>
            <p:nvPr/>
          </p:nvCxnSpPr>
          <p:spPr>
            <a:xfrm>
              <a:off x="0" y="4133392"/>
              <a:ext cx="12192000" cy="0"/>
            </a:xfrm>
            <a:prstGeom prst="line">
              <a:avLst/>
            </a:prstGeom>
            <a:noFill/>
            <a:ln w="6350" cap="rnd" cmpd="sng" algn="ctr">
              <a:solidFill>
                <a:srgbClr val="E9D6F2">
                  <a:alpha val="43922"/>
                </a:srgbClr>
              </a:solidFill>
              <a:prstDash val="solid"/>
              <a:round/>
            </a:ln>
            <a:effectLst/>
          </p:spPr>
        </p:cxnSp>
        <p:cxnSp>
          <p:nvCxnSpPr>
            <p:cNvPr id="290" name="小李PPT11-13">
              <a:extLst>
                <a:ext uri="{FF2B5EF4-FFF2-40B4-BE49-F238E27FC236}">
                  <a16:creationId xmlns:a16="http://schemas.microsoft.com/office/drawing/2014/main" id="{C01CAF94-0D94-A0A5-CC17-8DA7676E27D4}"/>
                </a:ext>
              </a:extLst>
            </p:cNvPr>
            <p:cNvCxnSpPr/>
            <p:nvPr/>
          </p:nvCxnSpPr>
          <p:spPr>
            <a:xfrm>
              <a:off x="0" y="4482693"/>
              <a:ext cx="12192000" cy="0"/>
            </a:xfrm>
            <a:prstGeom prst="line">
              <a:avLst/>
            </a:prstGeom>
            <a:noFill/>
            <a:ln w="6350" cap="rnd" cmpd="sng" algn="ctr">
              <a:solidFill>
                <a:srgbClr val="E9D6F2">
                  <a:alpha val="43922"/>
                </a:srgbClr>
              </a:solidFill>
              <a:prstDash val="solid"/>
              <a:round/>
            </a:ln>
            <a:effectLst/>
          </p:spPr>
        </p:cxnSp>
        <p:cxnSp>
          <p:nvCxnSpPr>
            <p:cNvPr id="291" name="小李PPT11-14">
              <a:extLst>
                <a:ext uri="{FF2B5EF4-FFF2-40B4-BE49-F238E27FC236}">
                  <a16:creationId xmlns:a16="http://schemas.microsoft.com/office/drawing/2014/main" id="{3C424704-4D6B-B42A-4418-44F53C830A7C}"/>
                </a:ext>
              </a:extLst>
            </p:cNvPr>
            <p:cNvCxnSpPr/>
            <p:nvPr/>
          </p:nvCxnSpPr>
          <p:spPr>
            <a:xfrm>
              <a:off x="0" y="4831994"/>
              <a:ext cx="12192000" cy="0"/>
            </a:xfrm>
            <a:prstGeom prst="line">
              <a:avLst/>
            </a:prstGeom>
            <a:noFill/>
            <a:ln w="6350" cap="rnd" cmpd="sng" algn="ctr">
              <a:solidFill>
                <a:srgbClr val="E9D6F2">
                  <a:alpha val="43922"/>
                </a:srgbClr>
              </a:solidFill>
              <a:prstDash val="solid"/>
              <a:round/>
            </a:ln>
            <a:effectLst/>
          </p:spPr>
        </p:cxnSp>
        <p:cxnSp>
          <p:nvCxnSpPr>
            <p:cNvPr id="292" name="小李PPT11-15">
              <a:extLst>
                <a:ext uri="{FF2B5EF4-FFF2-40B4-BE49-F238E27FC236}">
                  <a16:creationId xmlns:a16="http://schemas.microsoft.com/office/drawing/2014/main" id="{1B0613AC-5DAE-A539-F142-5B4B136F0118}"/>
                </a:ext>
              </a:extLst>
            </p:cNvPr>
            <p:cNvCxnSpPr/>
            <p:nvPr/>
          </p:nvCxnSpPr>
          <p:spPr>
            <a:xfrm>
              <a:off x="0" y="5181294"/>
              <a:ext cx="12192000" cy="0"/>
            </a:xfrm>
            <a:prstGeom prst="line">
              <a:avLst/>
            </a:prstGeom>
            <a:noFill/>
            <a:ln w="6350" cap="rnd" cmpd="sng" algn="ctr">
              <a:solidFill>
                <a:srgbClr val="E9D6F2">
                  <a:alpha val="43922"/>
                </a:srgbClr>
              </a:solidFill>
              <a:prstDash val="solid"/>
              <a:round/>
            </a:ln>
            <a:effectLst/>
          </p:spPr>
        </p:cxnSp>
        <p:cxnSp>
          <p:nvCxnSpPr>
            <p:cNvPr id="293" name="小李PPT11-16">
              <a:extLst>
                <a:ext uri="{FF2B5EF4-FFF2-40B4-BE49-F238E27FC236}">
                  <a16:creationId xmlns:a16="http://schemas.microsoft.com/office/drawing/2014/main" id="{A82AC189-FB20-5A34-F29A-29BC661D40C1}"/>
                </a:ext>
              </a:extLst>
            </p:cNvPr>
            <p:cNvCxnSpPr/>
            <p:nvPr/>
          </p:nvCxnSpPr>
          <p:spPr>
            <a:xfrm>
              <a:off x="0" y="5530595"/>
              <a:ext cx="12192000" cy="0"/>
            </a:xfrm>
            <a:prstGeom prst="line">
              <a:avLst/>
            </a:prstGeom>
            <a:noFill/>
            <a:ln w="6350" cap="rnd" cmpd="sng" algn="ctr">
              <a:solidFill>
                <a:srgbClr val="E9D6F2">
                  <a:alpha val="43922"/>
                </a:srgbClr>
              </a:solidFill>
              <a:prstDash val="solid"/>
              <a:round/>
            </a:ln>
            <a:effectLst/>
          </p:spPr>
        </p:cxnSp>
        <p:cxnSp>
          <p:nvCxnSpPr>
            <p:cNvPr id="294" name="小李PPT11-17">
              <a:extLst>
                <a:ext uri="{FF2B5EF4-FFF2-40B4-BE49-F238E27FC236}">
                  <a16:creationId xmlns:a16="http://schemas.microsoft.com/office/drawing/2014/main" id="{76B83A31-2D9E-D7BD-CA39-2AE556A84190}"/>
                </a:ext>
              </a:extLst>
            </p:cNvPr>
            <p:cNvCxnSpPr/>
            <p:nvPr/>
          </p:nvCxnSpPr>
          <p:spPr>
            <a:xfrm rot="5400000">
              <a:off x="2180157" y="3429001"/>
              <a:ext cx="6857998" cy="0"/>
            </a:xfrm>
            <a:prstGeom prst="line">
              <a:avLst/>
            </a:prstGeom>
            <a:noFill/>
            <a:ln w="6350" cap="rnd" cmpd="sng" algn="ctr">
              <a:solidFill>
                <a:srgbClr val="E9D6F2">
                  <a:alpha val="43922"/>
                </a:srgbClr>
              </a:solidFill>
              <a:prstDash val="solid"/>
              <a:round/>
            </a:ln>
            <a:effectLst/>
          </p:spPr>
        </p:cxnSp>
        <p:cxnSp>
          <p:nvCxnSpPr>
            <p:cNvPr id="295" name="小李PPT11-18">
              <a:extLst>
                <a:ext uri="{FF2B5EF4-FFF2-40B4-BE49-F238E27FC236}">
                  <a16:creationId xmlns:a16="http://schemas.microsoft.com/office/drawing/2014/main" id="{895F1AE6-1ED3-945C-7DBD-11795EA54ABE}"/>
                </a:ext>
              </a:extLst>
            </p:cNvPr>
            <p:cNvCxnSpPr/>
            <p:nvPr/>
          </p:nvCxnSpPr>
          <p:spPr>
            <a:xfrm rot="5400000">
              <a:off x="1826337" y="3429001"/>
              <a:ext cx="6857998" cy="0"/>
            </a:xfrm>
            <a:prstGeom prst="line">
              <a:avLst/>
            </a:prstGeom>
            <a:noFill/>
            <a:ln w="6350" cap="rnd" cmpd="sng" algn="ctr">
              <a:solidFill>
                <a:srgbClr val="E9D6F2">
                  <a:alpha val="43922"/>
                </a:srgbClr>
              </a:solidFill>
              <a:prstDash val="solid"/>
              <a:round/>
            </a:ln>
            <a:effectLst/>
          </p:spPr>
        </p:cxnSp>
        <p:cxnSp>
          <p:nvCxnSpPr>
            <p:cNvPr id="296" name="小李PPT11-19">
              <a:extLst>
                <a:ext uri="{FF2B5EF4-FFF2-40B4-BE49-F238E27FC236}">
                  <a16:creationId xmlns:a16="http://schemas.microsoft.com/office/drawing/2014/main" id="{762323E0-65C1-CE4A-4F8F-B2AA3BD5F737}"/>
                </a:ext>
              </a:extLst>
            </p:cNvPr>
            <p:cNvCxnSpPr/>
            <p:nvPr/>
          </p:nvCxnSpPr>
          <p:spPr>
            <a:xfrm rot="5400000">
              <a:off x="1472518" y="3429001"/>
              <a:ext cx="6857998" cy="0"/>
            </a:xfrm>
            <a:prstGeom prst="line">
              <a:avLst/>
            </a:prstGeom>
            <a:noFill/>
            <a:ln w="6350" cap="rnd" cmpd="sng" algn="ctr">
              <a:solidFill>
                <a:srgbClr val="E9D6F2">
                  <a:alpha val="43922"/>
                </a:srgbClr>
              </a:solidFill>
              <a:prstDash val="solid"/>
              <a:round/>
            </a:ln>
            <a:effectLst/>
          </p:spPr>
        </p:cxnSp>
        <p:cxnSp>
          <p:nvCxnSpPr>
            <p:cNvPr id="297" name="小李PPT11-20">
              <a:extLst>
                <a:ext uri="{FF2B5EF4-FFF2-40B4-BE49-F238E27FC236}">
                  <a16:creationId xmlns:a16="http://schemas.microsoft.com/office/drawing/2014/main" id="{F16FA46A-61DA-8608-A3F1-EB417B6C7478}"/>
                </a:ext>
              </a:extLst>
            </p:cNvPr>
            <p:cNvCxnSpPr/>
            <p:nvPr/>
          </p:nvCxnSpPr>
          <p:spPr>
            <a:xfrm rot="5400000">
              <a:off x="1118698" y="3429001"/>
              <a:ext cx="6857998" cy="0"/>
            </a:xfrm>
            <a:prstGeom prst="line">
              <a:avLst/>
            </a:prstGeom>
            <a:noFill/>
            <a:ln w="6350" cap="rnd" cmpd="sng" algn="ctr">
              <a:solidFill>
                <a:srgbClr val="E9D6F2">
                  <a:alpha val="43922"/>
                </a:srgbClr>
              </a:solidFill>
              <a:prstDash val="solid"/>
              <a:round/>
            </a:ln>
            <a:effectLst/>
          </p:spPr>
        </p:cxnSp>
        <p:cxnSp>
          <p:nvCxnSpPr>
            <p:cNvPr id="298" name="小李PPT11-21">
              <a:extLst>
                <a:ext uri="{FF2B5EF4-FFF2-40B4-BE49-F238E27FC236}">
                  <a16:creationId xmlns:a16="http://schemas.microsoft.com/office/drawing/2014/main" id="{837CC4D4-E4DB-55F1-C903-5BAFBE536376}"/>
                </a:ext>
              </a:extLst>
            </p:cNvPr>
            <p:cNvCxnSpPr/>
            <p:nvPr/>
          </p:nvCxnSpPr>
          <p:spPr>
            <a:xfrm rot="5400000">
              <a:off x="764879" y="3429001"/>
              <a:ext cx="6857998" cy="0"/>
            </a:xfrm>
            <a:prstGeom prst="line">
              <a:avLst/>
            </a:prstGeom>
            <a:noFill/>
            <a:ln w="6350" cap="rnd" cmpd="sng" algn="ctr">
              <a:solidFill>
                <a:srgbClr val="E9D6F2">
                  <a:alpha val="43922"/>
                </a:srgbClr>
              </a:solidFill>
              <a:prstDash val="solid"/>
              <a:round/>
            </a:ln>
            <a:effectLst/>
          </p:spPr>
        </p:cxnSp>
        <p:cxnSp>
          <p:nvCxnSpPr>
            <p:cNvPr id="299" name="小李PPT11-22">
              <a:extLst>
                <a:ext uri="{FF2B5EF4-FFF2-40B4-BE49-F238E27FC236}">
                  <a16:creationId xmlns:a16="http://schemas.microsoft.com/office/drawing/2014/main" id="{A18F6059-82B4-C7AD-5331-2ACCF967110E}"/>
                </a:ext>
              </a:extLst>
            </p:cNvPr>
            <p:cNvCxnSpPr/>
            <p:nvPr/>
          </p:nvCxnSpPr>
          <p:spPr>
            <a:xfrm rot="5400000">
              <a:off x="411061" y="3429001"/>
              <a:ext cx="6857998" cy="0"/>
            </a:xfrm>
            <a:prstGeom prst="line">
              <a:avLst/>
            </a:prstGeom>
            <a:noFill/>
            <a:ln w="6350" cap="rnd" cmpd="sng" algn="ctr">
              <a:solidFill>
                <a:srgbClr val="E9D6F2">
                  <a:alpha val="43922"/>
                </a:srgbClr>
              </a:solidFill>
              <a:prstDash val="solid"/>
              <a:round/>
            </a:ln>
            <a:effectLst/>
          </p:spPr>
        </p:cxnSp>
        <p:cxnSp>
          <p:nvCxnSpPr>
            <p:cNvPr id="300" name="小李PPT11-23">
              <a:extLst>
                <a:ext uri="{FF2B5EF4-FFF2-40B4-BE49-F238E27FC236}">
                  <a16:creationId xmlns:a16="http://schemas.microsoft.com/office/drawing/2014/main" id="{A9A85CAC-8B8C-CFE6-AB4A-7F43E4A9D781}"/>
                </a:ext>
              </a:extLst>
            </p:cNvPr>
            <p:cNvCxnSpPr/>
            <p:nvPr/>
          </p:nvCxnSpPr>
          <p:spPr>
            <a:xfrm rot="5400000">
              <a:off x="57241" y="3429001"/>
              <a:ext cx="6857998" cy="0"/>
            </a:xfrm>
            <a:prstGeom prst="line">
              <a:avLst/>
            </a:prstGeom>
            <a:noFill/>
            <a:ln w="6350" cap="rnd" cmpd="sng" algn="ctr">
              <a:solidFill>
                <a:srgbClr val="E9D6F2">
                  <a:alpha val="43922"/>
                </a:srgbClr>
              </a:solidFill>
              <a:prstDash val="solid"/>
              <a:round/>
            </a:ln>
            <a:effectLst/>
          </p:spPr>
        </p:cxnSp>
        <p:cxnSp>
          <p:nvCxnSpPr>
            <p:cNvPr id="301" name="小李PPT11-24">
              <a:extLst>
                <a:ext uri="{FF2B5EF4-FFF2-40B4-BE49-F238E27FC236}">
                  <a16:creationId xmlns:a16="http://schemas.microsoft.com/office/drawing/2014/main" id="{A084D740-B9DB-BA65-905B-6C99371D7667}"/>
                </a:ext>
              </a:extLst>
            </p:cNvPr>
            <p:cNvCxnSpPr/>
            <p:nvPr/>
          </p:nvCxnSpPr>
          <p:spPr>
            <a:xfrm rot="5400000">
              <a:off x="-296578" y="3429001"/>
              <a:ext cx="6857998" cy="0"/>
            </a:xfrm>
            <a:prstGeom prst="line">
              <a:avLst/>
            </a:prstGeom>
            <a:noFill/>
            <a:ln w="6350" cap="rnd" cmpd="sng" algn="ctr">
              <a:solidFill>
                <a:srgbClr val="E9D6F2">
                  <a:alpha val="43922"/>
                </a:srgbClr>
              </a:solidFill>
              <a:prstDash val="solid"/>
              <a:round/>
            </a:ln>
            <a:effectLst/>
          </p:spPr>
        </p:cxnSp>
        <p:cxnSp>
          <p:nvCxnSpPr>
            <p:cNvPr id="302" name="小李PPT11-25">
              <a:extLst>
                <a:ext uri="{FF2B5EF4-FFF2-40B4-BE49-F238E27FC236}">
                  <a16:creationId xmlns:a16="http://schemas.microsoft.com/office/drawing/2014/main" id="{4BC52A2B-58EE-7F90-8026-B11F33CD56A7}"/>
                </a:ext>
              </a:extLst>
            </p:cNvPr>
            <p:cNvCxnSpPr/>
            <p:nvPr/>
          </p:nvCxnSpPr>
          <p:spPr>
            <a:xfrm rot="5400000">
              <a:off x="-650398" y="3429001"/>
              <a:ext cx="6857998" cy="0"/>
            </a:xfrm>
            <a:prstGeom prst="line">
              <a:avLst/>
            </a:prstGeom>
            <a:noFill/>
            <a:ln w="6350" cap="rnd" cmpd="sng" algn="ctr">
              <a:solidFill>
                <a:srgbClr val="E9D6F2">
                  <a:alpha val="43922"/>
                </a:srgbClr>
              </a:solidFill>
              <a:prstDash val="solid"/>
              <a:round/>
            </a:ln>
            <a:effectLst/>
          </p:spPr>
        </p:cxnSp>
        <p:cxnSp>
          <p:nvCxnSpPr>
            <p:cNvPr id="303" name="小李PPT11-26">
              <a:extLst>
                <a:ext uri="{FF2B5EF4-FFF2-40B4-BE49-F238E27FC236}">
                  <a16:creationId xmlns:a16="http://schemas.microsoft.com/office/drawing/2014/main" id="{A6CBAFE8-1219-FADF-D00C-CEF2C972633A}"/>
                </a:ext>
              </a:extLst>
            </p:cNvPr>
            <p:cNvCxnSpPr/>
            <p:nvPr/>
          </p:nvCxnSpPr>
          <p:spPr>
            <a:xfrm rot="5400000">
              <a:off x="-1004217" y="3429001"/>
              <a:ext cx="6857998" cy="0"/>
            </a:xfrm>
            <a:prstGeom prst="line">
              <a:avLst/>
            </a:prstGeom>
            <a:noFill/>
            <a:ln w="6350" cap="rnd" cmpd="sng" algn="ctr">
              <a:solidFill>
                <a:srgbClr val="E9D6F2">
                  <a:alpha val="43922"/>
                </a:srgbClr>
              </a:solidFill>
              <a:prstDash val="solid"/>
              <a:round/>
            </a:ln>
            <a:effectLst/>
          </p:spPr>
        </p:cxnSp>
        <p:cxnSp>
          <p:nvCxnSpPr>
            <p:cNvPr id="304" name="小李PPT11-27">
              <a:extLst>
                <a:ext uri="{FF2B5EF4-FFF2-40B4-BE49-F238E27FC236}">
                  <a16:creationId xmlns:a16="http://schemas.microsoft.com/office/drawing/2014/main" id="{DF86F9CC-48C5-E7C3-9A84-2BB52248DB1E}"/>
                </a:ext>
              </a:extLst>
            </p:cNvPr>
            <p:cNvCxnSpPr/>
            <p:nvPr/>
          </p:nvCxnSpPr>
          <p:spPr>
            <a:xfrm rot="5400000">
              <a:off x="-1358036" y="3429001"/>
              <a:ext cx="6857998" cy="0"/>
            </a:xfrm>
            <a:prstGeom prst="line">
              <a:avLst/>
            </a:prstGeom>
            <a:noFill/>
            <a:ln w="6350" cap="rnd" cmpd="sng" algn="ctr">
              <a:solidFill>
                <a:srgbClr val="E9D6F2">
                  <a:alpha val="43922"/>
                </a:srgbClr>
              </a:solidFill>
              <a:prstDash val="solid"/>
              <a:round/>
            </a:ln>
            <a:effectLst/>
          </p:spPr>
        </p:cxnSp>
        <p:cxnSp>
          <p:nvCxnSpPr>
            <p:cNvPr id="305" name="小李PPT11-28">
              <a:extLst>
                <a:ext uri="{FF2B5EF4-FFF2-40B4-BE49-F238E27FC236}">
                  <a16:creationId xmlns:a16="http://schemas.microsoft.com/office/drawing/2014/main" id="{634DDDD0-AD3A-E164-6A22-7EA73F0DF471}"/>
                </a:ext>
              </a:extLst>
            </p:cNvPr>
            <p:cNvCxnSpPr/>
            <p:nvPr/>
          </p:nvCxnSpPr>
          <p:spPr>
            <a:xfrm rot="5400000">
              <a:off x="-1711856" y="3429001"/>
              <a:ext cx="6857998" cy="0"/>
            </a:xfrm>
            <a:prstGeom prst="line">
              <a:avLst/>
            </a:prstGeom>
            <a:noFill/>
            <a:ln w="6350" cap="rnd" cmpd="sng" algn="ctr">
              <a:solidFill>
                <a:srgbClr val="E9D6F2">
                  <a:alpha val="43922"/>
                </a:srgbClr>
              </a:solidFill>
              <a:prstDash val="solid"/>
              <a:round/>
            </a:ln>
            <a:effectLst/>
          </p:spPr>
        </p:cxnSp>
        <p:cxnSp>
          <p:nvCxnSpPr>
            <p:cNvPr id="306" name="小李PPT11-29">
              <a:extLst>
                <a:ext uri="{FF2B5EF4-FFF2-40B4-BE49-F238E27FC236}">
                  <a16:creationId xmlns:a16="http://schemas.microsoft.com/office/drawing/2014/main" id="{E8411CF7-545D-7752-3880-A26682214D26}"/>
                </a:ext>
              </a:extLst>
            </p:cNvPr>
            <p:cNvCxnSpPr/>
            <p:nvPr/>
          </p:nvCxnSpPr>
          <p:spPr>
            <a:xfrm rot="5400000">
              <a:off x="-2065675" y="3429001"/>
              <a:ext cx="6857998" cy="0"/>
            </a:xfrm>
            <a:prstGeom prst="line">
              <a:avLst/>
            </a:prstGeom>
            <a:noFill/>
            <a:ln w="6350" cap="rnd" cmpd="sng" algn="ctr">
              <a:solidFill>
                <a:srgbClr val="E9D6F2">
                  <a:alpha val="43922"/>
                </a:srgbClr>
              </a:solidFill>
              <a:prstDash val="solid"/>
              <a:round/>
            </a:ln>
            <a:effectLst/>
          </p:spPr>
        </p:cxnSp>
        <p:cxnSp>
          <p:nvCxnSpPr>
            <p:cNvPr id="307" name="小李PPT11-30">
              <a:extLst>
                <a:ext uri="{FF2B5EF4-FFF2-40B4-BE49-F238E27FC236}">
                  <a16:creationId xmlns:a16="http://schemas.microsoft.com/office/drawing/2014/main" id="{9C9BE50B-BAF8-F983-8B86-ADF4C2A49155}"/>
                </a:ext>
              </a:extLst>
            </p:cNvPr>
            <p:cNvCxnSpPr/>
            <p:nvPr/>
          </p:nvCxnSpPr>
          <p:spPr>
            <a:xfrm rot="5400000">
              <a:off x="-2419495" y="3429001"/>
              <a:ext cx="6857998" cy="0"/>
            </a:xfrm>
            <a:prstGeom prst="line">
              <a:avLst/>
            </a:prstGeom>
            <a:noFill/>
            <a:ln w="6350" cap="rnd" cmpd="sng" algn="ctr">
              <a:solidFill>
                <a:srgbClr val="E9D6F2">
                  <a:alpha val="43922"/>
                </a:srgbClr>
              </a:solidFill>
              <a:prstDash val="solid"/>
              <a:round/>
            </a:ln>
            <a:effectLst/>
          </p:spPr>
        </p:cxnSp>
        <p:cxnSp>
          <p:nvCxnSpPr>
            <p:cNvPr id="308" name="小李PPT11-31">
              <a:extLst>
                <a:ext uri="{FF2B5EF4-FFF2-40B4-BE49-F238E27FC236}">
                  <a16:creationId xmlns:a16="http://schemas.microsoft.com/office/drawing/2014/main" id="{207652CB-EEE9-9E62-ED0C-C5538C2293AA}"/>
                </a:ext>
              </a:extLst>
            </p:cNvPr>
            <p:cNvCxnSpPr/>
            <p:nvPr/>
          </p:nvCxnSpPr>
          <p:spPr>
            <a:xfrm rot="5400000">
              <a:off x="-2773314" y="3429001"/>
              <a:ext cx="6857998" cy="0"/>
            </a:xfrm>
            <a:prstGeom prst="line">
              <a:avLst/>
            </a:prstGeom>
            <a:noFill/>
            <a:ln w="6350" cap="rnd" cmpd="sng" algn="ctr">
              <a:solidFill>
                <a:srgbClr val="E9D6F2">
                  <a:alpha val="43922"/>
                </a:srgbClr>
              </a:solidFill>
              <a:prstDash val="solid"/>
              <a:round/>
            </a:ln>
            <a:effectLst/>
          </p:spPr>
        </p:cxnSp>
        <p:cxnSp>
          <p:nvCxnSpPr>
            <p:cNvPr id="309" name="小李PPT11-32">
              <a:extLst>
                <a:ext uri="{FF2B5EF4-FFF2-40B4-BE49-F238E27FC236}">
                  <a16:creationId xmlns:a16="http://schemas.microsoft.com/office/drawing/2014/main" id="{6E042C72-6234-B5FE-0F29-46E45950958C}"/>
                </a:ext>
              </a:extLst>
            </p:cNvPr>
            <p:cNvCxnSpPr/>
            <p:nvPr/>
          </p:nvCxnSpPr>
          <p:spPr>
            <a:xfrm rot="5400000">
              <a:off x="-3127134" y="3429001"/>
              <a:ext cx="6857998" cy="0"/>
            </a:xfrm>
            <a:prstGeom prst="line">
              <a:avLst/>
            </a:prstGeom>
            <a:noFill/>
            <a:ln w="6350" cap="rnd" cmpd="sng" algn="ctr">
              <a:solidFill>
                <a:srgbClr val="E9D6F2">
                  <a:alpha val="43922"/>
                </a:srgbClr>
              </a:solidFill>
              <a:prstDash val="solid"/>
              <a:round/>
            </a:ln>
            <a:effectLst/>
          </p:spPr>
        </p:cxnSp>
        <p:cxnSp>
          <p:nvCxnSpPr>
            <p:cNvPr id="310" name="小李PPT11-33">
              <a:extLst>
                <a:ext uri="{FF2B5EF4-FFF2-40B4-BE49-F238E27FC236}">
                  <a16:creationId xmlns:a16="http://schemas.microsoft.com/office/drawing/2014/main" id="{049B3365-36B4-07A8-6740-9088C537C85B}"/>
                </a:ext>
              </a:extLst>
            </p:cNvPr>
            <p:cNvCxnSpPr/>
            <p:nvPr/>
          </p:nvCxnSpPr>
          <p:spPr>
            <a:xfrm rot="5400000">
              <a:off x="6781801" y="3429001"/>
              <a:ext cx="6857998" cy="0"/>
            </a:xfrm>
            <a:prstGeom prst="line">
              <a:avLst/>
            </a:prstGeom>
            <a:noFill/>
            <a:ln w="6350" cap="rnd" cmpd="sng" algn="ctr">
              <a:solidFill>
                <a:srgbClr val="E9D6F2">
                  <a:alpha val="43922"/>
                </a:srgbClr>
              </a:solidFill>
              <a:prstDash val="solid"/>
              <a:round/>
            </a:ln>
            <a:effectLst/>
          </p:spPr>
        </p:cxnSp>
        <p:cxnSp>
          <p:nvCxnSpPr>
            <p:cNvPr id="311" name="小李PPT11-34">
              <a:extLst>
                <a:ext uri="{FF2B5EF4-FFF2-40B4-BE49-F238E27FC236}">
                  <a16:creationId xmlns:a16="http://schemas.microsoft.com/office/drawing/2014/main" id="{420CD8AD-E89C-827A-ABCF-1CEBFF0419BA}"/>
                </a:ext>
              </a:extLst>
            </p:cNvPr>
            <p:cNvCxnSpPr/>
            <p:nvPr/>
          </p:nvCxnSpPr>
          <p:spPr>
            <a:xfrm rot="5400000">
              <a:off x="6427982" y="3429001"/>
              <a:ext cx="6857998" cy="0"/>
            </a:xfrm>
            <a:prstGeom prst="line">
              <a:avLst/>
            </a:prstGeom>
            <a:noFill/>
            <a:ln w="6350" cap="rnd" cmpd="sng" algn="ctr">
              <a:solidFill>
                <a:srgbClr val="E9D6F2">
                  <a:alpha val="43922"/>
                </a:srgbClr>
              </a:solidFill>
              <a:prstDash val="solid"/>
              <a:round/>
            </a:ln>
            <a:effectLst/>
          </p:spPr>
        </p:cxnSp>
        <p:cxnSp>
          <p:nvCxnSpPr>
            <p:cNvPr id="312" name="小李PPT11-35">
              <a:extLst>
                <a:ext uri="{FF2B5EF4-FFF2-40B4-BE49-F238E27FC236}">
                  <a16:creationId xmlns:a16="http://schemas.microsoft.com/office/drawing/2014/main" id="{137F6894-5BEE-7333-0AA7-51A1C2BAD20B}"/>
                </a:ext>
              </a:extLst>
            </p:cNvPr>
            <p:cNvCxnSpPr/>
            <p:nvPr/>
          </p:nvCxnSpPr>
          <p:spPr>
            <a:xfrm rot="5400000">
              <a:off x="6074162" y="3429001"/>
              <a:ext cx="6857998" cy="0"/>
            </a:xfrm>
            <a:prstGeom prst="line">
              <a:avLst/>
            </a:prstGeom>
            <a:noFill/>
            <a:ln w="6350" cap="rnd" cmpd="sng" algn="ctr">
              <a:solidFill>
                <a:srgbClr val="E9D6F2">
                  <a:alpha val="43922"/>
                </a:srgbClr>
              </a:solidFill>
              <a:prstDash val="solid"/>
              <a:round/>
            </a:ln>
            <a:effectLst/>
          </p:spPr>
        </p:cxnSp>
        <p:cxnSp>
          <p:nvCxnSpPr>
            <p:cNvPr id="313" name="小李PPT11-36">
              <a:extLst>
                <a:ext uri="{FF2B5EF4-FFF2-40B4-BE49-F238E27FC236}">
                  <a16:creationId xmlns:a16="http://schemas.microsoft.com/office/drawing/2014/main" id="{277488F4-28EB-DBB0-868B-C75D2ED71605}"/>
                </a:ext>
              </a:extLst>
            </p:cNvPr>
            <p:cNvCxnSpPr/>
            <p:nvPr/>
          </p:nvCxnSpPr>
          <p:spPr>
            <a:xfrm rot="5400000">
              <a:off x="5720343" y="3429001"/>
              <a:ext cx="6857998" cy="0"/>
            </a:xfrm>
            <a:prstGeom prst="line">
              <a:avLst/>
            </a:prstGeom>
            <a:noFill/>
            <a:ln w="6350" cap="rnd" cmpd="sng" algn="ctr">
              <a:solidFill>
                <a:srgbClr val="E9D6F2">
                  <a:alpha val="43922"/>
                </a:srgbClr>
              </a:solidFill>
              <a:prstDash val="solid"/>
              <a:round/>
            </a:ln>
            <a:effectLst/>
          </p:spPr>
        </p:cxnSp>
        <p:cxnSp>
          <p:nvCxnSpPr>
            <p:cNvPr id="314" name="小李PPT11-37">
              <a:extLst>
                <a:ext uri="{FF2B5EF4-FFF2-40B4-BE49-F238E27FC236}">
                  <a16:creationId xmlns:a16="http://schemas.microsoft.com/office/drawing/2014/main" id="{87F177A2-A3F1-22FA-9DBD-ABFD01923873}"/>
                </a:ext>
              </a:extLst>
            </p:cNvPr>
            <p:cNvCxnSpPr/>
            <p:nvPr/>
          </p:nvCxnSpPr>
          <p:spPr>
            <a:xfrm rot="5400000">
              <a:off x="5366523" y="3429001"/>
              <a:ext cx="6857998" cy="0"/>
            </a:xfrm>
            <a:prstGeom prst="line">
              <a:avLst/>
            </a:prstGeom>
            <a:noFill/>
            <a:ln w="6350" cap="sq" cmpd="dbl" algn="ctr">
              <a:solidFill>
                <a:srgbClr val="E9D6F2">
                  <a:alpha val="43922"/>
                </a:srgbClr>
              </a:solidFill>
              <a:prstDash val="solid"/>
              <a:round/>
            </a:ln>
            <a:effectLst/>
          </p:spPr>
        </p:cxnSp>
        <p:cxnSp>
          <p:nvCxnSpPr>
            <p:cNvPr id="315" name="小李PPT11-38">
              <a:extLst>
                <a:ext uri="{FF2B5EF4-FFF2-40B4-BE49-F238E27FC236}">
                  <a16:creationId xmlns:a16="http://schemas.microsoft.com/office/drawing/2014/main" id="{0AECCCE5-CE1D-767C-75D0-BAF3B6E005EE}"/>
                </a:ext>
              </a:extLst>
            </p:cNvPr>
            <p:cNvCxnSpPr/>
            <p:nvPr/>
          </p:nvCxnSpPr>
          <p:spPr>
            <a:xfrm rot="5400000">
              <a:off x="5012704" y="3429001"/>
              <a:ext cx="6857998" cy="0"/>
            </a:xfrm>
            <a:prstGeom prst="line">
              <a:avLst/>
            </a:prstGeom>
            <a:noFill/>
            <a:ln w="6350" cap="rnd" cmpd="sng" algn="ctr">
              <a:solidFill>
                <a:srgbClr val="E9D6F2">
                  <a:alpha val="43922"/>
                </a:srgbClr>
              </a:solidFill>
              <a:prstDash val="solid"/>
              <a:round/>
            </a:ln>
            <a:effectLst/>
          </p:spPr>
        </p:cxnSp>
        <p:cxnSp>
          <p:nvCxnSpPr>
            <p:cNvPr id="316" name="小李PPT11-39">
              <a:extLst>
                <a:ext uri="{FF2B5EF4-FFF2-40B4-BE49-F238E27FC236}">
                  <a16:creationId xmlns:a16="http://schemas.microsoft.com/office/drawing/2014/main" id="{CB7F1A7A-E6A0-7A68-3F2B-34A01BDAC13B}"/>
                </a:ext>
              </a:extLst>
            </p:cNvPr>
            <p:cNvCxnSpPr/>
            <p:nvPr/>
          </p:nvCxnSpPr>
          <p:spPr>
            <a:xfrm rot="5400000">
              <a:off x="4658885" y="3429001"/>
              <a:ext cx="6857998" cy="0"/>
            </a:xfrm>
            <a:prstGeom prst="line">
              <a:avLst/>
            </a:prstGeom>
            <a:noFill/>
            <a:ln w="6350" cap="rnd" cmpd="sng" algn="ctr">
              <a:solidFill>
                <a:srgbClr val="E9D6F2">
                  <a:alpha val="43922"/>
                </a:srgbClr>
              </a:solidFill>
              <a:prstDash val="solid"/>
              <a:round/>
            </a:ln>
            <a:effectLst/>
          </p:spPr>
        </p:cxnSp>
        <p:cxnSp>
          <p:nvCxnSpPr>
            <p:cNvPr id="317" name="小李PPT11-40">
              <a:extLst>
                <a:ext uri="{FF2B5EF4-FFF2-40B4-BE49-F238E27FC236}">
                  <a16:creationId xmlns:a16="http://schemas.microsoft.com/office/drawing/2014/main" id="{9E312751-11DF-6422-C789-4B449ADC5DE9}"/>
                </a:ext>
              </a:extLst>
            </p:cNvPr>
            <p:cNvCxnSpPr/>
            <p:nvPr/>
          </p:nvCxnSpPr>
          <p:spPr>
            <a:xfrm rot="5400000">
              <a:off x="4305065" y="3429001"/>
              <a:ext cx="6857998" cy="0"/>
            </a:xfrm>
            <a:prstGeom prst="line">
              <a:avLst/>
            </a:prstGeom>
            <a:noFill/>
            <a:ln w="6350" cap="rnd" cmpd="sng" algn="ctr">
              <a:solidFill>
                <a:srgbClr val="E9D6F2">
                  <a:alpha val="43922"/>
                </a:srgbClr>
              </a:solidFill>
              <a:prstDash val="solid"/>
              <a:round/>
            </a:ln>
            <a:effectLst/>
          </p:spPr>
        </p:cxnSp>
        <p:cxnSp>
          <p:nvCxnSpPr>
            <p:cNvPr id="318" name="小李PPT11-41">
              <a:extLst>
                <a:ext uri="{FF2B5EF4-FFF2-40B4-BE49-F238E27FC236}">
                  <a16:creationId xmlns:a16="http://schemas.microsoft.com/office/drawing/2014/main" id="{F61C06DF-F39E-C689-56B9-7D96478DB0A2}"/>
                </a:ext>
              </a:extLst>
            </p:cNvPr>
            <p:cNvCxnSpPr/>
            <p:nvPr/>
          </p:nvCxnSpPr>
          <p:spPr>
            <a:xfrm rot="5400000">
              <a:off x="3951246" y="3429001"/>
              <a:ext cx="6857998" cy="0"/>
            </a:xfrm>
            <a:prstGeom prst="line">
              <a:avLst/>
            </a:prstGeom>
            <a:noFill/>
            <a:ln w="6350" cap="rnd" cmpd="sng" algn="ctr">
              <a:solidFill>
                <a:srgbClr val="E9D6F2">
                  <a:alpha val="43922"/>
                </a:srgbClr>
              </a:solidFill>
              <a:prstDash val="solid"/>
              <a:round/>
            </a:ln>
            <a:effectLst/>
          </p:spPr>
        </p:cxnSp>
        <p:cxnSp>
          <p:nvCxnSpPr>
            <p:cNvPr id="319" name="小李PPT11-42">
              <a:extLst>
                <a:ext uri="{FF2B5EF4-FFF2-40B4-BE49-F238E27FC236}">
                  <a16:creationId xmlns:a16="http://schemas.microsoft.com/office/drawing/2014/main" id="{821DE1F9-6A60-BD97-B7F4-92D265C76E6E}"/>
                </a:ext>
              </a:extLst>
            </p:cNvPr>
            <p:cNvCxnSpPr/>
            <p:nvPr/>
          </p:nvCxnSpPr>
          <p:spPr>
            <a:xfrm rot="5400000">
              <a:off x="3597426" y="3429001"/>
              <a:ext cx="6857998" cy="0"/>
            </a:xfrm>
            <a:prstGeom prst="line">
              <a:avLst/>
            </a:prstGeom>
            <a:noFill/>
            <a:ln w="6350" cap="rnd" cmpd="sng" algn="ctr">
              <a:solidFill>
                <a:srgbClr val="E9D6F2">
                  <a:alpha val="43922"/>
                </a:srgbClr>
              </a:solidFill>
              <a:prstDash val="solid"/>
              <a:round/>
            </a:ln>
            <a:effectLst/>
          </p:spPr>
        </p:cxnSp>
        <p:cxnSp>
          <p:nvCxnSpPr>
            <p:cNvPr id="320" name="小李PPT11-43">
              <a:extLst>
                <a:ext uri="{FF2B5EF4-FFF2-40B4-BE49-F238E27FC236}">
                  <a16:creationId xmlns:a16="http://schemas.microsoft.com/office/drawing/2014/main" id="{4DC49DD9-18C9-B5B1-AFC4-AAECE95C9F41}"/>
                </a:ext>
              </a:extLst>
            </p:cNvPr>
            <p:cNvCxnSpPr/>
            <p:nvPr/>
          </p:nvCxnSpPr>
          <p:spPr>
            <a:xfrm rot="5400000">
              <a:off x="3243607" y="3429001"/>
              <a:ext cx="6857998" cy="0"/>
            </a:xfrm>
            <a:prstGeom prst="line">
              <a:avLst/>
            </a:prstGeom>
            <a:noFill/>
            <a:ln w="6350" cap="rnd" cmpd="sng" algn="ctr">
              <a:solidFill>
                <a:srgbClr val="E9D6F2">
                  <a:alpha val="43922"/>
                </a:srgbClr>
              </a:solidFill>
              <a:prstDash val="solid"/>
              <a:round/>
            </a:ln>
            <a:effectLst/>
          </p:spPr>
        </p:cxnSp>
        <p:cxnSp>
          <p:nvCxnSpPr>
            <p:cNvPr id="321" name="小李PPT11-44">
              <a:extLst>
                <a:ext uri="{FF2B5EF4-FFF2-40B4-BE49-F238E27FC236}">
                  <a16:creationId xmlns:a16="http://schemas.microsoft.com/office/drawing/2014/main" id="{7F79D255-A1F0-9774-6C70-8389D2C97FDF}"/>
                </a:ext>
              </a:extLst>
            </p:cNvPr>
            <p:cNvCxnSpPr/>
            <p:nvPr/>
          </p:nvCxnSpPr>
          <p:spPr>
            <a:xfrm rot="5400000">
              <a:off x="2889789" y="3429001"/>
              <a:ext cx="6857998" cy="0"/>
            </a:xfrm>
            <a:prstGeom prst="line">
              <a:avLst/>
            </a:prstGeom>
            <a:noFill/>
            <a:ln w="6350" cap="rnd" cmpd="sng" algn="ctr">
              <a:solidFill>
                <a:srgbClr val="E9D6F2">
                  <a:alpha val="43922"/>
                </a:srgbClr>
              </a:solidFill>
              <a:prstDash val="solid"/>
              <a:round/>
            </a:ln>
            <a:effectLst/>
          </p:spPr>
        </p:cxnSp>
        <p:cxnSp>
          <p:nvCxnSpPr>
            <p:cNvPr id="322" name="小李PPT11-45">
              <a:extLst>
                <a:ext uri="{FF2B5EF4-FFF2-40B4-BE49-F238E27FC236}">
                  <a16:creationId xmlns:a16="http://schemas.microsoft.com/office/drawing/2014/main" id="{AF475B96-315D-746A-65A7-19DC016186CA}"/>
                </a:ext>
              </a:extLst>
            </p:cNvPr>
            <p:cNvCxnSpPr/>
            <p:nvPr/>
          </p:nvCxnSpPr>
          <p:spPr>
            <a:xfrm rot="5400000">
              <a:off x="2535969" y="3429001"/>
              <a:ext cx="6857998" cy="0"/>
            </a:xfrm>
            <a:prstGeom prst="line">
              <a:avLst/>
            </a:prstGeom>
            <a:noFill/>
            <a:ln w="6350" cap="rnd" cmpd="sng" algn="ctr">
              <a:solidFill>
                <a:srgbClr val="E9D6F2">
                  <a:alpha val="43922"/>
                </a:srgbClr>
              </a:solidFill>
              <a:prstDash val="solid"/>
              <a:round/>
            </a:ln>
            <a:effectLst/>
          </p:spPr>
        </p:cxnSp>
        <p:cxnSp>
          <p:nvCxnSpPr>
            <p:cNvPr id="323" name="小李PPT11-46">
              <a:extLst>
                <a:ext uri="{FF2B5EF4-FFF2-40B4-BE49-F238E27FC236}">
                  <a16:creationId xmlns:a16="http://schemas.microsoft.com/office/drawing/2014/main" id="{781B8F5A-DC8E-1A21-CDAF-9A4AC6FE1570}"/>
                </a:ext>
              </a:extLst>
            </p:cNvPr>
            <p:cNvCxnSpPr/>
            <p:nvPr/>
          </p:nvCxnSpPr>
          <p:spPr>
            <a:xfrm>
              <a:off x="0" y="5868315"/>
              <a:ext cx="12192000" cy="0"/>
            </a:xfrm>
            <a:prstGeom prst="line">
              <a:avLst/>
            </a:prstGeom>
            <a:noFill/>
            <a:ln w="6350" cap="rnd" cmpd="sng" algn="ctr">
              <a:solidFill>
                <a:srgbClr val="E9D6F2">
                  <a:alpha val="43922"/>
                </a:srgbClr>
              </a:solidFill>
              <a:prstDash val="solid"/>
              <a:round/>
            </a:ln>
            <a:effectLst/>
          </p:spPr>
        </p:cxnSp>
        <p:cxnSp>
          <p:nvCxnSpPr>
            <p:cNvPr id="324" name="小李PPT11-47">
              <a:extLst>
                <a:ext uri="{FF2B5EF4-FFF2-40B4-BE49-F238E27FC236}">
                  <a16:creationId xmlns:a16="http://schemas.microsoft.com/office/drawing/2014/main" id="{96479C3C-8F94-6780-E275-3B6ACB320E08}"/>
                </a:ext>
              </a:extLst>
            </p:cNvPr>
            <p:cNvCxnSpPr/>
            <p:nvPr/>
          </p:nvCxnSpPr>
          <p:spPr>
            <a:xfrm>
              <a:off x="0" y="6217616"/>
              <a:ext cx="12192000" cy="0"/>
            </a:xfrm>
            <a:prstGeom prst="line">
              <a:avLst/>
            </a:prstGeom>
            <a:noFill/>
            <a:ln w="6350" cap="rnd" cmpd="sng" algn="ctr">
              <a:solidFill>
                <a:srgbClr val="E9D6F2">
                  <a:alpha val="43922"/>
                </a:srgbClr>
              </a:solidFill>
              <a:prstDash val="solid"/>
              <a:round/>
            </a:ln>
            <a:effectLst/>
          </p:spPr>
        </p:cxnSp>
        <p:cxnSp>
          <p:nvCxnSpPr>
            <p:cNvPr id="325" name="小李PPT11-48">
              <a:extLst>
                <a:ext uri="{FF2B5EF4-FFF2-40B4-BE49-F238E27FC236}">
                  <a16:creationId xmlns:a16="http://schemas.microsoft.com/office/drawing/2014/main" id="{E1E294E3-8556-D46B-FF78-3E32C6CFAC92}"/>
                </a:ext>
              </a:extLst>
            </p:cNvPr>
            <p:cNvCxnSpPr/>
            <p:nvPr/>
          </p:nvCxnSpPr>
          <p:spPr>
            <a:xfrm>
              <a:off x="0" y="6566917"/>
              <a:ext cx="12192000" cy="0"/>
            </a:xfrm>
            <a:prstGeom prst="line">
              <a:avLst/>
            </a:prstGeom>
            <a:noFill/>
            <a:ln w="6350" cap="rnd" cmpd="sng" algn="ctr">
              <a:solidFill>
                <a:srgbClr val="E9D6F2">
                  <a:alpha val="43922"/>
                </a:srgbClr>
              </a:solidFill>
              <a:prstDash val="solid"/>
              <a:round/>
            </a:ln>
            <a:effectLst/>
          </p:spPr>
        </p:cxnSp>
        <p:cxnSp>
          <p:nvCxnSpPr>
            <p:cNvPr id="326" name="小李PPT11-49">
              <a:extLst>
                <a:ext uri="{FF2B5EF4-FFF2-40B4-BE49-F238E27FC236}">
                  <a16:creationId xmlns:a16="http://schemas.microsoft.com/office/drawing/2014/main" id="{7346756B-3873-E60D-A288-7E9A8DFEA634}"/>
                </a:ext>
              </a:extLst>
            </p:cNvPr>
            <p:cNvCxnSpPr/>
            <p:nvPr/>
          </p:nvCxnSpPr>
          <p:spPr>
            <a:xfrm rot="5400000">
              <a:off x="8532255" y="3429001"/>
              <a:ext cx="6857998" cy="0"/>
            </a:xfrm>
            <a:prstGeom prst="line">
              <a:avLst/>
            </a:prstGeom>
            <a:noFill/>
            <a:ln w="6350" cap="rnd" cmpd="sng" algn="ctr">
              <a:solidFill>
                <a:srgbClr val="E9D6F2">
                  <a:alpha val="43922"/>
                </a:srgbClr>
              </a:solidFill>
              <a:prstDash val="solid"/>
              <a:round/>
            </a:ln>
            <a:effectLst/>
          </p:spPr>
        </p:cxnSp>
        <p:cxnSp>
          <p:nvCxnSpPr>
            <p:cNvPr id="327" name="小李PPT11-50">
              <a:extLst>
                <a:ext uri="{FF2B5EF4-FFF2-40B4-BE49-F238E27FC236}">
                  <a16:creationId xmlns:a16="http://schemas.microsoft.com/office/drawing/2014/main" id="{0A6E9455-03E3-BADC-DDE6-9A8E6C11EF94}"/>
                </a:ext>
              </a:extLst>
            </p:cNvPr>
            <p:cNvCxnSpPr/>
            <p:nvPr/>
          </p:nvCxnSpPr>
          <p:spPr>
            <a:xfrm rot="5400000">
              <a:off x="8178436" y="3429001"/>
              <a:ext cx="6857998" cy="0"/>
            </a:xfrm>
            <a:prstGeom prst="line">
              <a:avLst/>
            </a:prstGeom>
            <a:noFill/>
            <a:ln w="6350" cap="rnd" cmpd="sng" algn="ctr">
              <a:solidFill>
                <a:srgbClr val="E9D6F2">
                  <a:alpha val="43922"/>
                </a:srgbClr>
              </a:solidFill>
              <a:prstDash val="solid"/>
              <a:round/>
            </a:ln>
            <a:effectLst/>
          </p:spPr>
        </p:cxnSp>
        <p:cxnSp>
          <p:nvCxnSpPr>
            <p:cNvPr id="328" name="小李PPT11-51">
              <a:extLst>
                <a:ext uri="{FF2B5EF4-FFF2-40B4-BE49-F238E27FC236}">
                  <a16:creationId xmlns:a16="http://schemas.microsoft.com/office/drawing/2014/main" id="{2225C28C-74AF-D02A-A946-AF945155C451}"/>
                </a:ext>
              </a:extLst>
            </p:cNvPr>
            <p:cNvCxnSpPr/>
            <p:nvPr/>
          </p:nvCxnSpPr>
          <p:spPr>
            <a:xfrm rot="5400000">
              <a:off x="7824616" y="3429001"/>
              <a:ext cx="6857998" cy="0"/>
            </a:xfrm>
            <a:prstGeom prst="line">
              <a:avLst/>
            </a:prstGeom>
            <a:noFill/>
            <a:ln w="6350" cap="rnd" cmpd="sng" algn="ctr">
              <a:solidFill>
                <a:srgbClr val="E9D6F2">
                  <a:alpha val="43922"/>
                </a:srgbClr>
              </a:solidFill>
              <a:prstDash val="solid"/>
              <a:round/>
            </a:ln>
            <a:effectLst/>
          </p:spPr>
        </p:cxnSp>
        <p:cxnSp>
          <p:nvCxnSpPr>
            <p:cNvPr id="329" name="小李PPT11-52">
              <a:extLst>
                <a:ext uri="{FF2B5EF4-FFF2-40B4-BE49-F238E27FC236}">
                  <a16:creationId xmlns:a16="http://schemas.microsoft.com/office/drawing/2014/main" id="{36812C8E-00B0-954B-26D4-E52E0009D8D6}"/>
                </a:ext>
              </a:extLst>
            </p:cNvPr>
            <p:cNvCxnSpPr/>
            <p:nvPr/>
          </p:nvCxnSpPr>
          <p:spPr>
            <a:xfrm rot="5400000">
              <a:off x="7470797" y="3429001"/>
              <a:ext cx="6857998" cy="0"/>
            </a:xfrm>
            <a:prstGeom prst="line">
              <a:avLst/>
            </a:prstGeom>
            <a:noFill/>
            <a:ln w="6350" cap="rnd" cmpd="sng" algn="ctr">
              <a:solidFill>
                <a:srgbClr val="E9D6F2">
                  <a:alpha val="43922"/>
                </a:srgbClr>
              </a:solidFill>
              <a:prstDash val="solid"/>
              <a:round/>
            </a:ln>
            <a:effectLst/>
          </p:spPr>
        </p:cxnSp>
        <p:cxnSp>
          <p:nvCxnSpPr>
            <p:cNvPr id="330" name="小李PPT11-53">
              <a:extLst>
                <a:ext uri="{FF2B5EF4-FFF2-40B4-BE49-F238E27FC236}">
                  <a16:creationId xmlns:a16="http://schemas.microsoft.com/office/drawing/2014/main" id="{AAA0CBAD-C7A5-2E8C-B487-49E82FAF197F}"/>
                </a:ext>
              </a:extLst>
            </p:cNvPr>
            <p:cNvCxnSpPr/>
            <p:nvPr/>
          </p:nvCxnSpPr>
          <p:spPr>
            <a:xfrm rot="5400000">
              <a:off x="7116978" y="3429001"/>
              <a:ext cx="6857998" cy="0"/>
            </a:xfrm>
            <a:prstGeom prst="line">
              <a:avLst/>
            </a:prstGeom>
            <a:noFill/>
            <a:ln w="6350" cap="rnd" cmpd="sng" algn="ctr">
              <a:solidFill>
                <a:srgbClr val="E9D6F2">
                  <a:alpha val="43922"/>
                </a:srgbClr>
              </a:solidFill>
              <a:prstDash val="solid"/>
              <a:round/>
            </a:ln>
            <a:effectLst/>
          </p:spPr>
        </p:cxnSp>
      </p:grpSp>
      <p:grpSp>
        <p:nvGrpSpPr>
          <p:cNvPr id="332" name="组合 331">
            <a:extLst>
              <a:ext uri="{FF2B5EF4-FFF2-40B4-BE49-F238E27FC236}">
                <a16:creationId xmlns:a16="http://schemas.microsoft.com/office/drawing/2014/main" id="{48CB0609-70FF-2A70-3406-9F56BA4134F6}"/>
              </a:ext>
            </a:extLst>
          </p:cNvPr>
          <p:cNvGrpSpPr/>
          <p:nvPr/>
        </p:nvGrpSpPr>
        <p:grpSpPr>
          <a:xfrm>
            <a:off x="192793" y="185088"/>
            <a:ext cx="5541145" cy="731415"/>
            <a:chOff x="412929" y="337490"/>
            <a:chExt cx="5638629" cy="779029"/>
          </a:xfrm>
        </p:grpSpPr>
        <p:grpSp>
          <p:nvGrpSpPr>
            <p:cNvPr id="68" name="组合 67">
              <a:extLst>
                <a:ext uri="{FF2B5EF4-FFF2-40B4-BE49-F238E27FC236}">
                  <a16:creationId xmlns:a16="http://schemas.microsoft.com/office/drawing/2014/main" id="{DEAD473B-E94B-4204-C07D-2B71699982A3}"/>
                </a:ext>
              </a:extLst>
            </p:cNvPr>
            <p:cNvGrpSpPr/>
            <p:nvPr/>
          </p:nvGrpSpPr>
          <p:grpSpPr>
            <a:xfrm>
              <a:off x="412929" y="337490"/>
              <a:ext cx="5638629" cy="779029"/>
              <a:chOff x="392813" y="373931"/>
              <a:chExt cx="3163915" cy="483849"/>
            </a:xfrm>
          </p:grpSpPr>
          <p:sp>
            <p:nvSpPr>
              <p:cNvPr id="27" name="任意多边形: 形状 61">
                <a:extLst>
                  <a:ext uri="{FF2B5EF4-FFF2-40B4-BE49-F238E27FC236}">
                    <a16:creationId xmlns:a16="http://schemas.microsoft.com/office/drawing/2014/main" id="{4568F332-B380-6EC4-9315-8C954162131A}"/>
                  </a:ext>
                </a:extLst>
              </p:cNvPr>
              <p:cNvSpPr/>
              <p:nvPr/>
            </p:nvSpPr>
            <p:spPr>
              <a:xfrm>
                <a:off x="522287" y="427864"/>
                <a:ext cx="3034441" cy="375982"/>
              </a:xfrm>
              <a:prstGeom prst="parallelogram">
                <a:avLst>
                  <a:gd name="adj" fmla="val 52926"/>
                </a:avLst>
              </a:prstGeom>
              <a:gradFill flip="none" rotWithShape="1">
                <a:gsLst>
                  <a:gs pos="0">
                    <a:srgbClr val="FFFFFF"/>
                  </a:gs>
                  <a:gs pos="100000">
                    <a:srgbClr val="BB39A0">
                      <a:alpha val="84000"/>
                    </a:srgbClr>
                  </a:gs>
                </a:gsLst>
                <a:lin ang="10800000" scaled="1"/>
                <a:tileRect/>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2" name="任意多边形: 形状 61">
                <a:extLst>
                  <a:ext uri="{FF2B5EF4-FFF2-40B4-BE49-F238E27FC236}">
                    <a16:creationId xmlns:a16="http://schemas.microsoft.com/office/drawing/2014/main" id="{B4D704B6-5055-FA81-4A4E-ED7DBFD438E4}"/>
                  </a:ext>
                </a:extLst>
              </p:cNvPr>
              <p:cNvSpPr/>
              <p:nvPr/>
            </p:nvSpPr>
            <p:spPr>
              <a:xfrm>
                <a:off x="392813" y="399042"/>
                <a:ext cx="221149" cy="260109"/>
              </a:xfrm>
              <a:prstGeom prst="parallelogram">
                <a:avLst>
                  <a:gd name="adj" fmla="val 64309"/>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任意多边形: 形状 61">
                <a:extLst>
                  <a:ext uri="{FF2B5EF4-FFF2-40B4-BE49-F238E27FC236}">
                    <a16:creationId xmlns:a16="http://schemas.microsoft.com/office/drawing/2014/main" id="{A5B511BF-BB56-51CC-5CE5-FD63596A28A8}"/>
                  </a:ext>
                </a:extLst>
              </p:cNvPr>
              <p:cNvSpPr/>
              <p:nvPr/>
            </p:nvSpPr>
            <p:spPr>
              <a:xfrm>
                <a:off x="407458" y="373931"/>
                <a:ext cx="413280" cy="483849"/>
              </a:xfrm>
              <a:prstGeom prst="parallelogram">
                <a:avLst>
                  <a:gd name="adj" fmla="val 61503"/>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331" name="小李PPT1">
              <a:extLst>
                <a:ext uri="{FF2B5EF4-FFF2-40B4-BE49-F238E27FC236}">
                  <a16:creationId xmlns:a16="http://schemas.microsoft.com/office/drawing/2014/main" id="{60296E81-9909-1F74-9C79-5EB97E854FAC}"/>
                </a:ext>
              </a:extLst>
            </p:cNvPr>
            <p:cNvSpPr txBox="1"/>
            <p:nvPr/>
          </p:nvSpPr>
          <p:spPr>
            <a:xfrm>
              <a:off x="1033485" y="401778"/>
              <a:ext cx="3521030" cy="667385"/>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200" noProof="0" dirty="0">
                  <a:ln>
                    <a:noFill/>
                  </a:ln>
                  <a:solidFill>
                    <a:schemeClr val="tx1">
                      <a:lumMod val="95000"/>
                      <a:lumOff val="5000"/>
                    </a:schemeClr>
                  </a:solidFill>
                  <a:effectLst/>
                  <a:uLnTx/>
                  <a:uFillTx/>
                  <a:latin typeface="汉仪劲楷简" panose="00020600040101010101" charset="-122"/>
                  <a:ea typeface="汉仪劲楷简" panose="00020600040101010101" charset="-122"/>
                  <a:sym typeface="+mn-ea"/>
                </a:rPr>
                <a:t>2.1 </a:t>
              </a:r>
              <a:r>
                <a:rPr lang="zh-CN" altLang="en-US" sz="3200" noProof="0" dirty="0">
                  <a:ln>
                    <a:noFill/>
                  </a:ln>
                  <a:solidFill>
                    <a:schemeClr val="tx1">
                      <a:lumMod val="95000"/>
                      <a:lumOff val="5000"/>
                    </a:schemeClr>
                  </a:solidFill>
                  <a:effectLst/>
                  <a:uLnTx/>
                  <a:uFillTx/>
                  <a:latin typeface="汉仪劲楷简" panose="00020600040101010101" charset="-122"/>
                  <a:ea typeface="汉仪劲楷简" panose="00020600040101010101" charset="-122"/>
                  <a:sym typeface="+mn-ea"/>
                </a:rPr>
                <a:t>数据来源</a:t>
              </a:r>
            </a:p>
          </p:txBody>
        </p:sp>
      </p:grpSp>
      <p:pic>
        <p:nvPicPr>
          <p:cNvPr id="18" name="图片 17" descr="图片包含 桌子, 小, 蛋糕, 蓝色&#10;&#10;描述已自动生成">
            <a:extLst>
              <a:ext uri="{FF2B5EF4-FFF2-40B4-BE49-F238E27FC236}">
                <a16:creationId xmlns:a16="http://schemas.microsoft.com/office/drawing/2014/main" id="{AB1D1039-27DB-2B41-FBFE-19FF976D648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618230" y="223047"/>
            <a:ext cx="1334417" cy="667209"/>
          </a:xfrm>
          <a:prstGeom prst="rect">
            <a:avLst/>
          </a:prstGeom>
        </p:spPr>
      </p:pic>
      <p:pic>
        <p:nvPicPr>
          <p:cNvPr id="334" name="图片 333" descr="e4f8873b48c92a912ad2b76d31d4d59">
            <a:extLst>
              <a:ext uri="{FF2B5EF4-FFF2-40B4-BE49-F238E27FC236}">
                <a16:creationId xmlns:a16="http://schemas.microsoft.com/office/drawing/2014/main" id="{BCB23CF7-1F66-1D05-9CE3-30C4BBFA903D}"/>
              </a:ext>
            </a:extLst>
          </p:cNvPr>
          <p:cNvPicPr>
            <a:picLocks noChangeAspect="1"/>
          </p:cNvPicPr>
          <p:nvPr/>
        </p:nvPicPr>
        <p:blipFill>
          <a:blip r:embed="rId16"/>
          <a:stretch>
            <a:fillRect/>
          </a:stretch>
        </p:blipFill>
        <p:spPr>
          <a:xfrm>
            <a:off x="9728122" y="193111"/>
            <a:ext cx="708660" cy="708660"/>
          </a:xfrm>
          <a:prstGeom prst="rect">
            <a:avLst/>
          </a:prstGeom>
        </p:spPr>
      </p:pic>
      <p:grpSp>
        <p:nvGrpSpPr>
          <p:cNvPr id="335" name="组合 334">
            <a:extLst>
              <a:ext uri="{FF2B5EF4-FFF2-40B4-BE49-F238E27FC236}">
                <a16:creationId xmlns:a16="http://schemas.microsoft.com/office/drawing/2014/main" id="{3FCA09F8-FBF9-D014-4D7A-7578A8F09146}"/>
              </a:ext>
            </a:extLst>
          </p:cNvPr>
          <p:cNvGrpSpPr/>
          <p:nvPr/>
        </p:nvGrpSpPr>
        <p:grpSpPr>
          <a:xfrm>
            <a:off x="7354620" y="305784"/>
            <a:ext cx="2162937" cy="506745"/>
            <a:chOff x="7239" y="4557"/>
            <a:chExt cx="3500" cy="820"/>
          </a:xfrm>
          <a:gradFill>
            <a:gsLst>
              <a:gs pos="0">
                <a:srgbClr val="923EBA"/>
              </a:gs>
              <a:gs pos="96000">
                <a:srgbClr val="F7F0FA"/>
              </a:gs>
            </a:gsLst>
            <a:lin ang="10800000" scaled="0"/>
          </a:gradFill>
        </p:grpSpPr>
        <p:sp>
          <p:nvSpPr>
            <p:cNvPr id="336" name="燕尾形 25">
              <a:extLst>
                <a:ext uri="{FF2B5EF4-FFF2-40B4-BE49-F238E27FC236}">
                  <a16:creationId xmlns:a16="http://schemas.microsoft.com/office/drawing/2014/main" id="{AF22FDF5-8757-453D-6866-D0167DB67BC3}"/>
                </a:ext>
              </a:extLst>
            </p:cNvPr>
            <p:cNvSpPr/>
            <p:nvPr/>
          </p:nvSpPr>
          <p:spPr>
            <a:xfrm>
              <a:off x="72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7" name="燕尾形 67">
              <a:extLst>
                <a:ext uri="{FF2B5EF4-FFF2-40B4-BE49-F238E27FC236}">
                  <a16:creationId xmlns:a16="http://schemas.microsoft.com/office/drawing/2014/main" id="{3D9A2FEE-E11C-54D3-7206-76A4D85A3C86}"/>
                </a:ext>
              </a:extLst>
            </p:cNvPr>
            <p:cNvSpPr/>
            <p:nvPr/>
          </p:nvSpPr>
          <p:spPr>
            <a:xfrm>
              <a:off x="79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8" name="燕尾形 68">
              <a:extLst>
                <a:ext uri="{FF2B5EF4-FFF2-40B4-BE49-F238E27FC236}">
                  <a16:creationId xmlns:a16="http://schemas.microsoft.com/office/drawing/2014/main" id="{12C0406F-FBDA-2A3F-CEB6-3AA17989E84D}"/>
                </a:ext>
              </a:extLst>
            </p:cNvPr>
            <p:cNvSpPr/>
            <p:nvPr/>
          </p:nvSpPr>
          <p:spPr>
            <a:xfrm>
              <a:off x="86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9" name="燕尾形 69">
              <a:extLst>
                <a:ext uri="{FF2B5EF4-FFF2-40B4-BE49-F238E27FC236}">
                  <a16:creationId xmlns:a16="http://schemas.microsoft.com/office/drawing/2014/main" id="{8BC960A3-4D4E-BF0F-1275-02E83D81B554}"/>
                </a:ext>
              </a:extLst>
            </p:cNvPr>
            <p:cNvSpPr/>
            <p:nvPr/>
          </p:nvSpPr>
          <p:spPr>
            <a:xfrm>
              <a:off x="93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40" name="燕尾形 77">
              <a:extLst>
                <a:ext uri="{FF2B5EF4-FFF2-40B4-BE49-F238E27FC236}">
                  <a16:creationId xmlns:a16="http://schemas.microsoft.com/office/drawing/2014/main" id="{53C60A93-71F9-9093-80FE-03C8C04849D1}"/>
                </a:ext>
              </a:extLst>
            </p:cNvPr>
            <p:cNvSpPr/>
            <p:nvPr/>
          </p:nvSpPr>
          <p:spPr>
            <a:xfrm>
              <a:off x="100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2" name="矩形: 圆角 1">
            <a:extLst>
              <a:ext uri="{FF2B5EF4-FFF2-40B4-BE49-F238E27FC236}">
                <a16:creationId xmlns:a16="http://schemas.microsoft.com/office/drawing/2014/main" id="{EA03F0AD-8BD9-3B86-FF77-95360461F938}"/>
              </a:ext>
            </a:extLst>
          </p:cNvPr>
          <p:cNvSpPr/>
          <p:nvPr/>
        </p:nvSpPr>
        <p:spPr>
          <a:xfrm>
            <a:off x="4679980" y="865509"/>
            <a:ext cx="2832040" cy="860402"/>
          </a:xfrm>
          <a:prstGeom prst="roundRect">
            <a:avLst/>
          </a:prstGeom>
          <a:solidFill>
            <a:srgbClr val="CCB4D7">
              <a:alpha val="8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rgbClr val="C00000"/>
                </a:solidFill>
                <a:latin typeface="汉仪劲楷简" panose="00020600040101010101" charset="-122"/>
                <a:ea typeface="汉仪劲楷简" panose="00020600040101010101" charset="-122"/>
              </a:rPr>
              <a:t>公开数据集</a:t>
            </a:r>
            <a:endParaRPr lang="zh-CN" altLang="en-US" sz="2000" dirty="0">
              <a:solidFill>
                <a:schemeClr val="tx1">
                  <a:lumMod val="95000"/>
                  <a:lumOff val="5000"/>
                </a:schemeClr>
              </a:solidFill>
              <a:latin typeface="汉仪劲楷简" panose="00020600040101010101" charset="-122"/>
              <a:ea typeface="汉仪劲楷简" panose="00020600040101010101" charset="-122"/>
            </a:endParaRPr>
          </a:p>
        </p:txBody>
      </p:sp>
      <p:sp>
        <p:nvSpPr>
          <p:cNvPr id="3" name="AutoShape 2">
            <a:extLst>
              <a:ext uri="{FF2B5EF4-FFF2-40B4-BE49-F238E27FC236}">
                <a16:creationId xmlns:a16="http://schemas.microsoft.com/office/drawing/2014/main" id="{C998ECE0-0CA7-34A8-5FA1-5FDBC008A384}"/>
              </a:ext>
            </a:extLst>
          </p:cNvPr>
          <p:cNvSpPr>
            <a:spLocks noChangeAspect="1" noChangeArrowheads="1"/>
          </p:cNvSpPr>
          <p:nvPr/>
        </p:nvSpPr>
        <p:spPr bwMode="auto">
          <a:xfrm>
            <a:off x="2026114" y="410838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矩形: 圆角 30">
            <a:extLst>
              <a:ext uri="{FF2B5EF4-FFF2-40B4-BE49-F238E27FC236}">
                <a16:creationId xmlns:a16="http://schemas.microsoft.com/office/drawing/2014/main" id="{9A0F068D-C9EC-7AEC-3BB9-4D38229B56D0}"/>
              </a:ext>
            </a:extLst>
          </p:cNvPr>
          <p:cNvSpPr/>
          <p:nvPr/>
        </p:nvSpPr>
        <p:spPr>
          <a:xfrm>
            <a:off x="461487" y="926145"/>
            <a:ext cx="3410885" cy="736041"/>
          </a:xfrm>
          <a:prstGeom prst="roundRect">
            <a:avLst/>
          </a:prstGeom>
          <a:solidFill>
            <a:srgbClr val="8EA0CC">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2000" b="1" dirty="0">
                <a:solidFill>
                  <a:srgbClr val="2968D0"/>
                </a:solidFill>
                <a:latin typeface="Arial" panose="020B0604020202020204" pitchFamily="34" charset="0"/>
              </a:rPr>
              <a:t>SNAP</a:t>
            </a:r>
            <a:r>
              <a:rPr lang="zh-CN" altLang="en-US" sz="2000" b="1" dirty="0">
                <a:solidFill>
                  <a:srgbClr val="2968D0"/>
                </a:solidFill>
                <a:latin typeface="Arial" panose="020B0604020202020204" pitchFamily="34" charset="0"/>
              </a:rPr>
              <a:t>：</a:t>
            </a:r>
            <a:endParaRPr lang="en-US" altLang="zh-CN" sz="2000" b="1" dirty="0">
              <a:solidFill>
                <a:srgbClr val="2968D0"/>
              </a:solidFill>
              <a:latin typeface="Arial" panose="020B0604020202020204" pitchFamily="34" charset="0"/>
            </a:endParaRPr>
          </a:p>
          <a:p>
            <a:pPr algn="ctr"/>
            <a:r>
              <a:rPr lang="en-US" altLang="zh-CN" sz="2000" b="1" dirty="0">
                <a:solidFill>
                  <a:srgbClr val="2968D0"/>
                </a:solidFill>
                <a:latin typeface="Arial" panose="020B0604020202020204" pitchFamily="34" charset="0"/>
              </a:rPr>
              <a:t>Social circles</a:t>
            </a:r>
            <a:r>
              <a:rPr lang="en-US" altLang="zh-CN" sz="2000" b="1" i="0" dirty="0">
                <a:solidFill>
                  <a:srgbClr val="2968D0"/>
                </a:solidFill>
                <a:effectLst/>
                <a:latin typeface="Arial" panose="020B0604020202020204" pitchFamily="34" charset="0"/>
              </a:rPr>
              <a:t>: Facebook</a:t>
            </a:r>
          </a:p>
        </p:txBody>
      </p:sp>
      <p:sp>
        <p:nvSpPr>
          <p:cNvPr id="32" name="矩形: 圆角 31">
            <a:extLst>
              <a:ext uri="{FF2B5EF4-FFF2-40B4-BE49-F238E27FC236}">
                <a16:creationId xmlns:a16="http://schemas.microsoft.com/office/drawing/2014/main" id="{45047A06-F4CC-8611-FC65-F1F995096677}"/>
              </a:ext>
            </a:extLst>
          </p:cNvPr>
          <p:cNvSpPr/>
          <p:nvPr/>
        </p:nvSpPr>
        <p:spPr>
          <a:xfrm>
            <a:off x="8250922" y="932139"/>
            <a:ext cx="3416855" cy="726919"/>
          </a:xfrm>
          <a:prstGeom prst="roundRect">
            <a:avLst/>
          </a:prstGeom>
          <a:solidFill>
            <a:srgbClr val="8EA0CC">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2000" b="1" dirty="0">
                <a:solidFill>
                  <a:srgbClr val="2968D0"/>
                </a:solidFill>
                <a:latin typeface="Arial" panose="020B0604020202020204" pitchFamily="34" charset="0"/>
              </a:rPr>
              <a:t>Kaggle</a:t>
            </a:r>
            <a:r>
              <a:rPr lang="zh-CN" altLang="en-US" sz="2000" b="1" dirty="0">
                <a:solidFill>
                  <a:srgbClr val="2968D0"/>
                </a:solidFill>
                <a:latin typeface="Arial" panose="020B0604020202020204" pitchFamily="34" charset="0"/>
              </a:rPr>
              <a:t>：</a:t>
            </a:r>
            <a:r>
              <a:rPr lang="en-US" altLang="zh-CN" sz="2000" b="1" dirty="0">
                <a:solidFill>
                  <a:srgbClr val="2968D0"/>
                </a:solidFill>
                <a:latin typeface="Arial" panose="020B0604020202020204" pitchFamily="34" charset="0"/>
              </a:rPr>
              <a:t>ELECTORAL BONDS (2019-2024)</a:t>
            </a:r>
          </a:p>
        </p:txBody>
      </p:sp>
      <p:cxnSp>
        <p:nvCxnSpPr>
          <p:cNvPr id="75" name="连接符: 肘形 74">
            <a:extLst>
              <a:ext uri="{FF2B5EF4-FFF2-40B4-BE49-F238E27FC236}">
                <a16:creationId xmlns:a16="http://schemas.microsoft.com/office/drawing/2014/main" id="{53064AFA-5A7B-41D1-EB06-BA8986AAAF77}"/>
              </a:ext>
            </a:extLst>
          </p:cNvPr>
          <p:cNvCxnSpPr>
            <a:cxnSpLocks/>
            <a:stCxn id="2" idx="1"/>
            <a:endCxn id="31" idx="3"/>
          </p:cNvCxnSpPr>
          <p:nvPr/>
        </p:nvCxnSpPr>
        <p:spPr>
          <a:xfrm rot="10800000">
            <a:off x="3872372" y="1294166"/>
            <a:ext cx="807608" cy="1544"/>
          </a:xfrm>
          <a:prstGeom prst="bentConnector3">
            <a:avLst>
              <a:gd name="adj1" fmla="val 50000"/>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9" name="连接符: 肘形 78">
            <a:extLst>
              <a:ext uri="{FF2B5EF4-FFF2-40B4-BE49-F238E27FC236}">
                <a16:creationId xmlns:a16="http://schemas.microsoft.com/office/drawing/2014/main" id="{45CAB5CD-D61F-2AF0-91EE-0DCB429260CD}"/>
              </a:ext>
            </a:extLst>
          </p:cNvPr>
          <p:cNvCxnSpPr>
            <a:cxnSpLocks/>
            <a:stCxn id="2" idx="3"/>
            <a:endCxn id="32" idx="1"/>
          </p:cNvCxnSpPr>
          <p:nvPr/>
        </p:nvCxnSpPr>
        <p:spPr>
          <a:xfrm flipV="1">
            <a:off x="7512020" y="1295599"/>
            <a:ext cx="738902" cy="111"/>
          </a:xfrm>
          <a:prstGeom prst="bentConnector3">
            <a:avLst>
              <a:gd name="adj1" fmla="val 50000"/>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sp>
        <p:nvSpPr>
          <p:cNvPr id="85" name="矩形: 圆角 84">
            <a:extLst>
              <a:ext uri="{FF2B5EF4-FFF2-40B4-BE49-F238E27FC236}">
                <a16:creationId xmlns:a16="http://schemas.microsoft.com/office/drawing/2014/main" id="{131763AF-32AD-C59D-B63E-40513036212A}"/>
              </a:ext>
            </a:extLst>
          </p:cNvPr>
          <p:cNvSpPr/>
          <p:nvPr/>
        </p:nvSpPr>
        <p:spPr>
          <a:xfrm>
            <a:off x="4773534" y="2002416"/>
            <a:ext cx="2655959" cy="736041"/>
          </a:xfrm>
          <a:prstGeom prst="roundRect">
            <a:avLst/>
          </a:prstGeom>
          <a:solidFill>
            <a:srgbClr val="8EA0CC">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zh-CN" altLang="en-US" sz="2000" b="1" dirty="0">
                <a:solidFill>
                  <a:srgbClr val="2968D0"/>
                </a:solidFill>
                <a:latin typeface="Arial" panose="020B0604020202020204" pitchFamily="34" charset="0"/>
              </a:rPr>
              <a:t>从 </a:t>
            </a:r>
            <a:r>
              <a:rPr lang="en-US" altLang="zh-CN" sz="2000" b="1" dirty="0">
                <a:solidFill>
                  <a:srgbClr val="2968D0"/>
                </a:solidFill>
                <a:latin typeface="Arial" panose="020B0604020202020204" pitchFamily="34" charset="0"/>
              </a:rPr>
              <a:t>Wikipedia </a:t>
            </a:r>
            <a:r>
              <a:rPr lang="zh-CN" altLang="en-US" sz="2000" b="1" dirty="0">
                <a:solidFill>
                  <a:srgbClr val="2968D0"/>
                </a:solidFill>
                <a:latin typeface="Arial" panose="020B0604020202020204" pitchFamily="34" charset="0"/>
              </a:rPr>
              <a:t>导出</a:t>
            </a:r>
            <a:endParaRPr lang="en-US" altLang="zh-CN" sz="2000" b="1" dirty="0">
              <a:solidFill>
                <a:srgbClr val="2968D0"/>
              </a:solidFill>
              <a:latin typeface="Arial" panose="020B0604020202020204" pitchFamily="34" charset="0"/>
            </a:endParaRPr>
          </a:p>
          <a:p>
            <a:pPr algn="ctr"/>
            <a:r>
              <a:rPr lang="zh-CN" altLang="en-US" sz="2000" b="1" dirty="0">
                <a:solidFill>
                  <a:srgbClr val="2968D0"/>
                </a:solidFill>
                <a:latin typeface="Arial" panose="020B0604020202020204" pitchFamily="34" charset="0"/>
              </a:rPr>
              <a:t>所有政党的百科</a:t>
            </a:r>
          </a:p>
        </p:txBody>
      </p:sp>
      <p:cxnSp>
        <p:nvCxnSpPr>
          <p:cNvPr id="93" name="直接箭头连接符 92">
            <a:extLst>
              <a:ext uri="{FF2B5EF4-FFF2-40B4-BE49-F238E27FC236}">
                <a16:creationId xmlns:a16="http://schemas.microsoft.com/office/drawing/2014/main" id="{3FA1772E-E3F9-3D2B-472C-A099899DB313}"/>
              </a:ext>
            </a:extLst>
          </p:cNvPr>
          <p:cNvCxnSpPr>
            <a:cxnSpLocks/>
            <a:stCxn id="2" idx="2"/>
            <a:endCxn id="85" idx="0"/>
          </p:cNvCxnSpPr>
          <p:nvPr/>
        </p:nvCxnSpPr>
        <p:spPr>
          <a:xfrm>
            <a:off x="6096000" y="1725911"/>
            <a:ext cx="5514" cy="276505"/>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pic>
        <p:nvPicPr>
          <p:cNvPr id="34" name="图片 33">
            <a:extLst>
              <a:ext uri="{FF2B5EF4-FFF2-40B4-BE49-F238E27FC236}">
                <a16:creationId xmlns:a16="http://schemas.microsoft.com/office/drawing/2014/main" id="{BA30DF66-F4E3-8A39-BDFE-7B7CE48516E1}"/>
              </a:ext>
            </a:extLst>
          </p:cNvPr>
          <p:cNvPicPr>
            <a:picLocks noChangeAspect="1"/>
          </p:cNvPicPr>
          <p:nvPr/>
        </p:nvPicPr>
        <p:blipFill>
          <a:blip r:embed="rId17"/>
          <a:stretch>
            <a:fillRect/>
          </a:stretch>
        </p:blipFill>
        <p:spPr>
          <a:xfrm>
            <a:off x="4582801" y="2818495"/>
            <a:ext cx="3075680" cy="2074661"/>
          </a:xfrm>
          <a:prstGeom prst="rect">
            <a:avLst/>
          </a:prstGeom>
        </p:spPr>
      </p:pic>
      <p:sp>
        <p:nvSpPr>
          <p:cNvPr id="52" name="矩形: 圆角 51">
            <a:extLst>
              <a:ext uri="{FF2B5EF4-FFF2-40B4-BE49-F238E27FC236}">
                <a16:creationId xmlns:a16="http://schemas.microsoft.com/office/drawing/2014/main" id="{59C87A7A-AB69-6571-3CDA-A1AD501B035E}"/>
              </a:ext>
            </a:extLst>
          </p:cNvPr>
          <p:cNvSpPr/>
          <p:nvPr/>
        </p:nvSpPr>
        <p:spPr>
          <a:xfrm>
            <a:off x="4567113" y="5088859"/>
            <a:ext cx="3075681" cy="1459730"/>
          </a:xfrm>
          <a:prstGeom prst="roundRect">
            <a:avLst>
              <a:gd name="adj" fmla="val 0"/>
            </a:avLst>
          </a:prstGeom>
          <a:solidFill>
            <a:srgbClr val="CCB4D7">
              <a:alpha val="8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latin typeface="汉仪劲楷简" panose="00020600040101010101" charset="-122"/>
                <a:ea typeface="汉仪劲楷简" panose="00020600040101010101" charset="-122"/>
              </a:rPr>
              <a:t>包括：</a:t>
            </a:r>
            <a:endParaRPr lang="en-US" altLang="zh-CN" dirty="0">
              <a:solidFill>
                <a:srgbClr val="C00000"/>
              </a:solidFill>
              <a:latin typeface="汉仪劲楷简" panose="00020600040101010101" charset="-122"/>
              <a:ea typeface="汉仪劲楷简" panose="00020600040101010101" charset="-122"/>
            </a:endParaRPr>
          </a:p>
          <a:p>
            <a:pPr algn="ctr"/>
            <a:r>
              <a:rPr lang="zh-CN" altLang="en-US" dirty="0">
                <a:solidFill>
                  <a:srgbClr val="C00000"/>
                </a:solidFill>
                <a:latin typeface="汉仪劲楷简" panose="00020600040101010101" charset="-122"/>
                <a:ea typeface="汉仪劲楷简" panose="00020600040101010101" charset="-122"/>
              </a:rPr>
              <a:t>成立背景、历史影响力、核心主张、社会认可度</a:t>
            </a:r>
            <a:endParaRPr lang="en-US" altLang="zh-CN" dirty="0">
              <a:solidFill>
                <a:srgbClr val="C00000"/>
              </a:solidFill>
              <a:latin typeface="汉仪劲楷简" panose="00020600040101010101" charset="-122"/>
              <a:ea typeface="汉仪劲楷简" panose="00020600040101010101" charset="-122"/>
            </a:endParaRPr>
          </a:p>
          <a:p>
            <a:pPr algn="ctr"/>
            <a:r>
              <a:rPr lang="zh-CN" altLang="en-US" dirty="0">
                <a:solidFill>
                  <a:srgbClr val="C00000"/>
                </a:solidFill>
                <a:latin typeface="汉仪劲楷简" panose="00020600040101010101" charset="-122"/>
                <a:ea typeface="汉仪劲楷简" panose="00020600040101010101" charset="-122"/>
              </a:rPr>
              <a:t>等信息</a:t>
            </a:r>
            <a:endParaRPr lang="zh-CN" altLang="en-US" sz="1400" dirty="0">
              <a:solidFill>
                <a:schemeClr val="tx1">
                  <a:lumMod val="95000"/>
                  <a:lumOff val="5000"/>
                </a:schemeClr>
              </a:solidFill>
              <a:latin typeface="汉仪劲楷简" panose="00020600040101010101" charset="-122"/>
              <a:ea typeface="汉仪劲楷简" panose="00020600040101010101" charset="-122"/>
            </a:endParaRPr>
          </a:p>
        </p:txBody>
      </p:sp>
      <p:graphicFrame>
        <p:nvGraphicFramePr>
          <p:cNvPr id="54" name="表格 53">
            <a:extLst>
              <a:ext uri="{FF2B5EF4-FFF2-40B4-BE49-F238E27FC236}">
                <a16:creationId xmlns:a16="http://schemas.microsoft.com/office/drawing/2014/main" id="{70DCD6EB-DF36-3098-2DDD-8D2639842C67}"/>
              </a:ext>
            </a:extLst>
          </p:cNvPr>
          <p:cNvGraphicFramePr>
            <a:graphicFrameLocks noGrp="1"/>
          </p:cNvGraphicFramePr>
          <p:nvPr>
            <p:extLst>
              <p:ext uri="{D42A27DB-BD31-4B8C-83A1-F6EECF244321}">
                <p14:modId xmlns:p14="http://schemas.microsoft.com/office/powerpoint/2010/main" val="2733587952"/>
              </p:ext>
            </p:extLst>
          </p:nvPr>
        </p:nvGraphicFramePr>
        <p:xfrm>
          <a:off x="433776" y="4692586"/>
          <a:ext cx="3500050" cy="1856005"/>
        </p:xfrm>
        <a:graphic>
          <a:graphicData uri="http://schemas.openxmlformats.org/drawingml/2006/table">
            <a:tbl>
              <a:tblPr firstRow="1" bandRow="1">
                <a:tableStyleId>{5C22544A-7EE6-4342-B048-85BDC9FD1C3A}</a:tableStyleId>
              </a:tblPr>
              <a:tblGrid>
                <a:gridCol w="1741099">
                  <a:extLst>
                    <a:ext uri="{9D8B030D-6E8A-4147-A177-3AD203B41FA5}">
                      <a16:colId xmlns:a16="http://schemas.microsoft.com/office/drawing/2014/main" val="1009878708"/>
                    </a:ext>
                  </a:extLst>
                </a:gridCol>
                <a:gridCol w="1758951">
                  <a:extLst>
                    <a:ext uri="{9D8B030D-6E8A-4147-A177-3AD203B41FA5}">
                      <a16:colId xmlns:a16="http://schemas.microsoft.com/office/drawing/2014/main" val="3780401083"/>
                    </a:ext>
                  </a:extLst>
                </a:gridCol>
              </a:tblGrid>
              <a:tr h="371201">
                <a:tc>
                  <a:txBody>
                    <a:bodyPr/>
                    <a:lstStyle/>
                    <a:p>
                      <a:pPr algn="ctr"/>
                      <a:r>
                        <a:rPr lang="en-US" altLang="zh-CN" sz="1800" b="0" kern="1200" dirty="0">
                          <a:solidFill>
                            <a:schemeClr val="tx1">
                              <a:lumMod val="95000"/>
                              <a:lumOff val="5000"/>
                            </a:schemeClr>
                          </a:solidFill>
                          <a:latin typeface="汉仪劲楷简" panose="00020600040101010101" charset="-122"/>
                          <a:ea typeface="汉仪劲楷简" panose="00020600040101010101" charset="-122"/>
                          <a:cs typeface="+mn-cs"/>
                        </a:rPr>
                        <a:t>4039 </a:t>
                      </a:r>
                      <a:r>
                        <a:rPr lang="zh-CN" altLang="en-US" sz="1800" b="0" kern="1200" dirty="0">
                          <a:solidFill>
                            <a:schemeClr val="tx1">
                              <a:lumMod val="95000"/>
                              <a:lumOff val="5000"/>
                            </a:schemeClr>
                          </a:solidFill>
                          <a:latin typeface="汉仪劲楷简" panose="00020600040101010101" charset="-122"/>
                          <a:ea typeface="汉仪劲楷简" panose="00020600040101010101" charset="-122"/>
                          <a:cs typeface="+mn-cs"/>
                        </a:rPr>
                        <a:t>个节点</a:t>
                      </a:r>
                    </a:p>
                  </a:txBody>
                  <a:tcPr>
                    <a:solidFill>
                      <a:srgbClr val="D5C2DE"/>
                    </a:solidFill>
                  </a:tcPr>
                </a:tc>
                <a:tc>
                  <a:txBody>
                    <a:bodyPr/>
                    <a:lstStyle/>
                    <a:p>
                      <a:pPr marL="0" algn="ctr" defTabSz="914400" rtl="0" eaLnBrk="1" latinLnBrk="0" hangingPunct="1"/>
                      <a:r>
                        <a:rPr lang="zh-CN" altLang="en-US" sz="1800" b="0" kern="1200" dirty="0">
                          <a:solidFill>
                            <a:schemeClr val="tx1">
                              <a:lumMod val="95000"/>
                              <a:lumOff val="5000"/>
                            </a:schemeClr>
                          </a:solidFill>
                          <a:latin typeface="汉仪劲楷简" panose="00020600040101010101" charset="-122"/>
                          <a:ea typeface="汉仪劲楷简" panose="00020600040101010101" charset="-122"/>
                          <a:cs typeface="+mn-cs"/>
                        </a:rPr>
                        <a:t>用户</a:t>
                      </a:r>
                    </a:p>
                  </a:txBody>
                  <a:tcPr>
                    <a:solidFill>
                      <a:srgbClr val="D5C2DE"/>
                    </a:solidFill>
                  </a:tcPr>
                </a:tc>
                <a:extLst>
                  <a:ext uri="{0D108BD9-81ED-4DB2-BD59-A6C34878D82A}">
                    <a16:rowId xmlns:a16="http://schemas.microsoft.com/office/drawing/2014/main" val="278833348"/>
                  </a:ext>
                </a:extLst>
              </a:tr>
              <a:tr h="371201">
                <a:tc>
                  <a:txBody>
                    <a:bodyPr/>
                    <a:lstStyle/>
                    <a:p>
                      <a:pPr algn="ctr"/>
                      <a:r>
                        <a:rPr lang="en-US" altLang="zh-CN" sz="1800" dirty="0">
                          <a:solidFill>
                            <a:schemeClr val="tx1">
                              <a:lumMod val="95000"/>
                              <a:lumOff val="5000"/>
                            </a:schemeClr>
                          </a:solidFill>
                          <a:latin typeface="汉仪劲楷简" panose="00020600040101010101" charset="-122"/>
                          <a:ea typeface="汉仪劲楷简" panose="00020600040101010101" charset="-122"/>
                        </a:rPr>
                        <a:t>10 </a:t>
                      </a:r>
                      <a:r>
                        <a:rPr lang="zh-CN" altLang="en-US" sz="1800" dirty="0">
                          <a:solidFill>
                            <a:schemeClr val="tx1">
                              <a:lumMod val="95000"/>
                              <a:lumOff val="5000"/>
                            </a:schemeClr>
                          </a:solidFill>
                          <a:latin typeface="汉仪劲楷简" panose="00020600040101010101" charset="-122"/>
                          <a:ea typeface="汉仪劲楷简" panose="00020600040101010101" charset="-122"/>
                        </a:rPr>
                        <a:t>个</a:t>
                      </a:r>
                      <a:r>
                        <a:rPr lang="en-US" altLang="zh-CN" sz="1800" dirty="0">
                          <a:solidFill>
                            <a:schemeClr val="tx1">
                              <a:lumMod val="95000"/>
                              <a:lumOff val="5000"/>
                            </a:schemeClr>
                          </a:solidFill>
                          <a:latin typeface="汉仪劲楷简" panose="00020600040101010101" charset="-122"/>
                          <a:ea typeface="汉仪劲楷简" panose="00020600040101010101" charset="-122"/>
                        </a:rPr>
                        <a:t>Ego</a:t>
                      </a:r>
                      <a:r>
                        <a:rPr lang="zh-CN" altLang="en-US" sz="1800" dirty="0">
                          <a:solidFill>
                            <a:schemeClr val="tx1">
                              <a:lumMod val="95000"/>
                              <a:lumOff val="5000"/>
                            </a:schemeClr>
                          </a:solidFill>
                          <a:latin typeface="汉仪劲楷简" panose="00020600040101010101" charset="-122"/>
                          <a:ea typeface="汉仪劲楷简" panose="00020600040101010101" charset="-122"/>
                        </a:rPr>
                        <a:t>节点</a:t>
                      </a:r>
                      <a:endParaRPr lang="zh-CN" altLang="en-US" sz="1800" dirty="0"/>
                    </a:p>
                  </a:txBody>
                  <a:tcPr>
                    <a:solidFill>
                      <a:srgbClr val="C2CCE4"/>
                    </a:solidFill>
                  </a:tcPr>
                </a:tc>
                <a:tc>
                  <a:txBody>
                    <a:bodyPr/>
                    <a:lstStyle/>
                    <a:p>
                      <a:pPr marL="0" algn="ctr" defTabSz="914400" rtl="0" eaLnBrk="1" latinLnBrk="0" hangingPunct="1"/>
                      <a:r>
                        <a:rPr lang="zh-CN" altLang="en-US" sz="1800" dirty="0">
                          <a:solidFill>
                            <a:schemeClr val="tx1">
                              <a:lumMod val="95000"/>
                              <a:lumOff val="5000"/>
                            </a:schemeClr>
                          </a:solidFill>
                          <a:latin typeface="汉仪劲楷简" panose="00020600040101010101" charset="-122"/>
                          <a:ea typeface="汉仪劲楷简" panose="00020600040101010101" charset="-122"/>
                        </a:rPr>
                        <a:t>中心用户</a:t>
                      </a:r>
                      <a:endParaRPr lang="zh-CN" altLang="en-US" sz="1800" kern="1200" dirty="0">
                        <a:solidFill>
                          <a:schemeClr val="tx1">
                            <a:lumMod val="95000"/>
                            <a:lumOff val="5000"/>
                          </a:schemeClr>
                        </a:solidFill>
                        <a:latin typeface="汉仪劲楷简" panose="00020600040101010101" charset="-122"/>
                        <a:ea typeface="汉仪劲楷简" panose="00020600040101010101" charset="-122"/>
                        <a:cs typeface="+mn-cs"/>
                      </a:endParaRPr>
                    </a:p>
                  </a:txBody>
                  <a:tcPr>
                    <a:solidFill>
                      <a:srgbClr val="C2CCE4"/>
                    </a:solidFill>
                  </a:tcPr>
                </a:tc>
                <a:extLst>
                  <a:ext uri="{0D108BD9-81ED-4DB2-BD59-A6C34878D82A}">
                    <a16:rowId xmlns:a16="http://schemas.microsoft.com/office/drawing/2014/main" val="99935096"/>
                  </a:ext>
                </a:extLst>
              </a:tr>
              <a:tr h="371201">
                <a:tc>
                  <a:txBody>
                    <a:bodyPr/>
                    <a:lstStyle/>
                    <a:p>
                      <a:pPr algn="ctr"/>
                      <a:r>
                        <a:rPr lang="en-US" altLang="zh-CN" dirty="0">
                          <a:solidFill>
                            <a:schemeClr val="tx1">
                              <a:lumMod val="95000"/>
                              <a:lumOff val="5000"/>
                            </a:schemeClr>
                          </a:solidFill>
                          <a:latin typeface="汉仪劲楷简" panose="00020600040101010101" charset="-122"/>
                          <a:ea typeface="汉仪劲楷简" panose="00020600040101010101" charset="-122"/>
                        </a:rPr>
                        <a:t>88234 </a:t>
                      </a:r>
                      <a:r>
                        <a:rPr lang="zh-CN" altLang="en-US" dirty="0">
                          <a:solidFill>
                            <a:schemeClr val="tx1">
                              <a:lumMod val="95000"/>
                              <a:lumOff val="5000"/>
                            </a:schemeClr>
                          </a:solidFill>
                          <a:latin typeface="汉仪劲楷简" panose="00020600040101010101" charset="-122"/>
                          <a:ea typeface="汉仪劲楷简" panose="00020600040101010101" charset="-122"/>
                        </a:rPr>
                        <a:t>条边</a:t>
                      </a:r>
                      <a:endParaRPr lang="en-US" altLang="zh-CN" dirty="0">
                        <a:solidFill>
                          <a:schemeClr val="tx1">
                            <a:lumMod val="95000"/>
                            <a:lumOff val="5000"/>
                          </a:schemeClr>
                        </a:solidFill>
                        <a:latin typeface="汉仪劲楷简" panose="00020600040101010101" charset="-122"/>
                        <a:ea typeface="汉仪劲楷简" panose="00020600040101010101" charset="-122"/>
                      </a:endParaRPr>
                    </a:p>
                  </a:txBody>
                  <a:tcPr>
                    <a:solidFill>
                      <a:srgbClr val="D5C2DE"/>
                    </a:solidFill>
                  </a:tcPr>
                </a:tc>
                <a:tc>
                  <a:txBody>
                    <a:bodyPr/>
                    <a:lstStyle/>
                    <a:p>
                      <a:pPr marL="0" algn="ctr" defTabSz="914400" rtl="0" eaLnBrk="1" latinLnBrk="0" hangingPunct="1"/>
                      <a:r>
                        <a:rPr lang="zh-CN" altLang="en-US" sz="1800" dirty="0">
                          <a:solidFill>
                            <a:schemeClr val="tx1">
                              <a:lumMod val="95000"/>
                              <a:lumOff val="5000"/>
                            </a:schemeClr>
                          </a:solidFill>
                          <a:latin typeface="汉仪劲楷简" panose="00020600040101010101" charset="-122"/>
                          <a:ea typeface="汉仪劲楷简" panose="00020600040101010101" charset="-122"/>
                        </a:rPr>
                        <a:t>关注</a:t>
                      </a:r>
                      <a:endParaRPr lang="zh-CN" altLang="en-US" sz="1800" kern="1200" dirty="0">
                        <a:solidFill>
                          <a:schemeClr val="tx1">
                            <a:lumMod val="95000"/>
                            <a:lumOff val="5000"/>
                          </a:schemeClr>
                        </a:solidFill>
                        <a:latin typeface="汉仪劲楷简" panose="00020600040101010101" charset="-122"/>
                        <a:ea typeface="汉仪劲楷简" panose="00020600040101010101" charset="-122"/>
                        <a:cs typeface="+mn-cs"/>
                      </a:endParaRPr>
                    </a:p>
                  </a:txBody>
                  <a:tcPr>
                    <a:solidFill>
                      <a:srgbClr val="D5C2DE"/>
                    </a:solidFill>
                  </a:tcPr>
                </a:tc>
                <a:extLst>
                  <a:ext uri="{0D108BD9-81ED-4DB2-BD59-A6C34878D82A}">
                    <a16:rowId xmlns:a16="http://schemas.microsoft.com/office/drawing/2014/main" val="844702680"/>
                  </a:ext>
                </a:extLst>
              </a:tr>
              <a:tr h="371201">
                <a:tc>
                  <a:txBody>
                    <a:bodyPr/>
                    <a:lstStyle/>
                    <a:p>
                      <a:pPr algn="ctr"/>
                      <a:r>
                        <a:rPr lang="zh-CN" altLang="en-US" sz="1800" dirty="0">
                          <a:solidFill>
                            <a:schemeClr val="tx1">
                              <a:lumMod val="95000"/>
                              <a:lumOff val="5000"/>
                            </a:schemeClr>
                          </a:solidFill>
                          <a:latin typeface="汉仪劲楷简" panose="00020600040101010101" charset="-122"/>
                          <a:ea typeface="汉仪劲楷简" panose="00020600040101010101" charset="-122"/>
                        </a:rPr>
                        <a:t>颜色</a:t>
                      </a:r>
                      <a:endParaRPr lang="zh-CN" altLang="en-US" sz="1800" dirty="0"/>
                    </a:p>
                  </a:txBody>
                  <a:tcPr>
                    <a:solidFill>
                      <a:srgbClr val="C2CCE4"/>
                    </a:solidFill>
                  </a:tcPr>
                </a:tc>
                <a:tc>
                  <a:txBody>
                    <a:bodyPr/>
                    <a:lstStyle/>
                    <a:p>
                      <a:pPr marL="0" algn="ctr" defTabSz="914400" rtl="0" eaLnBrk="1" latinLnBrk="0" hangingPunct="1"/>
                      <a:r>
                        <a:rPr lang="zh-CN" altLang="en-US" sz="1800" dirty="0">
                          <a:solidFill>
                            <a:schemeClr val="tx1">
                              <a:lumMod val="95000"/>
                              <a:lumOff val="5000"/>
                            </a:schemeClr>
                          </a:solidFill>
                          <a:latin typeface="汉仪劲楷简" panose="00020600040101010101" charset="-122"/>
                          <a:ea typeface="汉仪劲楷简" panose="00020600040101010101" charset="-122"/>
                        </a:rPr>
                        <a:t>交际圈</a:t>
                      </a:r>
                      <a:endParaRPr lang="zh-CN" altLang="en-US" sz="1800" kern="1200" dirty="0">
                        <a:solidFill>
                          <a:schemeClr val="tx1">
                            <a:lumMod val="95000"/>
                            <a:lumOff val="5000"/>
                          </a:schemeClr>
                        </a:solidFill>
                        <a:latin typeface="汉仪劲楷简" panose="00020600040101010101" charset="-122"/>
                        <a:ea typeface="汉仪劲楷简" panose="00020600040101010101" charset="-122"/>
                        <a:cs typeface="+mn-cs"/>
                      </a:endParaRPr>
                    </a:p>
                  </a:txBody>
                  <a:tcPr>
                    <a:solidFill>
                      <a:srgbClr val="C2CCE4"/>
                    </a:solidFill>
                  </a:tcPr>
                </a:tc>
                <a:extLst>
                  <a:ext uri="{0D108BD9-81ED-4DB2-BD59-A6C34878D82A}">
                    <a16:rowId xmlns:a16="http://schemas.microsoft.com/office/drawing/2014/main" val="3021894538"/>
                  </a:ext>
                </a:extLst>
              </a:tr>
              <a:tr h="37120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lumMod val="95000"/>
                              <a:lumOff val="5000"/>
                            </a:schemeClr>
                          </a:solidFill>
                          <a:latin typeface="汉仪劲楷简" panose="00020600040101010101" charset="-122"/>
                          <a:ea typeface="汉仪劲楷简" panose="00020600040101010101" charset="-122"/>
                        </a:rPr>
                        <a:t>平均聚类系数 </a:t>
                      </a:r>
                      <a:r>
                        <a:rPr lang="en-US" altLang="zh-CN" dirty="0">
                          <a:solidFill>
                            <a:schemeClr val="tx1">
                              <a:lumMod val="95000"/>
                              <a:lumOff val="5000"/>
                            </a:schemeClr>
                          </a:solidFill>
                          <a:latin typeface="汉仪劲楷简" panose="00020600040101010101" charset="-122"/>
                          <a:ea typeface="汉仪劲楷简" panose="00020600040101010101" charset="-122"/>
                        </a:rPr>
                        <a:t>0.6055</a:t>
                      </a:r>
                    </a:p>
                  </a:txBody>
                  <a:tcPr>
                    <a:solidFill>
                      <a:srgbClr val="D5C2DE"/>
                    </a:solidFill>
                  </a:tcPr>
                </a:tc>
                <a:tc hMerge="1">
                  <a:txBody>
                    <a:bodyPr/>
                    <a:lstStyle/>
                    <a:p>
                      <a:pPr marL="0" algn="l" defTabSz="914400" rtl="0" eaLnBrk="1" latinLnBrk="0" hangingPunct="1"/>
                      <a:endParaRPr lang="zh-CN" altLang="en-US" sz="1800" kern="1200" dirty="0">
                        <a:solidFill>
                          <a:schemeClr val="tx1">
                            <a:lumMod val="95000"/>
                            <a:lumOff val="5000"/>
                          </a:schemeClr>
                        </a:solidFill>
                        <a:latin typeface="汉仪劲楷简" panose="00020600040101010101" charset="-122"/>
                        <a:ea typeface="汉仪劲楷简" panose="00020600040101010101" charset="-122"/>
                        <a:cs typeface="+mn-cs"/>
                      </a:endParaRPr>
                    </a:p>
                  </a:txBody>
                  <a:tcPr>
                    <a:solidFill>
                      <a:srgbClr val="C2CCE4"/>
                    </a:solidFill>
                  </a:tcPr>
                </a:tc>
                <a:extLst>
                  <a:ext uri="{0D108BD9-81ED-4DB2-BD59-A6C34878D82A}">
                    <a16:rowId xmlns:a16="http://schemas.microsoft.com/office/drawing/2014/main" val="2202979027"/>
                  </a:ext>
                </a:extLst>
              </a:tr>
            </a:tbl>
          </a:graphicData>
        </a:graphic>
      </p:graphicFrame>
      <p:pic>
        <p:nvPicPr>
          <p:cNvPr id="59" name="图片 58">
            <a:extLst>
              <a:ext uri="{FF2B5EF4-FFF2-40B4-BE49-F238E27FC236}">
                <a16:creationId xmlns:a16="http://schemas.microsoft.com/office/drawing/2014/main" id="{D3396808-F35D-3646-4CA7-E7AFBD3ACA50}"/>
              </a:ext>
            </a:extLst>
          </p:cNvPr>
          <p:cNvPicPr>
            <a:picLocks noChangeAspect="1"/>
          </p:cNvPicPr>
          <p:nvPr/>
        </p:nvPicPr>
        <p:blipFill>
          <a:blip r:embed="rId18"/>
          <a:stretch>
            <a:fillRect/>
          </a:stretch>
        </p:blipFill>
        <p:spPr>
          <a:xfrm>
            <a:off x="8220686" y="1733385"/>
            <a:ext cx="3480516" cy="3208923"/>
          </a:xfrm>
          <a:prstGeom prst="rect">
            <a:avLst/>
          </a:prstGeom>
        </p:spPr>
      </p:pic>
      <p:sp>
        <p:nvSpPr>
          <p:cNvPr id="60" name="矩形: 圆角 59">
            <a:extLst>
              <a:ext uri="{FF2B5EF4-FFF2-40B4-BE49-F238E27FC236}">
                <a16:creationId xmlns:a16="http://schemas.microsoft.com/office/drawing/2014/main" id="{09607422-BB5F-C401-8339-6ABE8ACCBD20}"/>
              </a:ext>
            </a:extLst>
          </p:cNvPr>
          <p:cNvSpPr/>
          <p:nvPr/>
        </p:nvSpPr>
        <p:spPr>
          <a:xfrm>
            <a:off x="8277064" y="5088859"/>
            <a:ext cx="3350691" cy="1459730"/>
          </a:xfrm>
          <a:prstGeom prst="roundRect">
            <a:avLst/>
          </a:prstGeom>
          <a:solidFill>
            <a:srgbClr val="8EA0CC">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lumMod val="95000"/>
                    <a:lumOff val="5000"/>
                  </a:schemeClr>
                </a:solidFill>
                <a:latin typeface="汉仪劲楷简" panose="00020600040101010101" charset="-122"/>
                <a:ea typeface="汉仪劲楷简" panose="00020600040101010101" charset="-122"/>
              </a:rPr>
              <a:t>2019</a:t>
            </a:r>
            <a:r>
              <a:rPr lang="zh-CN" altLang="en-US" sz="1600" dirty="0">
                <a:solidFill>
                  <a:schemeClr val="tx1">
                    <a:lumMod val="95000"/>
                    <a:lumOff val="5000"/>
                  </a:schemeClr>
                </a:solidFill>
                <a:latin typeface="汉仪劲楷简" panose="00020600040101010101" charset="-122"/>
                <a:ea typeface="汉仪劲楷简" panose="00020600040101010101" charset="-122"/>
              </a:rPr>
              <a:t>年</a:t>
            </a:r>
            <a:r>
              <a:rPr lang="en-US" altLang="zh-CN" sz="1600" dirty="0">
                <a:solidFill>
                  <a:schemeClr val="tx1">
                    <a:lumMod val="95000"/>
                    <a:lumOff val="5000"/>
                  </a:schemeClr>
                </a:solidFill>
                <a:latin typeface="汉仪劲楷简" panose="00020600040101010101" charset="-122"/>
                <a:ea typeface="汉仪劲楷简" panose="00020600040101010101" charset="-122"/>
              </a:rPr>
              <a:t>4</a:t>
            </a:r>
            <a:r>
              <a:rPr lang="zh-CN" altLang="en-US" sz="1600" dirty="0">
                <a:solidFill>
                  <a:schemeClr val="tx1">
                    <a:lumMod val="95000"/>
                    <a:lumOff val="5000"/>
                  </a:schemeClr>
                </a:solidFill>
                <a:latin typeface="汉仪劲楷简" panose="00020600040101010101" charset="-122"/>
                <a:ea typeface="汉仪劲楷简" panose="00020600040101010101" charset="-122"/>
              </a:rPr>
              <a:t>月至</a:t>
            </a:r>
            <a:r>
              <a:rPr lang="en-US" altLang="zh-CN" sz="1600" dirty="0">
                <a:solidFill>
                  <a:schemeClr val="tx1">
                    <a:lumMod val="95000"/>
                    <a:lumOff val="5000"/>
                  </a:schemeClr>
                </a:solidFill>
                <a:latin typeface="汉仪劲楷简" panose="00020600040101010101" charset="-122"/>
                <a:ea typeface="汉仪劲楷简" panose="00020600040101010101" charset="-122"/>
              </a:rPr>
              <a:t>2024</a:t>
            </a:r>
            <a:r>
              <a:rPr lang="zh-CN" altLang="en-US" sz="1600" dirty="0">
                <a:solidFill>
                  <a:schemeClr val="tx1">
                    <a:lumMod val="95000"/>
                    <a:lumOff val="5000"/>
                  </a:schemeClr>
                </a:solidFill>
                <a:latin typeface="汉仪劲楷简" panose="00020600040101010101" charset="-122"/>
                <a:ea typeface="汉仪劲楷简" panose="00020600040101010101" charset="-122"/>
              </a:rPr>
              <a:t>年</a:t>
            </a:r>
            <a:r>
              <a:rPr lang="en-US" altLang="zh-CN" sz="1600" dirty="0">
                <a:solidFill>
                  <a:schemeClr val="tx1">
                    <a:lumMod val="95000"/>
                    <a:lumOff val="5000"/>
                  </a:schemeClr>
                </a:solidFill>
                <a:latin typeface="汉仪劲楷简" panose="00020600040101010101" charset="-122"/>
                <a:ea typeface="汉仪劲楷简" panose="00020600040101010101" charset="-122"/>
              </a:rPr>
              <a:t>1</a:t>
            </a:r>
            <a:r>
              <a:rPr lang="zh-CN" altLang="en-US" sz="1600" dirty="0">
                <a:solidFill>
                  <a:schemeClr val="tx1">
                    <a:lumMod val="95000"/>
                    <a:lumOff val="5000"/>
                  </a:schemeClr>
                </a:solidFill>
                <a:latin typeface="汉仪劲楷简" panose="00020600040101010101" charset="-122"/>
                <a:ea typeface="汉仪劲楷简" panose="00020600040101010101" charset="-122"/>
              </a:rPr>
              <a:t>月</a:t>
            </a:r>
            <a:r>
              <a:rPr lang="en-US" altLang="zh-CN" sz="1600" dirty="0">
                <a:solidFill>
                  <a:schemeClr val="tx1">
                    <a:lumMod val="95000"/>
                    <a:lumOff val="5000"/>
                  </a:schemeClr>
                </a:solidFill>
                <a:latin typeface="汉仪劲楷简" panose="00020600040101010101" charset="-122"/>
                <a:ea typeface="汉仪劲楷简" panose="00020600040101010101" charset="-122"/>
              </a:rPr>
              <a:t> </a:t>
            </a:r>
          </a:p>
          <a:p>
            <a:pPr algn="ctr"/>
            <a:r>
              <a:rPr lang="en-US" altLang="zh-CN" sz="1600" dirty="0">
                <a:solidFill>
                  <a:schemeClr val="tx1">
                    <a:lumMod val="95000"/>
                    <a:lumOff val="5000"/>
                  </a:schemeClr>
                </a:solidFill>
                <a:latin typeface="汉仪劲楷简" panose="00020600040101010101" charset="-122"/>
                <a:ea typeface="汉仪劲楷简" panose="00020600040101010101" charset="-122"/>
              </a:rPr>
              <a:t>24 </a:t>
            </a:r>
            <a:r>
              <a:rPr lang="zh-CN" altLang="en-US" sz="1600" dirty="0">
                <a:solidFill>
                  <a:schemeClr val="tx1">
                    <a:lumMod val="95000"/>
                    <a:lumOff val="5000"/>
                  </a:schemeClr>
                </a:solidFill>
                <a:latin typeface="汉仪劲楷简" panose="00020600040101010101" charset="-122"/>
                <a:ea typeface="汉仪劲楷简" panose="00020600040101010101" charset="-122"/>
              </a:rPr>
              <a:t>个政党（产品）</a:t>
            </a:r>
          </a:p>
          <a:p>
            <a:pPr algn="ctr"/>
            <a:r>
              <a:rPr lang="en-US" altLang="zh-CN" sz="1600" dirty="0">
                <a:solidFill>
                  <a:schemeClr val="tx1">
                    <a:lumMod val="95000"/>
                    <a:lumOff val="5000"/>
                  </a:schemeClr>
                </a:solidFill>
                <a:latin typeface="汉仪劲楷简" panose="00020600040101010101" charset="-122"/>
                <a:ea typeface="汉仪劲楷简" panose="00020600040101010101" charset="-122"/>
              </a:rPr>
              <a:t>1297 </a:t>
            </a:r>
            <a:r>
              <a:rPr lang="zh-CN" altLang="en-US" sz="1600" dirty="0">
                <a:solidFill>
                  <a:schemeClr val="tx1">
                    <a:lumMod val="95000"/>
                    <a:lumOff val="5000"/>
                  </a:schemeClr>
                </a:solidFill>
                <a:latin typeface="汉仪劲楷简" panose="00020600040101010101" charset="-122"/>
                <a:ea typeface="汉仪劲楷简" panose="00020600040101010101" charset="-122"/>
              </a:rPr>
              <a:t>个购买方</a:t>
            </a:r>
          </a:p>
          <a:p>
            <a:pPr algn="ctr"/>
            <a:r>
              <a:rPr lang="zh-CN" altLang="en-US" sz="1600" dirty="0">
                <a:solidFill>
                  <a:schemeClr val="tx1">
                    <a:lumMod val="95000"/>
                    <a:lumOff val="5000"/>
                  </a:schemeClr>
                </a:solidFill>
                <a:latin typeface="汉仪劲楷简" panose="00020600040101010101" charset="-122"/>
                <a:ea typeface="汉仪劲楷简" panose="00020600040101010101" charset="-122"/>
              </a:rPr>
              <a:t>共 </a:t>
            </a:r>
            <a:r>
              <a:rPr lang="en-US" altLang="zh-CN" sz="1600" dirty="0">
                <a:solidFill>
                  <a:schemeClr val="tx1">
                    <a:lumMod val="95000"/>
                    <a:lumOff val="5000"/>
                  </a:schemeClr>
                </a:solidFill>
                <a:latin typeface="汉仪劲楷简" panose="00020600040101010101" charset="-122"/>
                <a:ea typeface="汉仪劲楷简" panose="00020600040101010101" charset="-122"/>
              </a:rPr>
              <a:t>26 </a:t>
            </a:r>
            <a:r>
              <a:rPr lang="zh-CN" altLang="en-US" sz="1600" dirty="0">
                <a:solidFill>
                  <a:schemeClr val="tx1">
                    <a:lumMod val="95000"/>
                    <a:lumOff val="5000"/>
                  </a:schemeClr>
                </a:solidFill>
                <a:latin typeface="汉仪劲楷简" panose="00020600040101010101" charset="-122"/>
                <a:ea typeface="汉仪劲楷简" panose="00020600040101010101" charset="-122"/>
              </a:rPr>
              <a:t>轮的债券购买情况</a:t>
            </a:r>
          </a:p>
          <a:p>
            <a:pPr algn="ctr"/>
            <a:r>
              <a:rPr lang="en-US" altLang="zh-CN" sz="1600" dirty="0">
                <a:solidFill>
                  <a:schemeClr val="tx1">
                    <a:lumMod val="95000"/>
                    <a:lumOff val="5000"/>
                  </a:schemeClr>
                </a:solidFill>
                <a:latin typeface="汉仪劲楷简" panose="00020600040101010101" charset="-122"/>
                <a:ea typeface="汉仪劲楷简" panose="00020600040101010101" charset="-122"/>
              </a:rPr>
              <a:t>18871 </a:t>
            </a:r>
            <a:r>
              <a:rPr lang="zh-CN" altLang="en-US" sz="1600" dirty="0">
                <a:solidFill>
                  <a:schemeClr val="tx1">
                    <a:lumMod val="95000"/>
                    <a:lumOff val="5000"/>
                  </a:schemeClr>
                </a:solidFill>
                <a:latin typeface="汉仪劲楷简" panose="00020600040101010101" charset="-122"/>
                <a:ea typeface="汉仪劲楷简" panose="00020600040101010101" charset="-122"/>
              </a:rPr>
              <a:t>和 </a:t>
            </a:r>
            <a:r>
              <a:rPr lang="en-US" altLang="zh-CN" sz="1600" dirty="0">
                <a:solidFill>
                  <a:schemeClr val="tx1">
                    <a:lumMod val="95000"/>
                    <a:lumOff val="5000"/>
                  </a:schemeClr>
                </a:solidFill>
                <a:latin typeface="汉仪劲楷简" panose="00020600040101010101" charset="-122"/>
                <a:ea typeface="汉仪劲楷简" panose="00020600040101010101" charset="-122"/>
              </a:rPr>
              <a:t>20421 </a:t>
            </a:r>
            <a:r>
              <a:rPr lang="zh-CN" altLang="en-US" sz="1600" dirty="0">
                <a:solidFill>
                  <a:schemeClr val="tx1">
                    <a:lumMod val="95000"/>
                    <a:lumOff val="5000"/>
                  </a:schemeClr>
                </a:solidFill>
                <a:latin typeface="汉仪劲楷简" panose="00020600040101010101" charset="-122"/>
                <a:ea typeface="汉仪劲楷简" panose="00020600040101010101" charset="-122"/>
              </a:rPr>
              <a:t>条投资记录</a:t>
            </a:r>
          </a:p>
          <a:p>
            <a:pPr algn="ctr"/>
            <a:r>
              <a:rPr lang="zh-CN" altLang="en-US" sz="1600" dirty="0">
                <a:solidFill>
                  <a:schemeClr val="tx1">
                    <a:lumMod val="95000"/>
                    <a:lumOff val="5000"/>
                  </a:schemeClr>
                </a:solidFill>
                <a:latin typeface="汉仪劲楷简" panose="00020600040101010101" charset="-122"/>
                <a:ea typeface="汉仪劲楷简" panose="00020600040101010101" charset="-122"/>
              </a:rPr>
              <a:t>总金额达 </a:t>
            </a:r>
            <a:r>
              <a:rPr lang="en-US" altLang="zh-CN" sz="1600" dirty="0">
                <a:solidFill>
                  <a:schemeClr val="tx1">
                    <a:lumMod val="95000"/>
                    <a:lumOff val="5000"/>
                  </a:schemeClr>
                </a:solidFill>
                <a:latin typeface="汉仪劲楷简" panose="00020600040101010101" charset="-122"/>
                <a:ea typeface="汉仪劲楷简" panose="00020600040101010101" charset="-122"/>
              </a:rPr>
              <a:t>1215 </a:t>
            </a:r>
            <a:r>
              <a:rPr lang="zh-CN" altLang="en-US" sz="1600" dirty="0">
                <a:solidFill>
                  <a:schemeClr val="tx1">
                    <a:lumMod val="95000"/>
                    <a:lumOff val="5000"/>
                  </a:schemeClr>
                </a:solidFill>
                <a:latin typeface="汉仪劲楷简" panose="00020600040101010101" charset="-122"/>
                <a:ea typeface="汉仪劲楷简" panose="00020600040101010101" charset="-122"/>
              </a:rPr>
              <a:t>亿卢比</a:t>
            </a:r>
          </a:p>
        </p:txBody>
      </p:sp>
      <p:sp>
        <p:nvSpPr>
          <p:cNvPr id="62" name="矩形 61">
            <a:extLst>
              <a:ext uri="{FF2B5EF4-FFF2-40B4-BE49-F238E27FC236}">
                <a16:creationId xmlns:a16="http://schemas.microsoft.com/office/drawing/2014/main" id="{EB3E9B13-34DD-3375-50BD-BF21B50BF091}"/>
              </a:ext>
            </a:extLst>
          </p:cNvPr>
          <p:cNvSpPr/>
          <p:nvPr/>
        </p:nvSpPr>
        <p:spPr>
          <a:xfrm>
            <a:off x="1417457" y="1713298"/>
            <a:ext cx="1427410" cy="363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4" name="组合 63">
            <a:extLst>
              <a:ext uri="{FF2B5EF4-FFF2-40B4-BE49-F238E27FC236}">
                <a16:creationId xmlns:a16="http://schemas.microsoft.com/office/drawing/2014/main" id="{288A8376-922F-38E4-DE52-08E54406E402}"/>
              </a:ext>
            </a:extLst>
          </p:cNvPr>
          <p:cNvGrpSpPr/>
          <p:nvPr/>
        </p:nvGrpSpPr>
        <p:grpSpPr>
          <a:xfrm>
            <a:off x="540700" y="1691415"/>
            <a:ext cx="3106911" cy="2915379"/>
            <a:chOff x="64273" y="1319766"/>
            <a:chExt cx="2472914" cy="2320466"/>
          </a:xfrm>
        </p:grpSpPr>
        <p:pic>
          <p:nvPicPr>
            <p:cNvPr id="65" name="图片 64">
              <a:extLst>
                <a:ext uri="{FF2B5EF4-FFF2-40B4-BE49-F238E27FC236}">
                  <a16:creationId xmlns:a16="http://schemas.microsoft.com/office/drawing/2014/main" id="{DAD2F7E2-2A43-2B78-E4A9-07FECC0C6034}"/>
                </a:ext>
              </a:extLst>
            </p:cNvPr>
            <p:cNvPicPr>
              <a:picLocks noChangeAspect="1"/>
            </p:cNvPicPr>
            <p:nvPr/>
          </p:nvPicPr>
          <p:blipFill>
            <a:blip r:embed="rId19" cstate="print">
              <a:extLst>
                <a:ext uri="{28A0092B-C50C-407E-A947-70E740481C1C}">
                  <a14:useLocalDpi xmlns:a14="http://schemas.microsoft.com/office/drawing/2010/main" val="0"/>
                </a:ext>
              </a:extLst>
            </a:blip>
            <a:srcRect l="1119" t="11806" r="58933" b="13099"/>
            <a:stretch/>
          </p:blipFill>
          <p:spPr>
            <a:xfrm>
              <a:off x="191804" y="1738198"/>
              <a:ext cx="2186578" cy="1902034"/>
            </a:xfrm>
            <a:prstGeom prst="rect">
              <a:avLst/>
            </a:prstGeom>
          </p:spPr>
        </p:pic>
        <p:sp>
          <p:nvSpPr>
            <p:cNvPr id="66" name="文本框 65">
              <a:extLst>
                <a:ext uri="{FF2B5EF4-FFF2-40B4-BE49-F238E27FC236}">
                  <a16:creationId xmlns:a16="http://schemas.microsoft.com/office/drawing/2014/main" id="{83B55927-D145-56E5-4555-5354C5A82EFB}"/>
                </a:ext>
              </a:extLst>
            </p:cNvPr>
            <p:cNvSpPr txBox="1"/>
            <p:nvPr/>
          </p:nvSpPr>
          <p:spPr>
            <a:xfrm>
              <a:off x="64273" y="1319766"/>
              <a:ext cx="2472914" cy="541405"/>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t" anchorCtr="0">
              <a:noAutofit/>
            </a:bodyPr>
            <a:lstStyle/>
            <a:p>
              <a:pPr algn="ctr">
                <a:lnSpc>
                  <a:spcPct val="100000"/>
                </a:lnSpc>
              </a:pPr>
              <a:r>
                <a:rPr lang="en-US" altLang="zh-CN" sz="1600" dirty="0"/>
                <a:t>Ego-Network 698</a:t>
              </a:r>
            </a:p>
            <a:p>
              <a:pPr algn="ctr">
                <a:lnSpc>
                  <a:spcPct val="100000"/>
                </a:lnSpc>
              </a:pPr>
              <a:r>
                <a:rPr lang="en-US" altLang="zh-CN" sz="1100" dirty="0"/>
                <a:t>(</a:t>
              </a:r>
              <a:r>
                <a:rPr lang="zh-CN" altLang="en-US" sz="1100" dirty="0"/>
                <a:t>只包含好友间连接</a:t>
              </a:r>
              <a:r>
                <a:rPr lang="en-US" altLang="zh-CN" sz="1100" dirty="0"/>
                <a:t>)</a:t>
              </a:r>
              <a:endParaRPr lang="zh-CN" altLang="en-US" sz="1100" dirty="0"/>
            </a:p>
          </p:txBody>
        </p:sp>
      </p:grpSp>
    </p:spTree>
    <p:extLst>
      <p:ext uri="{BB962C8B-B14F-4D97-AF65-F5344CB8AC3E}">
        <p14:creationId xmlns:p14="http://schemas.microsoft.com/office/powerpoint/2010/main" val="508665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7" name="think-cell data - do not delete" hidden="1">
            <a:extLst>
              <a:ext uri="{FF2B5EF4-FFF2-40B4-BE49-F238E27FC236}">
                <a16:creationId xmlns:a16="http://schemas.microsoft.com/office/drawing/2014/main" id="{65F4BBA6-28D3-AD30-8ECB-A072861D92E4}"/>
              </a:ext>
            </a:extLst>
          </p:cNvPr>
          <p:cNvGraphicFramePr>
            <a:graphicFrameLocks noChangeAspect="1"/>
          </p:cNvGraphicFramePr>
          <p:nvPr>
            <p:custDataLst>
              <p:tags r:id="rId1"/>
            </p:custDataLst>
            <p:extLst>
              <p:ext uri="{D42A27DB-BD31-4B8C-83A1-F6EECF244321}">
                <p14:modId xmlns:p14="http://schemas.microsoft.com/office/powerpoint/2010/main" val="15721214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3" imgW="471" imgH="473" progId="TCLayout.ActiveDocument.1">
                  <p:embed/>
                </p:oleObj>
              </mc:Choice>
              <mc:Fallback>
                <p:oleObj name="think-cell 幻灯片" r:id="rId13" imgW="471" imgH="473" progId="TCLayout.ActiveDocument.1">
                  <p:embed/>
                  <p:pic>
                    <p:nvPicPr>
                      <p:cNvPr id="67" name="think-cell data - do not delete" hidden="1">
                        <a:extLst>
                          <a:ext uri="{FF2B5EF4-FFF2-40B4-BE49-F238E27FC236}">
                            <a16:creationId xmlns:a16="http://schemas.microsoft.com/office/drawing/2014/main" id="{65F4BBA6-28D3-AD30-8ECB-A072861D92E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74" name="小李PPT1"/>
          <p:cNvSpPr/>
          <p:nvPr>
            <p:custDataLst>
              <p:tags r:id="rId2"/>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3"/>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4"/>
            </p:custDataLst>
          </p:nvPr>
        </p:nvSpPr>
        <p:spPr>
          <a:xfrm>
            <a:off x="4000500" y="-914400"/>
            <a:ext cx="635000" cy="635000"/>
          </a:xfrm>
          <a:prstGeom prst="rect">
            <a:avLst/>
          </a:prstGeom>
          <a:solidFill>
            <a:srgbClr val="F5BEF0"/>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5"/>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6"/>
            </p:custDataLst>
          </p:nvPr>
        </p:nvSpPr>
        <p:spPr>
          <a:xfrm>
            <a:off x="5778500" y="-914400"/>
            <a:ext cx="635000" cy="635000"/>
          </a:xfrm>
          <a:prstGeom prst="rect">
            <a:avLst/>
          </a:prstGeom>
          <a:solidFill>
            <a:srgbClr val="8FE6FC"/>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7"/>
            </p:custDataLst>
          </p:nvPr>
        </p:nvSpPr>
        <p:spPr>
          <a:xfrm>
            <a:off x="6540500" y="-946659"/>
            <a:ext cx="635000" cy="635000"/>
          </a:xfrm>
          <a:prstGeom prst="rect">
            <a:avLst/>
          </a:prstGeom>
          <a:solidFill>
            <a:srgbClr val="E0132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8"/>
            </p:custDataLst>
          </p:nvPr>
        </p:nvSpPr>
        <p:spPr>
          <a:xfrm>
            <a:off x="7302500" y="-914400"/>
            <a:ext cx="635000" cy="635000"/>
          </a:xfrm>
          <a:prstGeom prst="rect">
            <a:avLst/>
          </a:prstGeom>
          <a:solidFill>
            <a:srgbClr val="3F4BD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9"/>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10"/>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1"/>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267" name="小李PPT11">
            <a:extLst>
              <a:ext uri="{FF2B5EF4-FFF2-40B4-BE49-F238E27FC236}">
                <a16:creationId xmlns:a16="http://schemas.microsoft.com/office/drawing/2014/main" id="{E00CE3F1-5B45-F7C7-D558-CF4D4E540D70}"/>
              </a:ext>
            </a:extLst>
          </p:cNvPr>
          <p:cNvGrpSpPr/>
          <p:nvPr/>
        </p:nvGrpSpPr>
        <p:grpSpPr>
          <a:xfrm>
            <a:off x="20320" y="2"/>
            <a:ext cx="12192000" cy="6857998"/>
            <a:chOff x="0" y="2"/>
            <a:chExt cx="12192000" cy="6857998"/>
          </a:xfrm>
          <a:effectLst/>
        </p:grpSpPr>
        <p:cxnSp>
          <p:nvCxnSpPr>
            <p:cNvPr id="268" name="小李PPT11-1">
              <a:extLst>
                <a:ext uri="{FF2B5EF4-FFF2-40B4-BE49-F238E27FC236}">
                  <a16:creationId xmlns:a16="http://schemas.microsoft.com/office/drawing/2014/main" id="{D149A8DE-5D70-5480-002D-8DB8EA561DD2}"/>
                </a:ext>
              </a:extLst>
            </p:cNvPr>
            <p:cNvCxnSpPr/>
            <p:nvPr/>
          </p:nvCxnSpPr>
          <p:spPr>
            <a:xfrm>
              <a:off x="0" y="291084"/>
              <a:ext cx="12192000" cy="0"/>
            </a:xfrm>
            <a:prstGeom prst="line">
              <a:avLst/>
            </a:prstGeom>
            <a:noFill/>
            <a:ln w="6350" cap="rnd" cmpd="sng" algn="ctr">
              <a:solidFill>
                <a:srgbClr val="E9D6F2">
                  <a:alpha val="43922"/>
                </a:srgbClr>
              </a:solidFill>
              <a:prstDash val="solid"/>
              <a:round/>
            </a:ln>
            <a:effectLst/>
          </p:spPr>
        </p:cxnSp>
        <p:cxnSp>
          <p:nvCxnSpPr>
            <p:cNvPr id="269" name="小李PPT11-2">
              <a:extLst>
                <a:ext uri="{FF2B5EF4-FFF2-40B4-BE49-F238E27FC236}">
                  <a16:creationId xmlns:a16="http://schemas.microsoft.com/office/drawing/2014/main" id="{12405815-2BB6-8915-822D-91905D766527}"/>
                </a:ext>
              </a:extLst>
            </p:cNvPr>
            <p:cNvCxnSpPr/>
            <p:nvPr/>
          </p:nvCxnSpPr>
          <p:spPr>
            <a:xfrm>
              <a:off x="0" y="640385"/>
              <a:ext cx="12192000" cy="0"/>
            </a:xfrm>
            <a:prstGeom prst="line">
              <a:avLst/>
            </a:prstGeom>
            <a:noFill/>
            <a:ln w="6350" cap="rnd" cmpd="sng" algn="ctr">
              <a:solidFill>
                <a:srgbClr val="E9D6F2">
                  <a:alpha val="43922"/>
                </a:srgbClr>
              </a:solidFill>
              <a:prstDash val="solid"/>
              <a:round/>
            </a:ln>
            <a:effectLst/>
          </p:spPr>
        </p:cxnSp>
        <p:cxnSp>
          <p:nvCxnSpPr>
            <p:cNvPr id="270" name="小李PPT11-3">
              <a:extLst>
                <a:ext uri="{FF2B5EF4-FFF2-40B4-BE49-F238E27FC236}">
                  <a16:creationId xmlns:a16="http://schemas.microsoft.com/office/drawing/2014/main" id="{142F80B8-DE7C-9802-AED4-8B9E3CC242BA}"/>
                </a:ext>
              </a:extLst>
            </p:cNvPr>
            <p:cNvCxnSpPr/>
            <p:nvPr/>
          </p:nvCxnSpPr>
          <p:spPr>
            <a:xfrm>
              <a:off x="0" y="989685"/>
              <a:ext cx="12192000" cy="0"/>
            </a:xfrm>
            <a:prstGeom prst="line">
              <a:avLst/>
            </a:prstGeom>
            <a:noFill/>
            <a:ln w="6350" cap="rnd" cmpd="sng" algn="ctr">
              <a:solidFill>
                <a:srgbClr val="E9D6F2">
                  <a:alpha val="43922"/>
                </a:srgbClr>
              </a:solidFill>
              <a:prstDash val="solid"/>
              <a:round/>
            </a:ln>
            <a:effectLst/>
          </p:spPr>
        </p:cxnSp>
        <p:cxnSp>
          <p:nvCxnSpPr>
            <p:cNvPr id="271" name="小李PPT11-4">
              <a:extLst>
                <a:ext uri="{FF2B5EF4-FFF2-40B4-BE49-F238E27FC236}">
                  <a16:creationId xmlns:a16="http://schemas.microsoft.com/office/drawing/2014/main" id="{7ACFC8FC-0E7C-6E37-2D81-F22516A9C047}"/>
                </a:ext>
              </a:extLst>
            </p:cNvPr>
            <p:cNvCxnSpPr/>
            <p:nvPr/>
          </p:nvCxnSpPr>
          <p:spPr>
            <a:xfrm>
              <a:off x="0" y="1338986"/>
              <a:ext cx="12192000" cy="0"/>
            </a:xfrm>
            <a:prstGeom prst="line">
              <a:avLst/>
            </a:prstGeom>
            <a:noFill/>
            <a:ln w="6350" cap="rnd" cmpd="sng" algn="ctr">
              <a:solidFill>
                <a:srgbClr val="E9D6F2">
                  <a:alpha val="43922"/>
                </a:srgbClr>
              </a:solidFill>
              <a:prstDash val="solid"/>
              <a:round/>
            </a:ln>
            <a:effectLst/>
          </p:spPr>
        </p:cxnSp>
        <p:cxnSp>
          <p:nvCxnSpPr>
            <p:cNvPr id="272" name="小李PPT11-5">
              <a:extLst>
                <a:ext uri="{FF2B5EF4-FFF2-40B4-BE49-F238E27FC236}">
                  <a16:creationId xmlns:a16="http://schemas.microsoft.com/office/drawing/2014/main" id="{4B1541F3-583D-3A73-E035-4135F1592316}"/>
                </a:ext>
              </a:extLst>
            </p:cNvPr>
            <p:cNvCxnSpPr/>
            <p:nvPr/>
          </p:nvCxnSpPr>
          <p:spPr>
            <a:xfrm>
              <a:off x="0" y="1688287"/>
              <a:ext cx="12192000" cy="0"/>
            </a:xfrm>
            <a:prstGeom prst="line">
              <a:avLst/>
            </a:prstGeom>
            <a:noFill/>
            <a:ln w="6350" cap="rnd" cmpd="sng" algn="ctr">
              <a:solidFill>
                <a:srgbClr val="E9D6F2">
                  <a:alpha val="43922"/>
                </a:srgbClr>
              </a:solidFill>
              <a:prstDash val="solid"/>
              <a:round/>
            </a:ln>
            <a:effectLst/>
          </p:spPr>
        </p:cxnSp>
        <p:cxnSp>
          <p:nvCxnSpPr>
            <p:cNvPr id="273" name="小李PPT11-6">
              <a:extLst>
                <a:ext uri="{FF2B5EF4-FFF2-40B4-BE49-F238E27FC236}">
                  <a16:creationId xmlns:a16="http://schemas.microsoft.com/office/drawing/2014/main" id="{66E042A9-2D0E-3B84-6BB9-F016B7AEEA7C}"/>
                </a:ext>
              </a:extLst>
            </p:cNvPr>
            <p:cNvCxnSpPr/>
            <p:nvPr/>
          </p:nvCxnSpPr>
          <p:spPr>
            <a:xfrm>
              <a:off x="0" y="2037588"/>
              <a:ext cx="12192000" cy="0"/>
            </a:xfrm>
            <a:prstGeom prst="line">
              <a:avLst/>
            </a:prstGeom>
            <a:noFill/>
            <a:ln w="6350" cap="rnd" cmpd="sng" algn="ctr">
              <a:solidFill>
                <a:srgbClr val="E9D6F2">
                  <a:alpha val="43922"/>
                </a:srgbClr>
              </a:solidFill>
              <a:prstDash val="solid"/>
              <a:round/>
            </a:ln>
            <a:effectLst/>
          </p:spPr>
        </p:cxnSp>
        <p:cxnSp>
          <p:nvCxnSpPr>
            <p:cNvPr id="284" name="小李PPT11-7">
              <a:extLst>
                <a:ext uri="{FF2B5EF4-FFF2-40B4-BE49-F238E27FC236}">
                  <a16:creationId xmlns:a16="http://schemas.microsoft.com/office/drawing/2014/main" id="{06D7C7DA-C60C-6A00-79B5-33A5EB452FC6}"/>
                </a:ext>
              </a:extLst>
            </p:cNvPr>
            <p:cNvCxnSpPr/>
            <p:nvPr/>
          </p:nvCxnSpPr>
          <p:spPr>
            <a:xfrm>
              <a:off x="0" y="2386888"/>
              <a:ext cx="12192000" cy="0"/>
            </a:xfrm>
            <a:prstGeom prst="line">
              <a:avLst/>
            </a:prstGeom>
            <a:noFill/>
            <a:ln w="6350" cap="rnd" cmpd="sng" algn="ctr">
              <a:solidFill>
                <a:srgbClr val="E9D6F2">
                  <a:alpha val="43922"/>
                </a:srgbClr>
              </a:solidFill>
              <a:prstDash val="solid"/>
              <a:round/>
            </a:ln>
            <a:effectLst/>
          </p:spPr>
        </p:cxnSp>
        <p:cxnSp>
          <p:nvCxnSpPr>
            <p:cNvPr id="285" name="小李PPT11-8">
              <a:extLst>
                <a:ext uri="{FF2B5EF4-FFF2-40B4-BE49-F238E27FC236}">
                  <a16:creationId xmlns:a16="http://schemas.microsoft.com/office/drawing/2014/main" id="{6D0C7100-34C7-043F-36DA-67E2864B1E77}"/>
                </a:ext>
              </a:extLst>
            </p:cNvPr>
            <p:cNvCxnSpPr/>
            <p:nvPr/>
          </p:nvCxnSpPr>
          <p:spPr>
            <a:xfrm>
              <a:off x="0" y="2736189"/>
              <a:ext cx="12192000" cy="0"/>
            </a:xfrm>
            <a:prstGeom prst="line">
              <a:avLst/>
            </a:prstGeom>
            <a:noFill/>
            <a:ln w="6350" cap="rnd" cmpd="sng" algn="ctr">
              <a:solidFill>
                <a:srgbClr val="E9D6F2">
                  <a:alpha val="43922"/>
                </a:srgbClr>
              </a:solidFill>
              <a:prstDash val="solid"/>
              <a:round/>
            </a:ln>
            <a:effectLst/>
          </p:spPr>
        </p:cxnSp>
        <p:cxnSp>
          <p:nvCxnSpPr>
            <p:cNvPr id="286" name="小李PPT11-9">
              <a:extLst>
                <a:ext uri="{FF2B5EF4-FFF2-40B4-BE49-F238E27FC236}">
                  <a16:creationId xmlns:a16="http://schemas.microsoft.com/office/drawing/2014/main" id="{7DE0E073-233F-1CAC-DFD0-AE043F408038}"/>
                </a:ext>
              </a:extLst>
            </p:cNvPr>
            <p:cNvCxnSpPr/>
            <p:nvPr/>
          </p:nvCxnSpPr>
          <p:spPr>
            <a:xfrm>
              <a:off x="0" y="3085490"/>
              <a:ext cx="12192000" cy="0"/>
            </a:xfrm>
            <a:prstGeom prst="line">
              <a:avLst/>
            </a:prstGeom>
            <a:noFill/>
            <a:ln w="6350" cap="rnd" cmpd="sng" algn="ctr">
              <a:solidFill>
                <a:srgbClr val="E9D6F2">
                  <a:alpha val="43922"/>
                </a:srgbClr>
              </a:solidFill>
              <a:prstDash val="solid"/>
              <a:round/>
            </a:ln>
            <a:effectLst/>
          </p:spPr>
        </p:cxnSp>
        <p:cxnSp>
          <p:nvCxnSpPr>
            <p:cNvPr id="287" name="小李PPT11-10">
              <a:extLst>
                <a:ext uri="{FF2B5EF4-FFF2-40B4-BE49-F238E27FC236}">
                  <a16:creationId xmlns:a16="http://schemas.microsoft.com/office/drawing/2014/main" id="{EA56C2C0-43C0-D849-356F-9AB3E2465B9B}"/>
                </a:ext>
              </a:extLst>
            </p:cNvPr>
            <p:cNvCxnSpPr/>
            <p:nvPr/>
          </p:nvCxnSpPr>
          <p:spPr>
            <a:xfrm>
              <a:off x="0" y="3434791"/>
              <a:ext cx="12192000" cy="0"/>
            </a:xfrm>
            <a:prstGeom prst="line">
              <a:avLst/>
            </a:prstGeom>
            <a:noFill/>
            <a:ln w="6350" cap="rnd" cmpd="sng" algn="ctr">
              <a:solidFill>
                <a:srgbClr val="E9D6F2">
                  <a:alpha val="43922"/>
                </a:srgbClr>
              </a:solidFill>
              <a:prstDash val="solid"/>
              <a:round/>
            </a:ln>
            <a:effectLst/>
          </p:spPr>
        </p:cxnSp>
        <p:cxnSp>
          <p:nvCxnSpPr>
            <p:cNvPr id="288" name="小李PPT11-11">
              <a:extLst>
                <a:ext uri="{FF2B5EF4-FFF2-40B4-BE49-F238E27FC236}">
                  <a16:creationId xmlns:a16="http://schemas.microsoft.com/office/drawing/2014/main" id="{254E15E1-1941-52F8-7CAE-C9D37DFCA5AF}"/>
                </a:ext>
              </a:extLst>
            </p:cNvPr>
            <p:cNvCxnSpPr/>
            <p:nvPr/>
          </p:nvCxnSpPr>
          <p:spPr>
            <a:xfrm>
              <a:off x="0" y="3784091"/>
              <a:ext cx="12192000" cy="0"/>
            </a:xfrm>
            <a:prstGeom prst="line">
              <a:avLst/>
            </a:prstGeom>
            <a:noFill/>
            <a:ln w="6350" cap="rnd" cmpd="sng" algn="ctr">
              <a:solidFill>
                <a:srgbClr val="E9D6F2">
                  <a:alpha val="43922"/>
                </a:srgbClr>
              </a:solidFill>
              <a:prstDash val="solid"/>
              <a:round/>
            </a:ln>
            <a:effectLst/>
          </p:spPr>
        </p:cxnSp>
        <p:cxnSp>
          <p:nvCxnSpPr>
            <p:cNvPr id="289" name="小李PPT11-12">
              <a:extLst>
                <a:ext uri="{FF2B5EF4-FFF2-40B4-BE49-F238E27FC236}">
                  <a16:creationId xmlns:a16="http://schemas.microsoft.com/office/drawing/2014/main" id="{FC67DC33-8B06-C5A7-285A-18E9A62A83E3}"/>
                </a:ext>
              </a:extLst>
            </p:cNvPr>
            <p:cNvCxnSpPr/>
            <p:nvPr/>
          </p:nvCxnSpPr>
          <p:spPr>
            <a:xfrm>
              <a:off x="0" y="4133392"/>
              <a:ext cx="12192000" cy="0"/>
            </a:xfrm>
            <a:prstGeom prst="line">
              <a:avLst/>
            </a:prstGeom>
            <a:noFill/>
            <a:ln w="6350" cap="rnd" cmpd="sng" algn="ctr">
              <a:solidFill>
                <a:srgbClr val="E9D6F2">
                  <a:alpha val="43922"/>
                </a:srgbClr>
              </a:solidFill>
              <a:prstDash val="solid"/>
              <a:round/>
            </a:ln>
            <a:effectLst/>
          </p:spPr>
        </p:cxnSp>
        <p:cxnSp>
          <p:nvCxnSpPr>
            <p:cNvPr id="290" name="小李PPT11-13">
              <a:extLst>
                <a:ext uri="{FF2B5EF4-FFF2-40B4-BE49-F238E27FC236}">
                  <a16:creationId xmlns:a16="http://schemas.microsoft.com/office/drawing/2014/main" id="{C01CAF94-0D94-A0A5-CC17-8DA7676E27D4}"/>
                </a:ext>
              </a:extLst>
            </p:cNvPr>
            <p:cNvCxnSpPr/>
            <p:nvPr/>
          </p:nvCxnSpPr>
          <p:spPr>
            <a:xfrm>
              <a:off x="0" y="4482693"/>
              <a:ext cx="12192000" cy="0"/>
            </a:xfrm>
            <a:prstGeom prst="line">
              <a:avLst/>
            </a:prstGeom>
            <a:noFill/>
            <a:ln w="6350" cap="rnd" cmpd="sng" algn="ctr">
              <a:solidFill>
                <a:srgbClr val="E9D6F2">
                  <a:alpha val="43922"/>
                </a:srgbClr>
              </a:solidFill>
              <a:prstDash val="solid"/>
              <a:round/>
            </a:ln>
            <a:effectLst/>
          </p:spPr>
        </p:cxnSp>
        <p:cxnSp>
          <p:nvCxnSpPr>
            <p:cNvPr id="291" name="小李PPT11-14">
              <a:extLst>
                <a:ext uri="{FF2B5EF4-FFF2-40B4-BE49-F238E27FC236}">
                  <a16:creationId xmlns:a16="http://schemas.microsoft.com/office/drawing/2014/main" id="{3C424704-4D6B-B42A-4418-44F53C830A7C}"/>
                </a:ext>
              </a:extLst>
            </p:cNvPr>
            <p:cNvCxnSpPr/>
            <p:nvPr/>
          </p:nvCxnSpPr>
          <p:spPr>
            <a:xfrm>
              <a:off x="0" y="4831994"/>
              <a:ext cx="12192000" cy="0"/>
            </a:xfrm>
            <a:prstGeom prst="line">
              <a:avLst/>
            </a:prstGeom>
            <a:noFill/>
            <a:ln w="6350" cap="rnd" cmpd="sng" algn="ctr">
              <a:solidFill>
                <a:srgbClr val="E9D6F2">
                  <a:alpha val="43922"/>
                </a:srgbClr>
              </a:solidFill>
              <a:prstDash val="solid"/>
              <a:round/>
            </a:ln>
            <a:effectLst/>
          </p:spPr>
        </p:cxnSp>
        <p:cxnSp>
          <p:nvCxnSpPr>
            <p:cNvPr id="292" name="小李PPT11-15">
              <a:extLst>
                <a:ext uri="{FF2B5EF4-FFF2-40B4-BE49-F238E27FC236}">
                  <a16:creationId xmlns:a16="http://schemas.microsoft.com/office/drawing/2014/main" id="{1B0613AC-5DAE-A539-F142-5B4B136F0118}"/>
                </a:ext>
              </a:extLst>
            </p:cNvPr>
            <p:cNvCxnSpPr/>
            <p:nvPr/>
          </p:nvCxnSpPr>
          <p:spPr>
            <a:xfrm>
              <a:off x="0" y="5181294"/>
              <a:ext cx="12192000" cy="0"/>
            </a:xfrm>
            <a:prstGeom prst="line">
              <a:avLst/>
            </a:prstGeom>
            <a:noFill/>
            <a:ln w="6350" cap="rnd" cmpd="sng" algn="ctr">
              <a:solidFill>
                <a:srgbClr val="E9D6F2">
                  <a:alpha val="43922"/>
                </a:srgbClr>
              </a:solidFill>
              <a:prstDash val="solid"/>
              <a:round/>
            </a:ln>
            <a:effectLst/>
          </p:spPr>
        </p:cxnSp>
        <p:cxnSp>
          <p:nvCxnSpPr>
            <p:cNvPr id="293" name="小李PPT11-16">
              <a:extLst>
                <a:ext uri="{FF2B5EF4-FFF2-40B4-BE49-F238E27FC236}">
                  <a16:creationId xmlns:a16="http://schemas.microsoft.com/office/drawing/2014/main" id="{A82AC189-FB20-5A34-F29A-29BC661D40C1}"/>
                </a:ext>
              </a:extLst>
            </p:cNvPr>
            <p:cNvCxnSpPr/>
            <p:nvPr/>
          </p:nvCxnSpPr>
          <p:spPr>
            <a:xfrm>
              <a:off x="0" y="5530595"/>
              <a:ext cx="12192000" cy="0"/>
            </a:xfrm>
            <a:prstGeom prst="line">
              <a:avLst/>
            </a:prstGeom>
            <a:noFill/>
            <a:ln w="6350" cap="rnd" cmpd="sng" algn="ctr">
              <a:solidFill>
                <a:srgbClr val="E9D6F2">
                  <a:alpha val="43922"/>
                </a:srgbClr>
              </a:solidFill>
              <a:prstDash val="solid"/>
              <a:round/>
            </a:ln>
            <a:effectLst/>
          </p:spPr>
        </p:cxnSp>
        <p:cxnSp>
          <p:nvCxnSpPr>
            <p:cNvPr id="294" name="小李PPT11-17">
              <a:extLst>
                <a:ext uri="{FF2B5EF4-FFF2-40B4-BE49-F238E27FC236}">
                  <a16:creationId xmlns:a16="http://schemas.microsoft.com/office/drawing/2014/main" id="{76B83A31-2D9E-D7BD-CA39-2AE556A84190}"/>
                </a:ext>
              </a:extLst>
            </p:cNvPr>
            <p:cNvCxnSpPr/>
            <p:nvPr/>
          </p:nvCxnSpPr>
          <p:spPr>
            <a:xfrm rot="5400000">
              <a:off x="2180157" y="3429001"/>
              <a:ext cx="6857998" cy="0"/>
            </a:xfrm>
            <a:prstGeom prst="line">
              <a:avLst/>
            </a:prstGeom>
            <a:noFill/>
            <a:ln w="6350" cap="rnd" cmpd="sng" algn="ctr">
              <a:solidFill>
                <a:srgbClr val="E9D6F2">
                  <a:alpha val="43922"/>
                </a:srgbClr>
              </a:solidFill>
              <a:prstDash val="solid"/>
              <a:round/>
            </a:ln>
            <a:effectLst/>
          </p:spPr>
        </p:cxnSp>
        <p:cxnSp>
          <p:nvCxnSpPr>
            <p:cNvPr id="295" name="小李PPT11-18">
              <a:extLst>
                <a:ext uri="{FF2B5EF4-FFF2-40B4-BE49-F238E27FC236}">
                  <a16:creationId xmlns:a16="http://schemas.microsoft.com/office/drawing/2014/main" id="{895F1AE6-1ED3-945C-7DBD-11795EA54ABE}"/>
                </a:ext>
              </a:extLst>
            </p:cNvPr>
            <p:cNvCxnSpPr/>
            <p:nvPr/>
          </p:nvCxnSpPr>
          <p:spPr>
            <a:xfrm rot="5400000">
              <a:off x="1826337" y="3429001"/>
              <a:ext cx="6857998" cy="0"/>
            </a:xfrm>
            <a:prstGeom prst="line">
              <a:avLst/>
            </a:prstGeom>
            <a:noFill/>
            <a:ln w="6350" cap="rnd" cmpd="sng" algn="ctr">
              <a:solidFill>
                <a:srgbClr val="E9D6F2">
                  <a:alpha val="43922"/>
                </a:srgbClr>
              </a:solidFill>
              <a:prstDash val="solid"/>
              <a:round/>
            </a:ln>
            <a:effectLst/>
          </p:spPr>
        </p:cxnSp>
        <p:cxnSp>
          <p:nvCxnSpPr>
            <p:cNvPr id="296" name="小李PPT11-19">
              <a:extLst>
                <a:ext uri="{FF2B5EF4-FFF2-40B4-BE49-F238E27FC236}">
                  <a16:creationId xmlns:a16="http://schemas.microsoft.com/office/drawing/2014/main" id="{762323E0-65C1-CE4A-4F8F-B2AA3BD5F737}"/>
                </a:ext>
              </a:extLst>
            </p:cNvPr>
            <p:cNvCxnSpPr/>
            <p:nvPr/>
          </p:nvCxnSpPr>
          <p:spPr>
            <a:xfrm rot="5400000">
              <a:off x="1472518" y="3429001"/>
              <a:ext cx="6857998" cy="0"/>
            </a:xfrm>
            <a:prstGeom prst="line">
              <a:avLst/>
            </a:prstGeom>
            <a:noFill/>
            <a:ln w="6350" cap="rnd" cmpd="sng" algn="ctr">
              <a:solidFill>
                <a:srgbClr val="E9D6F2">
                  <a:alpha val="43922"/>
                </a:srgbClr>
              </a:solidFill>
              <a:prstDash val="solid"/>
              <a:round/>
            </a:ln>
            <a:effectLst/>
          </p:spPr>
        </p:cxnSp>
        <p:cxnSp>
          <p:nvCxnSpPr>
            <p:cNvPr id="297" name="小李PPT11-20">
              <a:extLst>
                <a:ext uri="{FF2B5EF4-FFF2-40B4-BE49-F238E27FC236}">
                  <a16:creationId xmlns:a16="http://schemas.microsoft.com/office/drawing/2014/main" id="{F16FA46A-61DA-8608-A3F1-EB417B6C7478}"/>
                </a:ext>
              </a:extLst>
            </p:cNvPr>
            <p:cNvCxnSpPr/>
            <p:nvPr/>
          </p:nvCxnSpPr>
          <p:spPr>
            <a:xfrm rot="5400000">
              <a:off x="1118698" y="3429001"/>
              <a:ext cx="6857998" cy="0"/>
            </a:xfrm>
            <a:prstGeom prst="line">
              <a:avLst/>
            </a:prstGeom>
            <a:noFill/>
            <a:ln w="6350" cap="rnd" cmpd="sng" algn="ctr">
              <a:solidFill>
                <a:srgbClr val="E9D6F2">
                  <a:alpha val="43922"/>
                </a:srgbClr>
              </a:solidFill>
              <a:prstDash val="solid"/>
              <a:round/>
            </a:ln>
            <a:effectLst/>
          </p:spPr>
        </p:cxnSp>
        <p:cxnSp>
          <p:nvCxnSpPr>
            <p:cNvPr id="298" name="小李PPT11-21">
              <a:extLst>
                <a:ext uri="{FF2B5EF4-FFF2-40B4-BE49-F238E27FC236}">
                  <a16:creationId xmlns:a16="http://schemas.microsoft.com/office/drawing/2014/main" id="{837CC4D4-E4DB-55F1-C903-5BAFBE536376}"/>
                </a:ext>
              </a:extLst>
            </p:cNvPr>
            <p:cNvCxnSpPr/>
            <p:nvPr/>
          </p:nvCxnSpPr>
          <p:spPr>
            <a:xfrm rot="5400000">
              <a:off x="764879" y="3429001"/>
              <a:ext cx="6857998" cy="0"/>
            </a:xfrm>
            <a:prstGeom prst="line">
              <a:avLst/>
            </a:prstGeom>
            <a:noFill/>
            <a:ln w="6350" cap="rnd" cmpd="sng" algn="ctr">
              <a:solidFill>
                <a:srgbClr val="E9D6F2">
                  <a:alpha val="43922"/>
                </a:srgbClr>
              </a:solidFill>
              <a:prstDash val="solid"/>
              <a:round/>
            </a:ln>
            <a:effectLst/>
          </p:spPr>
        </p:cxnSp>
        <p:cxnSp>
          <p:nvCxnSpPr>
            <p:cNvPr id="299" name="小李PPT11-22">
              <a:extLst>
                <a:ext uri="{FF2B5EF4-FFF2-40B4-BE49-F238E27FC236}">
                  <a16:creationId xmlns:a16="http://schemas.microsoft.com/office/drawing/2014/main" id="{A18F6059-82B4-C7AD-5331-2ACCF967110E}"/>
                </a:ext>
              </a:extLst>
            </p:cNvPr>
            <p:cNvCxnSpPr/>
            <p:nvPr/>
          </p:nvCxnSpPr>
          <p:spPr>
            <a:xfrm rot="5400000">
              <a:off x="411061" y="3429001"/>
              <a:ext cx="6857998" cy="0"/>
            </a:xfrm>
            <a:prstGeom prst="line">
              <a:avLst/>
            </a:prstGeom>
            <a:noFill/>
            <a:ln w="6350" cap="rnd" cmpd="sng" algn="ctr">
              <a:solidFill>
                <a:srgbClr val="E9D6F2">
                  <a:alpha val="43922"/>
                </a:srgbClr>
              </a:solidFill>
              <a:prstDash val="solid"/>
              <a:round/>
            </a:ln>
            <a:effectLst/>
          </p:spPr>
        </p:cxnSp>
        <p:cxnSp>
          <p:nvCxnSpPr>
            <p:cNvPr id="300" name="小李PPT11-23">
              <a:extLst>
                <a:ext uri="{FF2B5EF4-FFF2-40B4-BE49-F238E27FC236}">
                  <a16:creationId xmlns:a16="http://schemas.microsoft.com/office/drawing/2014/main" id="{A9A85CAC-8B8C-CFE6-AB4A-7F43E4A9D781}"/>
                </a:ext>
              </a:extLst>
            </p:cNvPr>
            <p:cNvCxnSpPr/>
            <p:nvPr/>
          </p:nvCxnSpPr>
          <p:spPr>
            <a:xfrm rot="5400000">
              <a:off x="57241" y="3429001"/>
              <a:ext cx="6857998" cy="0"/>
            </a:xfrm>
            <a:prstGeom prst="line">
              <a:avLst/>
            </a:prstGeom>
            <a:noFill/>
            <a:ln w="6350" cap="rnd" cmpd="sng" algn="ctr">
              <a:solidFill>
                <a:srgbClr val="E9D6F2">
                  <a:alpha val="43922"/>
                </a:srgbClr>
              </a:solidFill>
              <a:prstDash val="solid"/>
              <a:round/>
            </a:ln>
            <a:effectLst/>
          </p:spPr>
        </p:cxnSp>
        <p:cxnSp>
          <p:nvCxnSpPr>
            <p:cNvPr id="301" name="小李PPT11-24">
              <a:extLst>
                <a:ext uri="{FF2B5EF4-FFF2-40B4-BE49-F238E27FC236}">
                  <a16:creationId xmlns:a16="http://schemas.microsoft.com/office/drawing/2014/main" id="{A084D740-B9DB-BA65-905B-6C99371D7667}"/>
                </a:ext>
              </a:extLst>
            </p:cNvPr>
            <p:cNvCxnSpPr/>
            <p:nvPr/>
          </p:nvCxnSpPr>
          <p:spPr>
            <a:xfrm rot="5400000">
              <a:off x="-296578" y="3429001"/>
              <a:ext cx="6857998" cy="0"/>
            </a:xfrm>
            <a:prstGeom prst="line">
              <a:avLst/>
            </a:prstGeom>
            <a:noFill/>
            <a:ln w="6350" cap="rnd" cmpd="sng" algn="ctr">
              <a:solidFill>
                <a:srgbClr val="E9D6F2">
                  <a:alpha val="43922"/>
                </a:srgbClr>
              </a:solidFill>
              <a:prstDash val="solid"/>
              <a:round/>
            </a:ln>
            <a:effectLst/>
          </p:spPr>
        </p:cxnSp>
        <p:cxnSp>
          <p:nvCxnSpPr>
            <p:cNvPr id="302" name="小李PPT11-25">
              <a:extLst>
                <a:ext uri="{FF2B5EF4-FFF2-40B4-BE49-F238E27FC236}">
                  <a16:creationId xmlns:a16="http://schemas.microsoft.com/office/drawing/2014/main" id="{4BC52A2B-58EE-7F90-8026-B11F33CD56A7}"/>
                </a:ext>
              </a:extLst>
            </p:cNvPr>
            <p:cNvCxnSpPr/>
            <p:nvPr/>
          </p:nvCxnSpPr>
          <p:spPr>
            <a:xfrm rot="5400000">
              <a:off x="-650398" y="3429001"/>
              <a:ext cx="6857998" cy="0"/>
            </a:xfrm>
            <a:prstGeom prst="line">
              <a:avLst/>
            </a:prstGeom>
            <a:noFill/>
            <a:ln w="6350" cap="rnd" cmpd="sng" algn="ctr">
              <a:solidFill>
                <a:srgbClr val="E9D6F2">
                  <a:alpha val="43922"/>
                </a:srgbClr>
              </a:solidFill>
              <a:prstDash val="solid"/>
              <a:round/>
            </a:ln>
            <a:effectLst/>
          </p:spPr>
        </p:cxnSp>
        <p:cxnSp>
          <p:nvCxnSpPr>
            <p:cNvPr id="303" name="小李PPT11-26">
              <a:extLst>
                <a:ext uri="{FF2B5EF4-FFF2-40B4-BE49-F238E27FC236}">
                  <a16:creationId xmlns:a16="http://schemas.microsoft.com/office/drawing/2014/main" id="{A6CBAFE8-1219-FADF-D00C-CEF2C972633A}"/>
                </a:ext>
              </a:extLst>
            </p:cNvPr>
            <p:cNvCxnSpPr/>
            <p:nvPr/>
          </p:nvCxnSpPr>
          <p:spPr>
            <a:xfrm rot="5400000">
              <a:off x="-1004217" y="3429001"/>
              <a:ext cx="6857998" cy="0"/>
            </a:xfrm>
            <a:prstGeom prst="line">
              <a:avLst/>
            </a:prstGeom>
            <a:noFill/>
            <a:ln w="6350" cap="rnd" cmpd="sng" algn="ctr">
              <a:solidFill>
                <a:srgbClr val="E9D6F2">
                  <a:alpha val="43922"/>
                </a:srgbClr>
              </a:solidFill>
              <a:prstDash val="solid"/>
              <a:round/>
            </a:ln>
            <a:effectLst/>
          </p:spPr>
        </p:cxnSp>
        <p:cxnSp>
          <p:nvCxnSpPr>
            <p:cNvPr id="304" name="小李PPT11-27">
              <a:extLst>
                <a:ext uri="{FF2B5EF4-FFF2-40B4-BE49-F238E27FC236}">
                  <a16:creationId xmlns:a16="http://schemas.microsoft.com/office/drawing/2014/main" id="{DF86F9CC-48C5-E7C3-9A84-2BB52248DB1E}"/>
                </a:ext>
              </a:extLst>
            </p:cNvPr>
            <p:cNvCxnSpPr/>
            <p:nvPr/>
          </p:nvCxnSpPr>
          <p:spPr>
            <a:xfrm rot="5400000">
              <a:off x="-1358036" y="3429001"/>
              <a:ext cx="6857998" cy="0"/>
            </a:xfrm>
            <a:prstGeom prst="line">
              <a:avLst/>
            </a:prstGeom>
            <a:noFill/>
            <a:ln w="6350" cap="rnd" cmpd="sng" algn="ctr">
              <a:solidFill>
                <a:srgbClr val="E9D6F2">
                  <a:alpha val="43922"/>
                </a:srgbClr>
              </a:solidFill>
              <a:prstDash val="solid"/>
              <a:round/>
            </a:ln>
            <a:effectLst/>
          </p:spPr>
        </p:cxnSp>
        <p:cxnSp>
          <p:nvCxnSpPr>
            <p:cNvPr id="305" name="小李PPT11-28">
              <a:extLst>
                <a:ext uri="{FF2B5EF4-FFF2-40B4-BE49-F238E27FC236}">
                  <a16:creationId xmlns:a16="http://schemas.microsoft.com/office/drawing/2014/main" id="{634DDDD0-AD3A-E164-6A22-7EA73F0DF471}"/>
                </a:ext>
              </a:extLst>
            </p:cNvPr>
            <p:cNvCxnSpPr/>
            <p:nvPr/>
          </p:nvCxnSpPr>
          <p:spPr>
            <a:xfrm rot="5400000">
              <a:off x="-1711856" y="3429001"/>
              <a:ext cx="6857998" cy="0"/>
            </a:xfrm>
            <a:prstGeom prst="line">
              <a:avLst/>
            </a:prstGeom>
            <a:noFill/>
            <a:ln w="6350" cap="rnd" cmpd="sng" algn="ctr">
              <a:solidFill>
                <a:srgbClr val="E9D6F2">
                  <a:alpha val="43922"/>
                </a:srgbClr>
              </a:solidFill>
              <a:prstDash val="solid"/>
              <a:round/>
            </a:ln>
            <a:effectLst/>
          </p:spPr>
        </p:cxnSp>
        <p:cxnSp>
          <p:nvCxnSpPr>
            <p:cNvPr id="306" name="小李PPT11-29">
              <a:extLst>
                <a:ext uri="{FF2B5EF4-FFF2-40B4-BE49-F238E27FC236}">
                  <a16:creationId xmlns:a16="http://schemas.microsoft.com/office/drawing/2014/main" id="{E8411CF7-545D-7752-3880-A26682214D26}"/>
                </a:ext>
              </a:extLst>
            </p:cNvPr>
            <p:cNvCxnSpPr/>
            <p:nvPr/>
          </p:nvCxnSpPr>
          <p:spPr>
            <a:xfrm rot="5400000">
              <a:off x="-2065675" y="3429001"/>
              <a:ext cx="6857998" cy="0"/>
            </a:xfrm>
            <a:prstGeom prst="line">
              <a:avLst/>
            </a:prstGeom>
            <a:noFill/>
            <a:ln w="6350" cap="rnd" cmpd="sng" algn="ctr">
              <a:solidFill>
                <a:srgbClr val="E9D6F2">
                  <a:alpha val="43922"/>
                </a:srgbClr>
              </a:solidFill>
              <a:prstDash val="solid"/>
              <a:round/>
            </a:ln>
            <a:effectLst/>
          </p:spPr>
        </p:cxnSp>
        <p:cxnSp>
          <p:nvCxnSpPr>
            <p:cNvPr id="307" name="小李PPT11-30">
              <a:extLst>
                <a:ext uri="{FF2B5EF4-FFF2-40B4-BE49-F238E27FC236}">
                  <a16:creationId xmlns:a16="http://schemas.microsoft.com/office/drawing/2014/main" id="{9C9BE50B-BAF8-F983-8B86-ADF4C2A49155}"/>
                </a:ext>
              </a:extLst>
            </p:cNvPr>
            <p:cNvCxnSpPr/>
            <p:nvPr/>
          </p:nvCxnSpPr>
          <p:spPr>
            <a:xfrm rot="5400000">
              <a:off x="-2419495" y="3429001"/>
              <a:ext cx="6857998" cy="0"/>
            </a:xfrm>
            <a:prstGeom prst="line">
              <a:avLst/>
            </a:prstGeom>
            <a:noFill/>
            <a:ln w="6350" cap="rnd" cmpd="sng" algn="ctr">
              <a:solidFill>
                <a:srgbClr val="E9D6F2">
                  <a:alpha val="43922"/>
                </a:srgbClr>
              </a:solidFill>
              <a:prstDash val="solid"/>
              <a:round/>
            </a:ln>
            <a:effectLst/>
          </p:spPr>
        </p:cxnSp>
        <p:cxnSp>
          <p:nvCxnSpPr>
            <p:cNvPr id="308" name="小李PPT11-31">
              <a:extLst>
                <a:ext uri="{FF2B5EF4-FFF2-40B4-BE49-F238E27FC236}">
                  <a16:creationId xmlns:a16="http://schemas.microsoft.com/office/drawing/2014/main" id="{207652CB-EEE9-9E62-ED0C-C5538C2293AA}"/>
                </a:ext>
              </a:extLst>
            </p:cNvPr>
            <p:cNvCxnSpPr/>
            <p:nvPr/>
          </p:nvCxnSpPr>
          <p:spPr>
            <a:xfrm rot="5400000">
              <a:off x="-2773314" y="3429001"/>
              <a:ext cx="6857998" cy="0"/>
            </a:xfrm>
            <a:prstGeom prst="line">
              <a:avLst/>
            </a:prstGeom>
            <a:noFill/>
            <a:ln w="6350" cap="rnd" cmpd="sng" algn="ctr">
              <a:solidFill>
                <a:srgbClr val="E9D6F2">
                  <a:alpha val="43922"/>
                </a:srgbClr>
              </a:solidFill>
              <a:prstDash val="solid"/>
              <a:round/>
            </a:ln>
            <a:effectLst/>
          </p:spPr>
        </p:cxnSp>
        <p:cxnSp>
          <p:nvCxnSpPr>
            <p:cNvPr id="309" name="小李PPT11-32">
              <a:extLst>
                <a:ext uri="{FF2B5EF4-FFF2-40B4-BE49-F238E27FC236}">
                  <a16:creationId xmlns:a16="http://schemas.microsoft.com/office/drawing/2014/main" id="{6E042C72-6234-B5FE-0F29-46E45950958C}"/>
                </a:ext>
              </a:extLst>
            </p:cNvPr>
            <p:cNvCxnSpPr/>
            <p:nvPr/>
          </p:nvCxnSpPr>
          <p:spPr>
            <a:xfrm rot="5400000">
              <a:off x="-3127134" y="3429001"/>
              <a:ext cx="6857998" cy="0"/>
            </a:xfrm>
            <a:prstGeom prst="line">
              <a:avLst/>
            </a:prstGeom>
            <a:noFill/>
            <a:ln w="6350" cap="rnd" cmpd="sng" algn="ctr">
              <a:solidFill>
                <a:srgbClr val="E9D6F2">
                  <a:alpha val="43922"/>
                </a:srgbClr>
              </a:solidFill>
              <a:prstDash val="solid"/>
              <a:round/>
            </a:ln>
            <a:effectLst/>
          </p:spPr>
        </p:cxnSp>
        <p:cxnSp>
          <p:nvCxnSpPr>
            <p:cNvPr id="310" name="小李PPT11-33">
              <a:extLst>
                <a:ext uri="{FF2B5EF4-FFF2-40B4-BE49-F238E27FC236}">
                  <a16:creationId xmlns:a16="http://schemas.microsoft.com/office/drawing/2014/main" id="{049B3365-36B4-07A8-6740-9088C537C85B}"/>
                </a:ext>
              </a:extLst>
            </p:cNvPr>
            <p:cNvCxnSpPr/>
            <p:nvPr/>
          </p:nvCxnSpPr>
          <p:spPr>
            <a:xfrm rot="5400000">
              <a:off x="6781801" y="3429001"/>
              <a:ext cx="6857998" cy="0"/>
            </a:xfrm>
            <a:prstGeom prst="line">
              <a:avLst/>
            </a:prstGeom>
            <a:noFill/>
            <a:ln w="6350" cap="rnd" cmpd="sng" algn="ctr">
              <a:solidFill>
                <a:srgbClr val="E9D6F2">
                  <a:alpha val="43922"/>
                </a:srgbClr>
              </a:solidFill>
              <a:prstDash val="solid"/>
              <a:round/>
            </a:ln>
            <a:effectLst/>
          </p:spPr>
        </p:cxnSp>
        <p:cxnSp>
          <p:nvCxnSpPr>
            <p:cNvPr id="311" name="小李PPT11-34">
              <a:extLst>
                <a:ext uri="{FF2B5EF4-FFF2-40B4-BE49-F238E27FC236}">
                  <a16:creationId xmlns:a16="http://schemas.microsoft.com/office/drawing/2014/main" id="{420CD8AD-E89C-827A-ABCF-1CEBFF0419BA}"/>
                </a:ext>
              </a:extLst>
            </p:cNvPr>
            <p:cNvCxnSpPr/>
            <p:nvPr/>
          </p:nvCxnSpPr>
          <p:spPr>
            <a:xfrm rot="5400000">
              <a:off x="6427982" y="3429001"/>
              <a:ext cx="6857998" cy="0"/>
            </a:xfrm>
            <a:prstGeom prst="line">
              <a:avLst/>
            </a:prstGeom>
            <a:noFill/>
            <a:ln w="6350" cap="rnd" cmpd="sng" algn="ctr">
              <a:solidFill>
                <a:srgbClr val="E9D6F2">
                  <a:alpha val="43922"/>
                </a:srgbClr>
              </a:solidFill>
              <a:prstDash val="solid"/>
              <a:round/>
            </a:ln>
            <a:effectLst/>
          </p:spPr>
        </p:cxnSp>
        <p:cxnSp>
          <p:nvCxnSpPr>
            <p:cNvPr id="312" name="小李PPT11-35">
              <a:extLst>
                <a:ext uri="{FF2B5EF4-FFF2-40B4-BE49-F238E27FC236}">
                  <a16:creationId xmlns:a16="http://schemas.microsoft.com/office/drawing/2014/main" id="{137F6894-5BEE-7333-0AA7-51A1C2BAD20B}"/>
                </a:ext>
              </a:extLst>
            </p:cNvPr>
            <p:cNvCxnSpPr/>
            <p:nvPr/>
          </p:nvCxnSpPr>
          <p:spPr>
            <a:xfrm rot="5400000">
              <a:off x="6074162" y="3429001"/>
              <a:ext cx="6857998" cy="0"/>
            </a:xfrm>
            <a:prstGeom prst="line">
              <a:avLst/>
            </a:prstGeom>
            <a:noFill/>
            <a:ln w="6350" cap="rnd" cmpd="sng" algn="ctr">
              <a:solidFill>
                <a:srgbClr val="E9D6F2">
                  <a:alpha val="43922"/>
                </a:srgbClr>
              </a:solidFill>
              <a:prstDash val="solid"/>
              <a:round/>
            </a:ln>
            <a:effectLst/>
          </p:spPr>
        </p:cxnSp>
        <p:cxnSp>
          <p:nvCxnSpPr>
            <p:cNvPr id="313" name="小李PPT11-36">
              <a:extLst>
                <a:ext uri="{FF2B5EF4-FFF2-40B4-BE49-F238E27FC236}">
                  <a16:creationId xmlns:a16="http://schemas.microsoft.com/office/drawing/2014/main" id="{277488F4-28EB-DBB0-868B-C75D2ED71605}"/>
                </a:ext>
              </a:extLst>
            </p:cNvPr>
            <p:cNvCxnSpPr/>
            <p:nvPr/>
          </p:nvCxnSpPr>
          <p:spPr>
            <a:xfrm rot="5400000">
              <a:off x="5720343" y="3429001"/>
              <a:ext cx="6857998" cy="0"/>
            </a:xfrm>
            <a:prstGeom prst="line">
              <a:avLst/>
            </a:prstGeom>
            <a:noFill/>
            <a:ln w="6350" cap="rnd" cmpd="sng" algn="ctr">
              <a:solidFill>
                <a:srgbClr val="E9D6F2">
                  <a:alpha val="43922"/>
                </a:srgbClr>
              </a:solidFill>
              <a:prstDash val="solid"/>
              <a:round/>
            </a:ln>
            <a:effectLst/>
          </p:spPr>
        </p:cxnSp>
        <p:cxnSp>
          <p:nvCxnSpPr>
            <p:cNvPr id="314" name="小李PPT11-37">
              <a:extLst>
                <a:ext uri="{FF2B5EF4-FFF2-40B4-BE49-F238E27FC236}">
                  <a16:creationId xmlns:a16="http://schemas.microsoft.com/office/drawing/2014/main" id="{87F177A2-A3F1-22FA-9DBD-ABFD01923873}"/>
                </a:ext>
              </a:extLst>
            </p:cNvPr>
            <p:cNvCxnSpPr/>
            <p:nvPr/>
          </p:nvCxnSpPr>
          <p:spPr>
            <a:xfrm rot="5400000">
              <a:off x="5366523" y="3429001"/>
              <a:ext cx="6857998" cy="0"/>
            </a:xfrm>
            <a:prstGeom prst="line">
              <a:avLst/>
            </a:prstGeom>
            <a:noFill/>
            <a:ln w="6350" cap="sq" cmpd="dbl" algn="ctr">
              <a:solidFill>
                <a:srgbClr val="E9D6F2">
                  <a:alpha val="43922"/>
                </a:srgbClr>
              </a:solidFill>
              <a:prstDash val="solid"/>
              <a:round/>
            </a:ln>
            <a:effectLst/>
          </p:spPr>
        </p:cxnSp>
        <p:cxnSp>
          <p:nvCxnSpPr>
            <p:cNvPr id="315" name="小李PPT11-38">
              <a:extLst>
                <a:ext uri="{FF2B5EF4-FFF2-40B4-BE49-F238E27FC236}">
                  <a16:creationId xmlns:a16="http://schemas.microsoft.com/office/drawing/2014/main" id="{0AECCCE5-CE1D-767C-75D0-BAF3B6E005EE}"/>
                </a:ext>
              </a:extLst>
            </p:cNvPr>
            <p:cNvCxnSpPr/>
            <p:nvPr/>
          </p:nvCxnSpPr>
          <p:spPr>
            <a:xfrm rot="5400000">
              <a:off x="5012704" y="3429001"/>
              <a:ext cx="6857998" cy="0"/>
            </a:xfrm>
            <a:prstGeom prst="line">
              <a:avLst/>
            </a:prstGeom>
            <a:noFill/>
            <a:ln w="6350" cap="rnd" cmpd="sng" algn="ctr">
              <a:solidFill>
                <a:srgbClr val="E9D6F2">
                  <a:alpha val="43922"/>
                </a:srgbClr>
              </a:solidFill>
              <a:prstDash val="solid"/>
              <a:round/>
            </a:ln>
            <a:effectLst/>
          </p:spPr>
        </p:cxnSp>
        <p:cxnSp>
          <p:nvCxnSpPr>
            <p:cNvPr id="316" name="小李PPT11-39">
              <a:extLst>
                <a:ext uri="{FF2B5EF4-FFF2-40B4-BE49-F238E27FC236}">
                  <a16:creationId xmlns:a16="http://schemas.microsoft.com/office/drawing/2014/main" id="{CB7F1A7A-E6A0-7A68-3F2B-34A01BDAC13B}"/>
                </a:ext>
              </a:extLst>
            </p:cNvPr>
            <p:cNvCxnSpPr/>
            <p:nvPr/>
          </p:nvCxnSpPr>
          <p:spPr>
            <a:xfrm rot="5400000">
              <a:off x="4658885" y="3429001"/>
              <a:ext cx="6857998" cy="0"/>
            </a:xfrm>
            <a:prstGeom prst="line">
              <a:avLst/>
            </a:prstGeom>
            <a:noFill/>
            <a:ln w="6350" cap="rnd" cmpd="sng" algn="ctr">
              <a:solidFill>
                <a:srgbClr val="E9D6F2">
                  <a:alpha val="43922"/>
                </a:srgbClr>
              </a:solidFill>
              <a:prstDash val="solid"/>
              <a:round/>
            </a:ln>
            <a:effectLst/>
          </p:spPr>
        </p:cxnSp>
        <p:cxnSp>
          <p:nvCxnSpPr>
            <p:cNvPr id="317" name="小李PPT11-40">
              <a:extLst>
                <a:ext uri="{FF2B5EF4-FFF2-40B4-BE49-F238E27FC236}">
                  <a16:creationId xmlns:a16="http://schemas.microsoft.com/office/drawing/2014/main" id="{9E312751-11DF-6422-C789-4B449ADC5DE9}"/>
                </a:ext>
              </a:extLst>
            </p:cNvPr>
            <p:cNvCxnSpPr/>
            <p:nvPr/>
          </p:nvCxnSpPr>
          <p:spPr>
            <a:xfrm rot="5400000">
              <a:off x="4305065" y="3429001"/>
              <a:ext cx="6857998" cy="0"/>
            </a:xfrm>
            <a:prstGeom prst="line">
              <a:avLst/>
            </a:prstGeom>
            <a:noFill/>
            <a:ln w="6350" cap="rnd" cmpd="sng" algn="ctr">
              <a:solidFill>
                <a:srgbClr val="E9D6F2">
                  <a:alpha val="43922"/>
                </a:srgbClr>
              </a:solidFill>
              <a:prstDash val="solid"/>
              <a:round/>
            </a:ln>
            <a:effectLst/>
          </p:spPr>
        </p:cxnSp>
        <p:cxnSp>
          <p:nvCxnSpPr>
            <p:cNvPr id="318" name="小李PPT11-41">
              <a:extLst>
                <a:ext uri="{FF2B5EF4-FFF2-40B4-BE49-F238E27FC236}">
                  <a16:creationId xmlns:a16="http://schemas.microsoft.com/office/drawing/2014/main" id="{F61C06DF-F39E-C689-56B9-7D96478DB0A2}"/>
                </a:ext>
              </a:extLst>
            </p:cNvPr>
            <p:cNvCxnSpPr/>
            <p:nvPr/>
          </p:nvCxnSpPr>
          <p:spPr>
            <a:xfrm rot="5400000">
              <a:off x="3951246" y="3429001"/>
              <a:ext cx="6857998" cy="0"/>
            </a:xfrm>
            <a:prstGeom prst="line">
              <a:avLst/>
            </a:prstGeom>
            <a:noFill/>
            <a:ln w="6350" cap="rnd" cmpd="sng" algn="ctr">
              <a:solidFill>
                <a:srgbClr val="E9D6F2">
                  <a:alpha val="43922"/>
                </a:srgbClr>
              </a:solidFill>
              <a:prstDash val="solid"/>
              <a:round/>
            </a:ln>
            <a:effectLst/>
          </p:spPr>
        </p:cxnSp>
        <p:cxnSp>
          <p:nvCxnSpPr>
            <p:cNvPr id="319" name="小李PPT11-42">
              <a:extLst>
                <a:ext uri="{FF2B5EF4-FFF2-40B4-BE49-F238E27FC236}">
                  <a16:creationId xmlns:a16="http://schemas.microsoft.com/office/drawing/2014/main" id="{821DE1F9-6A60-BD97-B7F4-92D265C76E6E}"/>
                </a:ext>
              </a:extLst>
            </p:cNvPr>
            <p:cNvCxnSpPr/>
            <p:nvPr/>
          </p:nvCxnSpPr>
          <p:spPr>
            <a:xfrm rot="5400000">
              <a:off x="3597426" y="3429001"/>
              <a:ext cx="6857998" cy="0"/>
            </a:xfrm>
            <a:prstGeom prst="line">
              <a:avLst/>
            </a:prstGeom>
            <a:noFill/>
            <a:ln w="6350" cap="rnd" cmpd="sng" algn="ctr">
              <a:solidFill>
                <a:srgbClr val="E9D6F2">
                  <a:alpha val="43922"/>
                </a:srgbClr>
              </a:solidFill>
              <a:prstDash val="solid"/>
              <a:round/>
            </a:ln>
            <a:effectLst/>
          </p:spPr>
        </p:cxnSp>
        <p:cxnSp>
          <p:nvCxnSpPr>
            <p:cNvPr id="320" name="小李PPT11-43">
              <a:extLst>
                <a:ext uri="{FF2B5EF4-FFF2-40B4-BE49-F238E27FC236}">
                  <a16:creationId xmlns:a16="http://schemas.microsoft.com/office/drawing/2014/main" id="{4DC49DD9-18C9-B5B1-AFC4-AAECE95C9F41}"/>
                </a:ext>
              </a:extLst>
            </p:cNvPr>
            <p:cNvCxnSpPr/>
            <p:nvPr/>
          </p:nvCxnSpPr>
          <p:spPr>
            <a:xfrm rot="5400000">
              <a:off x="3243607" y="3429001"/>
              <a:ext cx="6857998" cy="0"/>
            </a:xfrm>
            <a:prstGeom prst="line">
              <a:avLst/>
            </a:prstGeom>
            <a:noFill/>
            <a:ln w="6350" cap="rnd" cmpd="sng" algn="ctr">
              <a:solidFill>
                <a:srgbClr val="E9D6F2">
                  <a:alpha val="43922"/>
                </a:srgbClr>
              </a:solidFill>
              <a:prstDash val="solid"/>
              <a:round/>
            </a:ln>
            <a:effectLst/>
          </p:spPr>
        </p:cxnSp>
        <p:cxnSp>
          <p:nvCxnSpPr>
            <p:cNvPr id="321" name="小李PPT11-44">
              <a:extLst>
                <a:ext uri="{FF2B5EF4-FFF2-40B4-BE49-F238E27FC236}">
                  <a16:creationId xmlns:a16="http://schemas.microsoft.com/office/drawing/2014/main" id="{7F79D255-A1F0-9774-6C70-8389D2C97FDF}"/>
                </a:ext>
              </a:extLst>
            </p:cNvPr>
            <p:cNvCxnSpPr/>
            <p:nvPr/>
          </p:nvCxnSpPr>
          <p:spPr>
            <a:xfrm rot="5400000">
              <a:off x="2889789" y="3429001"/>
              <a:ext cx="6857998" cy="0"/>
            </a:xfrm>
            <a:prstGeom prst="line">
              <a:avLst/>
            </a:prstGeom>
            <a:noFill/>
            <a:ln w="6350" cap="rnd" cmpd="sng" algn="ctr">
              <a:solidFill>
                <a:srgbClr val="E9D6F2">
                  <a:alpha val="43922"/>
                </a:srgbClr>
              </a:solidFill>
              <a:prstDash val="solid"/>
              <a:round/>
            </a:ln>
            <a:effectLst/>
          </p:spPr>
        </p:cxnSp>
        <p:cxnSp>
          <p:nvCxnSpPr>
            <p:cNvPr id="322" name="小李PPT11-45">
              <a:extLst>
                <a:ext uri="{FF2B5EF4-FFF2-40B4-BE49-F238E27FC236}">
                  <a16:creationId xmlns:a16="http://schemas.microsoft.com/office/drawing/2014/main" id="{AF475B96-315D-746A-65A7-19DC016186CA}"/>
                </a:ext>
              </a:extLst>
            </p:cNvPr>
            <p:cNvCxnSpPr/>
            <p:nvPr/>
          </p:nvCxnSpPr>
          <p:spPr>
            <a:xfrm rot="5400000">
              <a:off x="2535969" y="3429001"/>
              <a:ext cx="6857998" cy="0"/>
            </a:xfrm>
            <a:prstGeom prst="line">
              <a:avLst/>
            </a:prstGeom>
            <a:noFill/>
            <a:ln w="6350" cap="rnd" cmpd="sng" algn="ctr">
              <a:solidFill>
                <a:srgbClr val="E9D6F2">
                  <a:alpha val="43922"/>
                </a:srgbClr>
              </a:solidFill>
              <a:prstDash val="solid"/>
              <a:round/>
            </a:ln>
            <a:effectLst/>
          </p:spPr>
        </p:cxnSp>
        <p:cxnSp>
          <p:nvCxnSpPr>
            <p:cNvPr id="323" name="小李PPT11-46">
              <a:extLst>
                <a:ext uri="{FF2B5EF4-FFF2-40B4-BE49-F238E27FC236}">
                  <a16:creationId xmlns:a16="http://schemas.microsoft.com/office/drawing/2014/main" id="{781B8F5A-DC8E-1A21-CDAF-9A4AC6FE1570}"/>
                </a:ext>
              </a:extLst>
            </p:cNvPr>
            <p:cNvCxnSpPr/>
            <p:nvPr/>
          </p:nvCxnSpPr>
          <p:spPr>
            <a:xfrm>
              <a:off x="0" y="5868315"/>
              <a:ext cx="12192000" cy="0"/>
            </a:xfrm>
            <a:prstGeom prst="line">
              <a:avLst/>
            </a:prstGeom>
            <a:noFill/>
            <a:ln w="6350" cap="rnd" cmpd="sng" algn="ctr">
              <a:solidFill>
                <a:srgbClr val="E9D6F2">
                  <a:alpha val="43922"/>
                </a:srgbClr>
              </a:solidFill>
              <a:prstDash val="solid"/>
              <a:round/>
            </a:ln>
            <a:effectLst/>
          </p:spPr>
        </p:cxnSp>
        <p:cxnSp>
          <p:nvCxnSpPr>
            <p:cNvPr id="324" name="小李PPT11-47">
              <a:extLst>
                <a:ext uri="{FF2B5EF4-FFF2-40B4-BE49-F238E27FC236}">
                  <a16:creationId xmlns:a16="http://schemas.microsoft.com/office/drawing/2014/main" id="{96479C3C-8F94-6780-E275-3B6ACB320E08}"/>
                </a:ext>
              </a:extLst>
            </p:cNvPr>
            <p:cNvCxnSpPr/>
            <p:nvPr/>
          </p:nvCxnSpPr>
          <p:spPr>
            <a:xfrm>
              <a:off x="0" y="6217616"/>
              <a:ext cx="12192000" cy="0"/>
            </a:xfrm>
            <a:prstGeom prst="line">
              <a:avLst/>
            </a:prstGeom>
            <a:noFill/>
            <a:ln w="6350" cap="rnd" cmpd="sng" algn="ctr">
              <a:solidFill>
                <a:srgbClr val="E9D6F2">
                  <a:alpha val="43922"/>
                </a:srgbClr>
              </a:solidFill>
              <a:prstDash val="solid"/>
              <a:round/>
            </a:ln>
            <a:effectLst/>
          </p:spPr>
        </p:cxnSp>
        <p:cxnSp>
          <p:nvCxnSpPr>
            <p:cNvPr id="325" name="小李PPT11-48">
              <a:extLst>
                <a:ext uri="{FF2B5EF4-FFF2-40B4-BE49-F238E27FC236}">
                  <a16:creationId xmlns:a16="http://schemas.microsoft.com/office/drawing/2014/main" id="{E1E294E3-8556-D46B-FF78-3E32C6CFAC92}"/>
                </a:ext>
              </a:extLst>
            </p:cNvPr>
            <p:cNvCxnSpPr/>
            <p:nvPr/>
          </p:nvCxnSpPr>
          <p:spPr>
            <a:xfrm>
              <a:off x="0" y="6566917"/>
              <a:ext cx="12192000" cy="0"/>
            </a:xfrm>
            <a:prstGeom prst="line">
              <a:avLst/>
            </a:prstGeom>
            <a:noFill/>
            <a:ln w="6350" cap="rnd" cmpd="sng" algn="ctr">
              <a:solidFill>
                <a:srgbClr val="E9D6F2">
                  <a:alpha val="43922"/>
                </a:srgbClr>
              </a:solidFill>
              <a:prstDash val="solid"/>
              <a:round/>
            </a:ln>
            <a:effectLst/>
          </p:spPr>
        </p:cxnSp>
        <p:cxnSp>
          <p:nvCxnSpPr>
            <p:cNvPr id="326" name="小李PPT11-49">
              <a:extLst>
                <a:ext uri="{FF2B5EF4-FFF2-40B4-BE49-F238E27FC236}">
                  <a16:creationId xmlns:a16="http://schemas.microsoft.com/office/drawing/2014/main" id="{7346756B-3873-E60D-A288-7E9A8DFEA634}"/>
                </a:ext>
              </a:extLst>
            </p:cNvPr>
            <p:cNvCxnSpPr/>
            <p:nvPr/>
          </p:nvCxnSpPr>
          <p:spPr>
            <a:xfrm rot="5400000">
              <a:off x="8532255" y="3429001"/>
              <a:ext cx="6857998" cy="0"/>
            </a:xfrm>
            <a:prstGeom prst="line">
              <a:avLst/>
            </a:prstGeom>
            <a:noFill/>
            <a:ln w="6350" cap="rnd" cmpd="sng" algn="ctr">
              <a:solidFill>
                <a:srgbClr val="E9D6F2">
                  <a:alpha val="43922"/>
                </a:srgbClr>
              </a:solidFill>
              <a:prstDash val="solid"/>
              <a:round/>
            </a:ln>
            <a:effectLst/>
          </p:spPr>
        </p:cxnSp>
        <p:cxnSp>
          <p:nvCxnSpPr>
            <p:cNvPr id="327" name="小李PPT11-50">
              <a:extLst>
                <a:ext uri="{FF2B5EF4-FFF2-40B4-BE49-F238E27FC236}">
                  <a16:creationId xmlns:a16="http://schemas.microsoft.com/office/drawing/2014/main" id="{0A6E9455-03E3-BADC-DDE6-9A8E6C11EF94}"/>
                </a:ext>
              </a:extLst>
            </p:cNvPr>
            <p:cNvCxnSpPr/>
            <p:nvPr/>
          </p:nvCxnSpPr>
          <p:spPr>
            <a:xfrm rot="5400000">
              <a:off x="8178436" y="3429001"/>
              <a:ext cx="6857998" cy="0"/>
            </a:xfrm>
            <a:prstGeom prst="line">
              <a:avLst/>
            </a:prstGeom>
            <a:noFill/>
            <a:ln w="6350" cap="rnd" cmpd="sng" algn="ctr">
              <a:solidFill>
                <a:srgbClr val="E9D6F2">
                  <a:alpha val="43922"/>
                </a:srgbClr>
              </a:solidFill>
              <a:prstDash val="solid"/>
              <a:round/>
            </a:ln>
            <a:effectLst/>
          </p:spPr>
        </p:cxnSp>
        <p:cxnSp>
          <p:nvCxnSpPr>
            <p:cNvPr id="328" name="小李PPT11-51">
              <a:extLst>
                <a:ext uri="{FF2B5EF4-FFF2-40B4-BE49-F238E27FC236}">
                  <a16:creationId xmlns:a16="http://schemas.microsoft.com/office/drawing/2014/main" id="{2225C28C-74AF-D02A-A946-AF945155C451}"/>
                </a:ext>
              </a:extLst>
            </p:cNvPr>
            <p:cNvCxnSpPr/>
            <p:nvPr/>
          </p:nvCxnSpPr>
          <p:spPr>
            <a:xfrm rot="5400000">
              <a:off x="7824616" y="3429001"/>
              <a:ext cx="6857998" cy="0"/>
            </a:xfrm>
            <a:prstGeom prst="line">
              <a:avLst/>
            </a:prstGeom>
            <a:noFill/>
            <a:ln w="6350" cap="rnd" cmpd="sng" algn="ctr">
              <a:solidFill>
                <a:srgbClr val="E9D6F2">
                  <a:alpha val="43922"/>
                </a:srgbClr>
              </a:solidFill>
              <a:prstDash val="solid"/>
              <a:round/>
            </a:ln>
            <a:effectLst/>
          </p:spPr>
        </p:cxnSp>
        <p:cxnSp>
          <p:nvCxnSpPr>
            <p:cNvPr id="329" name="小李PPT11-52">
              <a:extLst>
                <a:ext uri="{FF2B5EF4-FFF2-40B4-BE49-F238E27FC236}">
                  <a16:creationId xmlns:a16="http://schemas.microsoft.com/office/drawing/2014/main" id="{36812C8E-00B0-954B-26D4-E52E0009D8D6}"/>
                </a:ext>
              </a:extLst>
            </p:cNvPr>
            <p:cNvCxnSpPr/>
            <p:nvPr/>
          </p:nvCxnSpPr>
          <p:spPr>
            <a:xfrm rot="5400000">
              <a:off x="7470797" y="3429001"/>
              <a:ext cx="6857998" cy="0"/>
            </a:xfrm>
            <a:prstGeom prst="line">
              <a:avLst/>
            </a:prstGeom>
            <a:noFill/>
            <a:ln w="6350" cap="rnd" cmpd="sng" algn="ctr">
              <a:solidFill>
                <a:srgbClr val="E9D6F2">
                  <a:alpha val="43922"/>
                </a:srgbClr>
              </a:solidFill>
              <a:prstDash val="solid"/>
              <a:round/>
            </a:ln>
            <a:effectLst/>
          </p:spPr>
        </p:cxnSp>
        <p:cxnSp>
          <p:nvCxnSpPr>
            <p:cNvPr id="330" name="小李PPT11-53">
              <a:extLst>
                <a:ext uri="{FF2B5EF4-FFF2-40B4-BE49-F238E27FC236}">
                  <a16:creationId xmlns:a16="http://schemas.microsoft.com/office/drawing/2014/main" id="{AAA0CBAD-C7A5-2E8C-B487-49E82FAF197F}"/>
                </a:ext>
              </a:extLst>
            </p:cNvPr>
            <p:cNvCxnSpPr/>
            <p:nvPr/>
          </p:nvCxnSpPr>
          <p:spPr>
            <a:xfrm rot="5400000">
              <a:off x="7116978" y="3429001"/>
              <a:ext cx="6857998" cy="0"/>
            </a:xfrm>
            <a:prstGeom prst="line">
              <a:avLst/>
            </a:prstGeom>
            <a:noFill/>
            <a:ln w="6350" cap="rnd" cmpd="sng" algn="ctr">
              <a:solidFill>
                <a:srgbClr val="E9D6F2">
                  <a:alpha val="43922"/>
                </a:srgbClr>
              </a:solidFill>
              <a:prstDash val="solid"/>
              <a:round/>
            </a:ln>
            <a:effectLst/>
          </p:spPr>
        </p:cxnSp>
      </p:grpSp>
      <p:grpSp>
        <p:nvGrpSpPr>
          <p:cNvPr id="332" name="组合 331">
            <a:extLst>
              <a:ext uri="{FF2B5EF4-FFF2-40B4-BE49-F238E27FC236}">
                <a16:creationId xmlns:a16="http://schemas.microsoft.com/office/drawing/2014/main" id="{48CB0609-70FF-2A70-3406-9F56BA4134F6}"/>
              </a:ext>
            </a:extLst>
          </p:cNvPr>
          <p:cNvGrpSpPr/>
          <p:nvPr/>
        </p:nvGrpSpPr>
        <p:grpSpPr>
          <a:xfrm>
            <a:off x="192793" y="185088"/>
            <a:ext cx="5541145" cy="731415"/>
            <a:chOff x="412929" y="337490"/>
            <a:chExt cx="5638629" cy="779029"/>
          </a:xfrm>
        </p:grpSpPr>
        <p:grpSp>
          <p:nvGrpSpPr>
            <p:cNvPr id="68" name="组合 67">
              <a:extLst>
                <a:ext uri="{FF2B5EF4-FFF2-40B4-BE49-F238E27FC236}">
                  <a16:creationId xmlns:a16="http://schemas.microsoft.com/office/drawing/2014/main" id="{DEAD473B-E94B-4204-C07D-2B71699982A3}"/>
                </a:ext>
              </a:extLst>
            </p:cNvPr>
            <p:cNvGrpSpPr/>
            <p:nvPr/>
          </p:nvGrpSpPr>
          <p:grpSpPr>
            <a:xfrm>
              <a:off x="412929" y="337490"/>
              <a:ext cx="5638629" cy="779029"/>
              <a:chOff x="392813" y="373931"/>
              <a:chExt cx="3163915" cy="483849"/>
            </a:xfrm>
          </p:grpSpPr>
          <p:sp>
            <p:nvSpPr>
              <p:cNvPr id="27" name="任意多边形: 形状 61">
                <a:extLst>
                  <a:ext uri="{FF2B5EF4-FFF2-40B4-BE49-F238E27FC236}">
                    <a16:creationId xmlns:a16="http://schemas.microsoft.com/office/drawing/2014/main" id="{4568F332-B380-6EC4-9315-8C954162131A}"/>
                  </a:ext>
                </a:extLst>
              </p:cNvPr>
              <p:cNvSpPr/>
              <p:nvPr/>
            </p:nvSpPr>
            <p:spPr>
              <a:xfrm>
                <a:off x="522287" y="427864"/>
                <a:ext cx="3034441" cy="375982"/>
              </a:xfrm>
              <a:prstGeom prst="parallelogram">
                <a:avLst>
                  <a:gd name="adj" fmla="val 52926"/>
                </a:avLst>
              </a:prstGeom>
              <a:gradFill flip="none" rotWithShape="1">
                <a:gsLst>
                  <a:gs pos="0">
                    <a:srgbClr val="FFFFFF"/>
                  </a:gs>
                  <a:gs pos="100000">
                    <a:srgbClr val="BB39A0">
                      <a:alpha val="84000"/>
                    </a:srgbClr>
                  </a:gs>
                </a:gsLst>
                <a:lin ang="10800000" scaled="1"/>
                <a:tileRect/>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2" name="任意多边形: 形状 61">
                <a:extLst>
                  <a:ext uri="{FF2B5EF4-FFF2-40B4-BE49-F238E27FC236}">
                    <a16:creationId xmlns:a16="http://schemas.microsoft.com/office/drawing/2014/main" id="{B4D704B6-5055-FA81-4A4E-ED7DBFD438E4}"/>
                  </a:ext>
                </a:extLst>
              </p:cNvPr>
              <p:cNvSpPr/>
              <p:nvPr/>
            </p:nvSpPr>
            <p:spPr>
              <a:xfrm>
                <a:off x="392813" y="399042"/>
                <a:ext cx="221149" cy="260109"/>
              </a:xfrm>
              <a:prstGeom prst="parallelogram">
                <a:avLst>
                  <a:gd name="adj" fmla="val 64309"/>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任意多边形: 形状 61">
                <a:extLst>
                  <a:ext uri="{FF2B5EF4-FFF2-40B4-BE49-F238E27FC236}">
                    <a16:creationId xmlns:a16="http://schemas.microsoft.com/office/drawing/2014/main" id="{A5B511BF-BB56-51CC-5CE5-FD63596A28A8}"/>
                  </a:ext>
                </a:extLst>
              </p:cNvPr>
              <p:cNvSpPr/>
              <p:nvPr/>
            </p:nvSpPr>
            <p:spPr>
              <a:xfrm>
                <a:off x="407458" y="373931"/>
                <a:ext cx="413280" cy="483849"/>
              </a:xfrm>
              <a:prstGeom prst="parallelogram">
                <a:avLst>
                  <a:gd name="adj" fmla="val 61503"/>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331" name="小李PPT1">
              <a:extLst>
                <a:ext uri="{FF2B5EF4-FFF2-40B4-BE49-F238E27FC236}">
                  <a16:creationId xmlns:a16="http://schemas.microsoft.com/office/drawing/2014/main" id="{60296E81-9909-1F74-9C79-5EB97E854FAC}"/>
                </a:ext>
              </a:extLst>
            </p:cNvPr>
            <p:cNvSpPr txBox="1"/>
            <p:nvPr/>
          </p:nvSpPr>
          <p:spPr>
            <a:xfrm>
              <a:off x="1033485" y="401778"/>
              <a:ext cx="3521030" cy="667385"/>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200" noProof="0" dirty="0">
                  <a:ln>
                    <a:noFill/>
                  </a:ln>
                  <a:solidFill>
                    <a:schemeClr val="tx1">
                      <a:lumMod val="95000"/>
                      <a:lumOff val="5000"/>
                    </a:schemeClr>
                  </a:solidFill>
                  <a:effectLst/>
                  <a:uLnTx/>
                  <a:uFillTx/>
                  <a:latin typeface="汉仪劲楷简" panose="00020600040101010101" charset="-122"/>
                  <a:ea typeface="汉仪劲楷简" panose="00020600040101010101" charset="-122"/>
                  <a:sym typeface="+mn-ea"/>
                </a:rPr>
                <a:t>2.2 </a:t>
              </a:r>
              <a:r>
                <a:rPr lang="zh-CN" altLang="en-US" sz="3200" noProof="0" dirty="0">
                  <a:ln>
                    <a:noFill/>
                  </a:ln>
                  <a:solidFill>
                    <a:schemeClr val="tx1">
                      <a:lumMod val="95000"/>
                      <a:lumOff val="5000"/>
                    </a:schemeClr>
                  </a:solidFill>
                  <a:effectLst/>
                  <a:uLnTx/>
                  <a:uFillTx/>
                  <a:latin typeface="汉仪劲楷简" panose="00020600040101010101" charset="-122"/>
                  <a:ea typeface="汉仪劲楷简" panose="00020600040101010101" charset="-122"/>
                  <a:sym typeface="+mn-ea"/>
                </a:rPr>
                <a:t>数据分析与描述</a:t>
              </a:r>
            </a:p>
          </p:txBody>
        </p:sp>
      </p:grpSp>
      <p:pic>
        <p:nvPicPr>
          <p:cNvPr id="18" name="图片 17" descr="图片包含 桌子, 小, 蛋糕, 蓝色&#10;&#10;描述已自动生成">
            <a:extLst>
              <a:ext uri="{FF2B5EF4-FFF2-40B4-BE49-F238E27FC236}">
                <a16:creationId xmlns:a16="http://schemas.microsoft.com/office/drawing/2014/main" id="{AB1D1039-27DB-2B41-FBFE-19FF976D648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618230" y="223047"/>
            <a:ext cx="1334417" cy="667209"/>
          </a:xfrm>
          <a:prstGeom prst="rect">
            <a:avLst/>
          </a:prstGeom>
        </p:spPr>
      </p:pic>
      <p:pic>
        <p:nvPicPr>
          <p:cNvPr id="334" name="图片 333" descr="e4f8873b48c92a912ad2b76d31d4d59">
            <a:extLst>
              <a:ext uri="{FF2B5EF4-FFF2-40B4-BE49-F238E27FC236}">
                <a16:creationId xmlns:a16="http://schemas.microsoft.com/office/drawing/2014/main" id="{BCB23CF7-1F66-1D05-9CE3-30C4BBFA903D}"/>
              </a:ext>
            </a:extLst>
          </p:cNvPr>
          <p:cNvPicPr>
            <a:picLocks noChangeAspect="1"/>
          </p:cNvPicPr>
          <p:nvPr/>
        </p:nvPicPr>
        <p:blipFill>
          <a:blip r:embed="rId16"/>
          <a:stretch>
            <a:fillRect/>
          </a:stretch>
        </p:blipFill>
        <p:spPr>
          <a:xfrm>
            <a:off x="9728122" y="193111"/>
            <a:ext cx="708660" cy="708660"/>
          </a:xfrm>
          <a:prstGeom prst="rect">
            <a:avLst/>
          </a:prstGeom>
        </p:spPr>
      </p:pic>
      <p:grpSp>
        <p:nvGrpSpPr>
          <p:cNvPr id="335" name="组合 334">
            <a:extLst>
              <a:ext uri="{FF2B5EF4-FFF2-40B4-BE49-F238E27FC236}">
                <a16:creationId xmlns:a16="http://schemas.microsoft.com/office/drawing/2014/main" id="{3FCA09F8-FBF9-D014-4D7A-7578A8F09146}"/>
              </a:ext>
            </a:extLst>
          </p:cNvPr>
          <p:cNvGrpSpPr/>
          <p:nvPr/>
        </p:nvGrpSpPr>
        <p:grpSpPr>
          <a:xfrm>
            <a:off x="7354620" y="305784"/>
            <a:ext cx="2162937" cy="506745"/>
            <a:chOff x="7239" y="4557"/>
            <a:chExt cx="3500" cy="820"/>
          </a:xfrm>
          <a:gradFill>
            <a:gsLst>
              <a:gs pos="0">
                <a:srgbClr val="923EBA"/>
              </a:gs>
              <a:gs pos="96000">
                <a:srgbClr val="F7F0FA"/>
              </a:gs>
            </a:gsLst>
            <a:lin ang="10800000" scaled="0"/>
          </a:gradFill>
        </p:grpSpPr>
        <p:sp>
          <p:nvSpPr>
            <p:cNvPr id="336" name="燕尾形 25">
              <a:extLst>
                <a:ext uri="{FF2B5EF4-FFF2-40B4-BE49-F238E27FC236}">
                  <a16:creationId xmlns:a16="http://schemas.microsoft.com/office/drawing/2014/main" id="{AF22FDF5-8757-453D-6866-D0167DB67BC3}"/>
                </a:ext>
              </a:extLst>
            </p:cNvPr>
            <p:cNvSpPr/>
            <p:nvPr/>
          </p:nvSpPr>
          <p:spPr>
            <a:xfrm>
              <a:off x="72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7" name="燕尾形 67">
              <a:extLst>
                <a:ext uri="{FF2B5EF4-FFF2-40B4-BE49-F238E27FC236}">
                  <a16:creationId xmlns:a16="http://schemas.microsoft.com/office/drawing/2014/main" id="{3D9A2FEE-E11C-54D3-7206-76A4D85A3C86}"/>
                </a:ext>
              </a:extLst>
            </p:cNvPr>
            <p:cNvSpPr/>
            <p:nvPr/>
          </p:nvSpPr>
          <p:spPr>
            <a:xfrm>
              <a:off x="79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8" name="燕尾形 68">
              <a:extLst>
                <a:ext uri="{FF2B5EF4-FFF2-40B4-BE49-F238E27FC236}">
                  <a16:creationId xmlns:a16="http://schemas.microsoft.com/office/drawing/2014/main" id="{12C0406F-FBDA-2A3F-CEB6-3AA17989E84D}"/>
                </a:ext>
              </a:extLst>
            </p:cNvPr>
            <p:cNvSpPr/>
            <p:nvPr/>
          </p:nvSpPr>
          <p:spPr>
            <a:xfrm>
              <a:off x="86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9" name="燕尾形 69">
              <a:extLst>
                <a:ext uri="{FF2B5EF4-FFF2-40B4-BE49-F238E27FC236}">
                  <a16:creationId xmlns:a16="http://schemas.microsoft.com/office/drawing/2014/main" id="{8BC960A3-4D4E-BF0F-1275-02E83D81B554}"/>
                </a:ext>
              </a:extLst>
            </p:cNvPr>
            <p:cNvSpPr/>
            <p:nvPr/>
          </p:nvSpPr>
          <p:spPr>
            <a:xfrm>
              <a:off x="93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40" name="燕尾形 77">
              <a:extLst>
                <a:ext uri="{FF2B5EF4-FFF2-40B4-BE49-F238E27FC236}">
                  <a16:creationId xmlns:a16="http://schemas.microsoft.com/office/drawing/2014/main" id="{53C60A93-71F9-9093-80FE-03C8C04849D1}"/>
                </a:ext>
              </a:extLst>
            </p:cNvPr>
            <p:cNvSpPr/>
            <p:nvPr/>
          </p:nvSpPr>
          <p:spPr>
            <a:xfrm>
              <a:off x="100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5" name="矩形: 圆角 4">
            <a:extLst>
              <a:ext uri="{FF2B5EF4-FFF2-40B4-BE49-F238E27FC236}">
                <a16:creationId xmlns:a16="http://schemas.microsoft.com/office/drawing/2014/main" id="{DFCC96FF-43CA-DECA-F3BC-7269F1FA0DA4}"/>
              </a:ext>
            </a:extLst>
          </p:cNvPr>
          <p:cNvSpPr/>
          <p:nvPr/>
        </p:nvSpPr>
        <p:spPr>
          <a:xfrm>
            <a:off x="484037" y="4529612"/>
            <a:ext cx="683460" cy="1861351"/>
          </a:xfrm>
          <a:prstGeom prst="roundRect">
            <a:avLst/>
          </a:prstGeom>
          <a:solidFill>
            <a:srgbClr val="8EA0CC">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金融产品数据</a:t>
            </a:r>
          </a:p>
        </p:txBody>
      </p:sp>
      <p:sp>
        <p:nvSpPr>
          <p:cNvPr id="6" name="矩形: 圆角 5">
            <a:extLst>
              <a:ext uri="{FF2B5EF4-FFF2-40B4-BE49-F238E27FC236}">
                <a16:creationId xmlns:a16="http://schemas.microsoft.com/office/drawing/2014/main" id="{FC88FF37-8E7B-30A7-87B6-3450092E3746}"/>
              </a:ext>
            </a:extLst>
          </p:cNvPr>
          <p:cNvSpPr/>
          <p:nvPr/>
        </p:nvSpPr>
        <p:spPr>
          <a:xfrm>
            <a:off x="484626" y="2404431"/>
            <a:ext cx="682871" cy="1864971"/>
          </a:xfrm>
          <a:prstGeom prst="roundRect">
            <a:avLst/>
          </a:prstGeom>
          <a:solidFill>
            <a:srgbClr val="8EA0CC">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社交网络数据</a:t>
            </a:r>
          </a:p>
        </p:txBody>
      </p:sp>
      <p:sp>
        <p:nvSpPr>
          <p:cNvPr id="7" name="矩形: 圆角 6">
            <a:extLst>
              <a:ext uri="{FF2B5EF4-FFF2-40B4-BE49-F238E27FC236}">
                <a16:creationId xmlns:a16="http://schemas.microsoft.com/office/drawing/2014/main" id="{B5BD27B6-4F77-C2B3-818B-EFBD5D7F1162}"/>
              </a:ext>
            </a:extLst>
          </p:cNvPr>
          <p:cNvSpPr/>
          <p:nvPr/>
        </p:nvSpPr>
        <p:spPr>
          <a:xfrm>
            <a:off x="6273972" y="3426904"/>
            <a:ext cx="807857" cy="1850374"/>
          </a:xfrm>
          <a:prstGeom prst="roundRect">
            <a:avLst/>
          </a:prstGeom>
          <a:solidFill>
            <a:srgbClr val="8EA0CC">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类与类对应</a:t>
            </a:r>
            <a:endParaRPr lang="en-US" altLang="zh-CN" sz="2000" dirty="0">
              <a:solidFill>
                <a:schemeClr val="tx1">
                  <a:lumMod val="95000"/>
                  <a:lumOff val="5000"/>
                </a:schemeClr>
              </a:solidFill>
              <a:latin typeface="汉仪劲楷简" panose="00020600040101010101" charset="-122"/>
              <a:ea typeface="汉仪劲楷简" panose="00020600040101010101" charset="-122"/>
            </a:endParaRPr>
          </a:p>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聚类中心对应</a:t>
            </a:r>
          </a:p>
        </p:txBody>
      </p:sp>
      <p:sp>
        <p:nvSpPr>
          <p:cNvPr id="8" name="矩形: 圆角 7">
            <a:extLst>
              <a:ext uri="{FF2B5EF4-FFF2-40B4-BE49-F238E27FC236}">
                <a16:creationId xmlns:a16="http://schemas.microsoft.com/office/drawing/2014/main" id="{E0B9E506-BD15-02A4-CC34-6D40BC8A9AE9}"/>
              </a:ext>
            </a:extLst>
          </p:cNvPr>
          <p:cNvSpPr/>
          <p:nvPr/>
        </p:nvSpPr>
        <p:spPr>
          <a:xfrm>
            <a:off x="3730782" y="3018280"/>
            <a:ext cx="2177166" cy="712412"/>
          </a:xfrm>
          <a:prstGeom prst="roundRect">
            <a:avLst/>
          </a:prstGeom>
          <a:solidFill>
            <a:srgbClr val="CCB4D7">
              <a:alpha val="8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以 </a:t>
            </a:r>
            <a:r>
              <a:rPr lang="en-US" altLang="zh-CN" sz="2000" dirty="0">
                <a:solidFill>
                  <a:schemeClr val="tx1">
                    <a:lumMod val="95000"/>
                    <a:lumOff val="5000"/>
                  </a:schemeClr>
                </a:solidFill>
                <a:latin typeface="汉仪劲楷简" panose="00020600040101010101" charset="-122"/>
                <a:ea typeface="汉仪劲楷简" panose="00020600040101010101" charset="-122"/>
              </a:rPr>
              <a:t>ego </a:t>
            </a:r>
            <a:r>
              <a:rPr lang="zh-CN" altLang="en-US" sz="2000" dirty="0">
                <a:solidFill>
                  <a:schemeClr val="tx1">
                    <a:lumMod val="95000"/>
                    <a:lumOff val="5000"/>
                  </a:schemeClr>
                </a:solidFill>
                <a:latin typeface="汉仪劲楷简" panose="00020600040101010101" charset="-122"/>
                <a:ea typeface="汉仪劲楷简" panose="00020600040101010101" charset="-122"/>
              </a:rPr>
              <a:t>节点为</a:t>
            </a:r>
            <a:endParaRPr lang="en-US" altLang="zh-CN" sz="2000" dirty="0">
              <a:solidFill>
                <a:schemeClr val="tx1">
                  <a:lumMod val="95000"/>
                  <a:lumOff val="5000"/>
                </a:schemeClr>
              </a:solidFill>
              <a:latin typeface="汉仪劲楷简" panose="00020600040101010101" charset="-122"/>
              <a:ea typeface="汉仪劲楷简" panose="00020600040101010101" charset="-122"/>
            </a:endParaRPr>
          </a:p>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中心（先验信息）</a:t>
            </a:r>
          </a:p>
        </p:txBody>
      </p:sp>
      <p:sp>
        <p:nvSpPr>
          <p:cNvPr id="9" name="矩形: 圆角 8">
            <a:extLst>
              <a:ext uri="{FF2B5EF4-FFF2-40B4-BE49-F238E27FC236}">
                <a16:creationId xmlns:a16="http://schemas.microsoft.com/office/drawing/2014/main" id="{F593FD42-ACF3-DCDD-B86A-8C1EB70F6604}"/>
              </a:ext>
            </a:extLst>
          </p:cNvPr>
          <p:cNvSpPr/>
          <p:nvPr/>
        </p:nvSpPr>
        <p:spPr>
          <a:xfrm>
            <a:off x="3705938" y="5090502"/>
            <a:ext cx="2186571" cy="709629"/>
          </a:xfrm>
          <a:prstGeom prst="roundRect">
            <a:avLst/>
          </a:prstGeom>
          <a:solidFill>
            <a:srgbClr val="CCB4D7">
              <a:alpha val="8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按照投资者</a:t>
            </a:r>
            <a:endParaRPr lang="en-US" altLang="zh-CN" sz="2000" dirty="0">
              <a:solidFill>
                <a:schemeClr val="tx1">
                  <a:lumMod val="95000"/>
                  <a:lumOff val="5000"/>
                </a:schemeClr>
              </a:solidFill>
              <a:latin typeface="汉仪劲楷简" panose="00020600040101010101" charset="-122"/>
              <a:ea typeface="汉仪劲楷简" panose="00020600040101010101" charset="-122"/>
            </a:endParaRPr>
          </a:p>
          <a:p>
            <a:pPr algn="ctr"/>
            <a:r>
              <a:rPr lang="en-US" altLang="zh-CN" sz="2000" dirty="0">
                <a:solidFill>
                  <a:schemeClr val="tx1">
                    <a:lumMod val="95000"/>
                    <a:lumOff val="5000"/>
                  </a:schemeClr>
                </a:solidFill>
                <a:latin typeface="汉仪劲楷简" panose="00020600040101010101" charset="-122"/>
                <a:ea typeface="汉仪劲楷简" panose="00020600040101010101" charset="-122"/>
              </a:rPr>
              <a:t>K-means </a:t>
            </a:r>
            <a:r>
              <a:rPr lang="zh-CN" altLang="en-US" sz="2000" dirty="0">
                <a:solidFill>
                  <a:schemeClr val="tx1">
                    <a:lumMod val="95000"/>
                    <a:lumOff val="5000"/>
                  </a:schemeClr>
                </a:solidFill>
                <a:latin typeface="汉仪劲楷简" panose="00020600040101010101" charset="-122"/>
                <a:ea typeface="汉仪劲楷简" panose="00020600040101010101" charset="-122"/>
              </a:rPr>
              <a:t>聚类</a:t>
            </a:r>
          </a:p>
        </p:txBody>
      </p:sp>
      <p:sp>
        <p:nvSpPr>
          <p:cNvPr id="11" name="矩形 10">
            <a:extLst>
              <a:ext uri="{FF2B5EF4-FFF2-40B4-BE49-F238E27FC236}">
                <a16:creationId xmlns:a16="http://schemas.microsoft.com/office/drawing/2014/main" id="{64418860-2419-0A90-9090-12203EBD2429}"/>
              </a:ext>
            </a:extLst>
          </p:cNvPr>
          <p:cNvSpPr/>
          <p:nvPr/>
        </p:nvSpPr>
        <p:spPr>
          <a:xfrm>
            <a:off x="340501" y="2114044"/>
            <a:ext cx="3010393" cy="4418119"/>
          </a:xfrm>
          <a:prstGeom prst="rect">
            <a:avLst/>
          </a:prstGeom>
          <a:noFill/>
          <a:ln w="38100">
            <a:solidFill>
              <a:srgbClr val="E0132D"/>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B7C9761F-8E1A-5F20-0CEA-34023D2DC4F0}"/>
              </a:ext>
            </a:extLst>
          </p:cNvPr>
          <p:cNvSpPr txBox="1"/>
          <p:nvPr/>
        </p:nvSpPr>
        <p:spPr>
          <a:xfrm>
            <a:off x="4292557" y="1494823"/>
            <a:ext cx="2133918" cy="461665"/>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spAutoFit/>
          </a:bodyPr>
          <a:lstStyle/>
          <a:p>
            <a:pPr algn="ctr">
              <a:lnSpc>
                <a:spcPct val="100000"/>
              </a:lnSpc>
            </a:pPr>
            <a:r>
              <a:rPr lang="zh-CN" altLang="en-US" sz="2000" dirty="0">
                <a:solidFill>
                  <a:srgbClr val="C00000"/>
                </a:solidFill>
                <a:latin typeface="汉仪劲楷简" panose="00020600040101010101" charset="-122"/>
                <a:ea typeface="汉仪劲楷简" panose="00020600040101010101" charset="-122"/>
              </a:rPr>
              <a:t>聚类增加</a:t>
            </a:r>
            <a:r>
              <a:rPr lang="zh-CN" altLang="en-US" sz="2400" b="1" dirty="0">
                <a:solidFill>
                  <a:srgbClr val="C00000"/>
                </a:solidFill>
                <a:latin typeface="汉仪劲楷简" panose="00020600040101010101" charset="-122"/>
                <a:ea typeface="汉仪劲楷简" panose="00020600040101010101" charset="-122"/>
              </a:rPr>
              <a:t>相关性</a:t>
            </a:r>
            <a:endParaRPr lang="zh-CN" altLang="en-US" sz="2000" b="1" dirty="0">
              <a:solidFill>
                <a:srgbClr val="C00000"/>
              </a:solidFill>
              <a:latin typeface="汉仪劲楷简" panose="00020600040101010101" charset="-122"/>
              <a:ea typeface="汉仪劲楷简" panose="00020600040101010101" charset="-122"/>
            </a:endParaRPr>
          </a:p>
        </p:txBody>
      </p:sp>
      <p:sp>
        <p:nvSpPr>
          <p:cNvPr id="33" name="文本框 32">
            <a:extLst>
              <a:ext uri="{FF2B5EF4-FFF2-40B4-BE49-F238E27FC236}">
                <a16:creationId xmlns:a16="http://schemas.microsoft.com/office/drawing/2014/main" id="{0F9C65EC-8A79-C249-F88B-B2C84ABA06F2}"/>
              </a:ext>
            </a:extLst>
          </p:cNvPr>
          <p:cNvSpPr txBox="1"/>
          <p:nvPr/>
        </p:nvSpPr>
        <p:spPr>
          <a:xfrm>
            <a:off x="300396" y="978660"/>
            <a:ext cx="7602146" cy="461665"/>
          </a:xfrm>
          <a:prstGeom prst="rect">
            <a:avLst/>
          </a:prstGeom>
          <a:noFill/>
          <a:ln w="25400" cap="rnd" cmpd="sng" algn="ctr">
            <a:noFill/>
            <a:prstDash val="lgDash"/>
            <a:round/>
          </a:ln>
          <a:effectLst/>
        </p:spPr>
        <p:style>
          <a:lnRef idx="0">
            <a:schemeClr val="accent1"/>
          </a:lnRef>
          <a:fillRef idx="0">
            <a:srgbClr val="FFFFFF"/>
          </a:fillRef>
          <a:effectRef idx="0">
            <a:srgbClr val="FFFFFF"/>
          </a:effectRef>
          <a:fontRef idx="minor">
            <a:schemeClr val="tx1"/>
          </a:fontRef>
        </p:style>
        <p:txBody>
          <a:bodyPr wrap="square">
            <a:spAutoFit/>
          </a:bodyPr>
          <a:lstStyle/>
          <a:p>
            <a:r>
              <a:rPr lang="en-US" altLang="zh-CN" sz="2400" dirty="0">
                <a:solidFill>
                  <a:schemeClr val="tx1">
                    <a:lumMod val="95000"/>
                    <a:lumOff val="5000"/>
                  </a:schemeClr>
                </a:solidFill>
                <a:latin typeface="汉仪劲楷简" panose="00020600040101010101" charset="-122"/>
                <a:ea typeface="汉仪劲楷简" panose="00020600040101010101" charset="-122"/>
              </a:rPr>
              <a:t>Q</a:t>
            </a:r>
            <a:r>
              <a:rPr lang="zh-CN" altLang="en-US" sz="2400" dirty="0">
                <a:solidFill>
                  <a:schemeClr val="tx1">
                    <a:lumMod val="95000"/>
                    <a:lumOff val="5000"/>
                  </a:schemeClr>
                </a:solidFill>
                <a:latin typeface="汉仪劲楷简" panose="00020600040101010101" charset="-122"/>
                <a:ea typeface="汉仪劲楷简" panose="00020600040101010101" charset="-122"/>
              </a:rPr>
              <a:t>：社交网络数据与金融投资历史数据不相关</a:t>
            </a:r>
          </a:p>
        </p:txBody>
      </p:sp>
      <p:sp>
        <p:nvSpPr>
          <p:cNvPr id="36" name="文本框 35">
            <a:extLst>
              <a:ext uri="{FF2B5EF4-FFF2-40B4-BE49-F238E27FC236}">
                <a16:creationId xmlns:a16="http://schemas.microsoft.com/office/drawing/2014/main" id="{448FFFB6-BA93-79F7-B590-7E337449CA67}"/>
              </a:ext>
            </a:extLst>
          </p:cNvPr>
          <p:cNvSpPr txBox="1"/>
          <p:nvPr/>
        </p:nvSpPr>
        <p:spPr>
          <a:xfrm>
            <a:off x="1245890" y="1522986"/>
            <a:ext cx="1210588" cy="400110"/>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spAutoFit/>
          </a:bodyPr>
          <a:lstStyle/>
          <a:p>
            <a:pPr algn="ctr">
              <a:lnSpc>
                <a:spcPct val="100000"/>
              </a:lnSpc>
            </a:pPr>
            <a:r>
              <a:rPr lang="zh-CN" altLang="en-US" sz="2000" dirty="0">
                <a:solidFill>
                  <a:srgbClr val="C00000"/>
                </a:solidFill>
                <a:latin typeface="汉仪劲楷简" panose="00020600040101010101" charset="-122"/>
                <a:ea typeface="汉仪劲楷简" panose="00020600040101010101" charset="-122"/>
              </a:rPr>
              <a:t>数据类型</a:t>
            </a:r>
          </a:p>
        </p:txBody>
      </p:sp>
      <p:sp>
        <p:nvSpPr>
          <p:cNvPr id="40" name="AutoShape 2">
            <a:extLst>
              <a:ext uri="{FF2B5EF4-FFF2-40B4-BE49-F238E27FC236}">
                <a16:creationId xmlns:a16="http://schemas.microsoft.com/office/drawing/2014/main" id="{16DCA83A-1067-9F76-F22D-E7AA0DBF8908}"/>
              </a:ext>
            </a:extLst>
          </p:cNvPr>
          <p:cNvSpPr>
            <a:spLocks noChangeAspect="1" noChangeArrowheads="1"/>
          </p:cNvSpPr>
          <p:nvPr/>
        </p:nvSpPr>
        <p:spPr bwMode="auto">
          <a:xfrm>
            <a:off x="2845105" y="4882972"/>
            <a:ext cx="191019" cy="1910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61" name="图片 60">
            <a:extLst>
              <a:ext uri="{FF2B5EF4-FFF2-40B4-BE49-F238E27FC236}">
                <a16:creationId xmlns:a16="http://schemas.microsoft.com/office/drawing/2014/main" id="{37B0398D-2330-A343-5DF9-A19A8F31B335}"/>
              </a:ext>
            </a:extLst>
          </p:cNvPr>
          <p:cNvPicPr>
            <a:picLocks noChangeAspect="1"/>
          </p:cNvPicPr>
          <p:nvPr/>
        </p:nvPicPr>
        <p:blipFill>
          <a:blip r:embed="rId17"/>
          <a:stretch>
            <a:fillRect/>
          </a:stretch>
        </p:blipFill>
        <p:spPr>
          <a:xfrm>
            <a:off x="1209195" y="4520785"/>
            <a:ext cx="2014397" cy="1857209"/>
          </a:xfrm>
          <a:prstGeom prst="rect">
            <a:avLst/>
          </a:prstGeom>
        </p:spPr>
      </p:pic>
      <p:sp>
        <p:nvSpPr>
          <p:cNvPr id="63" name="矩形 62">
            <a:extLst>
              <a:ext uri="{FF2B5EF4-FFF2-40B4-BE49-F238E27FC236}">
                <a16:creationId xmlns:a16="http://schemas.microsoft.com/office/drawing/2014/main" id="{CBC04265-E815-9F5E-095C-76486D3EBAB4}"/>
              </a:ext>
            </a:extLst>
          </p:cNvPr>
          <p:cNvSpPr/>
          <p:nvPr/>
        </p:nvSpPr>
        <p:spPr>
          <a:xfrm>
            <a:off x="3526947" y="2107655"/>
            <a:ext cx="3725464" cy="4418119"/>
          </a:xfrm>
          <a:prstGeom prst="rect">
            <a:avLst/>
          </a:prstGeom>
          <a:noFill/>
          <a:ln w="38100">
            <a:solidFill>
              <a:srgbClr val="E0132D"/>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0" name="直接箭头连接符 69">
            <a:extLst>
              <a:ext uri="{FF2B5EF4-FFF2-40B4-BE49-F238E27FC236}">
                <a16:creationId xmlns:a16="http://schemas.microsoft.com/office/drawing/2014/main" id="{1563F28A-4E35-7194-C107-5F8C5C36C03D}"/>
              </a:ext>
            </a:extLst>
          </p:cNvPr>
          <p:cNvCxnSpPr>
            <a:cxnSpLocks/>
            <a:endCxn id="8" idx="1"/>
          </p:cNvCxnSpPr>
          <p:nvPr/>
        </p:nvCxnSpPr>
        <p:spPr>
          <a:xfrm flipV="1">
            <a:off x="3062786" y="3374486"/>
            <a:ext cx="667996" cy="452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DBDA765C-F432-C242-95C0-D29DAFD4182A}"/>
              </a:ext>
            </a:extLst>
          </p:cNvPr>
          <p:cNvCxnSpPr>
            <a:cxnSpLocks/>
            <a:stCxn id="61" idx="3"/>
            <a:endCxn id="9" idx="1"/>
          </p:cNvCxnSpPr>
          <p:nvPr/>
        </p:nvCxnSpPr>
        <p:spPr>
          <a:xfrm flipV="1">
            <a:off x="3223592" y="5445317"/>
            <a:ext cx="482346" cy="40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07">
            <a:extLst>
              <a:ext uri="{FF2B5EF4-FFF2-40B4-BE49-F238E27FC236}">
                <a16:creationId xmlns:a16="http://schemas.microsoft.com/office/drawing/2014/main" id="{7509B130-1312-6A30-C313-497F9224DD12}"/>
              </a:ext>
            </a:extLst>
          </p:cNvPr>
          <p:cNvCxnSpPr>
            <a:cxnSpLocks/>
            <a:stCxn id="7" idx="3"/>
            <a:endCxn id="119" idx="1"/>
          </p:cNvCxnSpPr>
          <p:nvPr/>
        </p:nvCxnSpPr>
        <p:spPr>
          <a:xfrm flipV="1">
            <a:off x="7081829" y="4348550"/>
            <a:ext cx="517253" cy="354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连接符: 曲线 19">
            <a:extLst>
              <a:ext uri="{FF2B5EF4-FFF2-40B4-BE49-F238E27FC236}">
                <a16:creationId xmlns:a16="http://schemas.microsoft.com/office/drawing/2014/main" id="{1E5EFA50-F4C1-2526-D2C6-75D62E777B05}"/>
              </a:ext>
            </a:extLst>
          </p:cNvPr>
          <p:cNvCxnSpPr>
            <a:cxnSpLocks/>
            <a:stCxn id="9" idx="3"/>
            <a:endCxn id="7" idx="1"/>
          </p:cNvCxnSpPr>
          <p:nvPr/>
        </p:nvCxnSpPr>
        <p:spPr>
          <a:xfrm flipV="1">
            <a:off x="5892509" y="4352091"/>
            <a:ext cx="381463" cy="1093226"/>
          </a:xfrm>
          <a:prstGeom prst="curved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9" name="矩形: 圆角 118">
            <a:extLst>
              <a:ext uri="{FF2B5EF4-FFF2-40B4-BE49-F238E27FC236}">
                <a16:creationId xmlns:a16="http://schemas.microsoft.com/office/drawing/2014/main" id="{EDB12FA9-8EE1-4B0A-99E3-1F9B7CA731AD}"/>
              </a:ext>
            </a:extLst>
          </p:cNvPr>
          <p:cNvSpPr/>
          <p:nvPr/>
        </p:nvSpPr>
        <p:spPr>
          <a:xfrm>
            <a:off x="7599082" y="3225454"/>
            <a:ext cx="1592370" cy="2246192"/>
          </a:xfrm>
          <a:prstGeom prst="roundRect">
            <a:avLst/>
          </a:prstGeom>
          <a:solidFill>
            <a:srgbClr val="8EA0CC">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类中用户节点和投资者随机对应</a:t>
            </a:r>
          </a:p>
        </p:txBody>
      </p:sp>
      <p:sp>
        <p:nvSpPr>
          <p:cNvPr id="123" name="矩形 122">
            <a:extLst>
              <a:ext uri="{FF2B5EF4-FFF2-40B4-BE49-F238E27FC236}">
                <a16:creationId xmlns:a16="http://schemas.microsoft.com/office/drawing/2014/main" id="{B5117883-E3AD-AA2C-D6B6-55A9059B33D4}"/>
              </a:ext>
            </a:extLst>
          </p:cNvPr>
          <p:cNvSpPr/>
          <p:nvPr/>
        </p:nvSpPr>
        <p:spPr>
          <a:xfrm>
            <a:off x="7424259" y="2107655"/>
            <a:ext cx="1900196" cy="4418119"/>
          </a:xfrm>
          <a:prstGeom prst="rect">
            <a:avLst/>
          </a:prstGeom>
          <a:noFill/>
          <a:ln w="38100">
            <a:solidFill>
              <a:srgbClr val="E0132D"/>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文本框 123">
            <a:extLst>
              <a:ext uri="{FF2B5EF4-FFF2-40B4-BE49-F238E27FC236}">
                <a16:creationId xmlns:a16="http://schemas.microsoft.com/office/drawing/2014/main" id="{DE2B0118-9710-BA09-9A58-BF10D0C679BC}"/>
              </a:ext>
            </a:extLst>
          </p:cNvPr>
          <p:cNvSpPr txBox="1"/>
          <p:nvPr/>
        </p:nvSpPr>
        <p:spPr>
          <a:xfrm>
            <a:off x="7003582" y="1492209"/>
            <a:ext cx="2646878" cy="461665"/>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spAutoFit/>
          </a:bodyPr>
          <a:lstStyle/>
          <a:p>
            <a:pPr algn="ctr">
              <a:lnSpc>
                <a:spcPct val="100000"/>
              </a:lnSpc>
            </a:pPr>
            <a:r>
              <a:rPr lang="zh-CN" altLang="en-US" sz="2000" dirty="0">
                <a:solidFill>
                  <a:srgbClr val="C00000"/>
                </a:solidFill>
                <a:latin typeface="汉仪劲楷简" panose="00020600040101010101" charset="-122"/>
                <a:ea typeface="汉仪劲楷简" panose="00020600040101010101" charset="-122"/>
              </a:rPr>
              <a:t>随机对应保证</a:t>
            </a:r>
            <a:r>
              <a:rPr lang="zh-CN" altLang="en-US" sz="2400" b="1" dirty="0">
                <a:solidFill>
                  <a:srgbClr val="C00000"/>
                </a:solidFill>
                <a:latin typeface="汉仪劲楷简" panose="00020600040101010101" charset="-122"/>
                <a:ea typeface="汉仪劲楷简" panose="00020600040101010101" charset="-122"/>
              </a:rPr>
              <a:t>随机性</a:t>
            </a:r>
          </a:p>
        </p:txBody>
      </p:sp>
      <p:cxnSp>
        <p:nvCxnSpPr>
          <p:cNvPr id="345" name="连接符: 曲线 344">
            <a:extLst>
              <a:ext uri="{FF2B5EF4-FFF2-40B4-BE49-F238E27FC236}">
                <a16:creationId xmlns:a16="http://schemas.microsoft.com/office/drawing/2014/main" id="{36A5B35B-DC71-B5D5-69F6-258153225CE7}"/>
              </a:ext>
            </a:extLst>
          </p:cNvPr>
          <p:cNvCxnSpPr>
            <a:cxnSpLocks/>
            <a:stCxn id="8" idx="3"/>
            <a:endCxn id="7" idx="1"/>
          </p:cNvCxnSpPr>
          <p:nvPr/>
        </p:nvCxnSpPr>
        <p:spPr>
          <a:xfrm>
            <a:off x="5907948" y="3374486"/>
            <a:ext cx="366024" cy="977605"/>
          </a:xfrm>
          <a:prstGeom prst="curved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68" name="组合 367">
            <a:extLst>
              <a:ext uri="{FF2B5EF4-FFF2-40B4-BE49-F238E27FC236}">
                <a16:creationId xmlns:a16="http://schemas.microsoft.com/office/drawing/2014/main" id="{2DF21B09-4CC7-FBB3-ECCF-2132CA0F6622}"/>
              </a:ext>
            </a:extLst>
          </p:cNvPr>
          <p:cNvGrpSpPr/>
          <p:nvPr/>
        </p:nvGrpSpPr>
        <p:grpSpPr>
          <a:xfrm rot="5400000">
            <a:off x="9379916" y="4162713"/>
            <a:ext cx="531070" cy="377825"/>
            <a:chOff x="6146" y="4802"/>
            <a:chExt cx="1090" cy="1509"/>
          </a:xfrm>
          <a:gradFill flip="none" rotWithShape="1">
            <a:gsLst>
              <a:gs pos="37000">
                <a:srgbClr val="EACAE8"/>
              </a:gs>
              <a:gs pos="0">
                <a:srgbClr val="FFFFFF"/>
              </a:gs>
              <a:gs pos="100000">
                <a:srgbClr val="B23CAA"/>
              </a:gs>
            </a:gsLst>
            <a:lin ang="16200000" scaled="1"/>
            <a:tileRect/>
          </a:gradFill>
        </p:grpSpPr>
        <p:sp>
          <p:nvSpPr>
            <p:cNvPr id="369" name="任意多边形 83">
              <a:extLst>
                <a:ext uri="{FF2B5EF4-FFF2-40B4-BE49-F238E27FC236}">
                  <a16:creationId xmlns:a16="http://schemas.microsoft.com/office/drawing/2014/main" id="{EC94C240-B123-205D-4D51-8CC9696F70FE}"/>
                </a:ext>
              </a:extLst>
            </p:cNvPr>
            <p:cNvSpPr/>
            <p:nvPr/>
          </p:nvSpPr>
          <p:spPr>
            <a:xfrm>
              <a:off x="6146" y="5342"/>
              <a:ext cx="1090" cy="969"/>
            </a:xfrm>
            <a:custGeom>
              <a:avLst/>
              <a:gdLst/>
              <a:ahLst/>
              <a:cxnLst>
                <a:cxn ang="3">
                  <a:pos x="hc" y="t"/>
                </a:cxn>
                <a:cxn ang="cd2">
                  <a:pos x="l" y="vc"/>
                </a:cxn>
                <a:cxn ang="cd4">
                  <a:pos x="hc" y="b"/>
                </a:cxn>
                <a:cxn ang="0">
                  <a:pos x="r" y="vc"/>
                </a:cxn>
              </a:cxnLst>
              <a:rect l="l" t="t" r="r" b="b"/>
              <a:pathLst>
                <a:path w="1182" h="1307">
                  <a:moveTo>
                    <a:pt x="362" y="0"/>
                  </a:moveTo>
                  <a:lnTo>
                    <a:pt x="820" y="0"/>
                  </a:lnTo>
                  <a:lnTo>
                    <a:pt x="820" y="0"/>
                  </a:lnTo>
                  <a:cubicBezTo>
                    <a:pt x="808" y="262"/>
                    <a:pt x="853" y="557"/>
                    <a:pt x="961" y="852"/>
                  </a:cubicBezTo>
                  <a:cubicBezTo>
                    <a:pt x="1019" y="1012"/>
                    <a:pt x="1091" y="1160"/>
                    <a:pt x="1173" y="1293"/>
                  </a:cubicBezTo>
                  <a:lnTo>
                    <a:pt x="1182" y="1307"/>
                  </a:lnTo>
                  <a:lnTo>
                    <a:pt x="0" y="1307"/>
                  </a:lnTo>
                  <a:lnTo>
                    <a:pt x="9" y="1293"/>
                  </a:lnTo>
                  <a:cubicBezTo>
                    <a:pt x="91" y="1160"/>
                    <a:pt x="163" y="1012"/>
                    <a:pt x="221" y="852"/>
                  </a:cubicBezTo>
                  <a:cubicBezTo>
                    <a:pt x="329" y="557"/>
                    <a:pt x="374" y="262"/>
                    <a:pt x="362" y="0"/>
                  </a:cubicBezTo>
                  <a:lnTo>
                    <a:pt x="362"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370" name="等腰三角形 369">
              <a:extLst>
                <a:ext uri="{FF2B5EF4-FFF2-40B4-BE49-F238E27FC236}">
                  <a16:creationId xmlns:a16="http://schemas.microsoft.com/office/drawing/2014/main" id="{12EDEB82-085D-04CA-5A7B-1BCDEF5CEAA5}"/>
                </a:ext>
              </a:extLst>
            </p:cNvPr>
            <p:cNvSpPr/>
            <p:nvPr/>
          </p:nvSpPr>
          <p:spPr>
            <a:xfrm>
              <a:off x="6288" y="4802"/>
              <a:ext cx="806" cy="555"/>
            </a:xfrm>
            <a:prstGeom prst="triangle">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371" name="文本框 370">
            <a:extLst>
              <a:ext uri="{FF2B5EF4-FFF2-40B4-BE49-F238E27FC236}">
                <a16:creationId xmlns:a16="http://schemas.microsoft.com/office/drawing/2014/main" id="{B836BACA-D98B-AA7F-6F37-14A0CDCC0C87}"/>
              </a:ext>
            </a:extLst>
          </p:cNvPr>
          <p:cNvSpPr txBox="1"/>
          <p:nvPr/>
        </p:nvSpPr>
        <p:spPr>
          <a:xfrm>
            <a:off x="9857389" y="3545456"/>
            <a:ext cx="2188137" cy="1569660"/>
          </a:xfrm>
          <a:prstGeom prst="rect">
            <a:avLst/>
          </a:prstGeom>
          <a:noFill/>
          <a:ln w="25400" cap="rnd" cmpd="sng" algn="ctr">
            <a:noFill/>
            <a:prstDash val="lgDash"/>
            <a:round/>
          </a:ln>
          <a:effectLst/>
        </p:spPr>
        <p:style>
          <a:lnRef idx="0">
            <a:schemeClr val="accent1"/>
          </a:lnRef>
          <a:fillRef idx="0">
            <a:srgbClr val="FFFFFF"/>
          </a:fillRef>
          <a:effectRef idx="0">
            <a:srgbClr val="FFFFFF"/>
          </a:effectRef>
          <a:fontRef idx="minor">
            <a:schemeClr val="tx1"/>
          </a:fontRef>
        </p:style>
        <p:txBody>
          <a:bodyPr wrap="square">
            <a:spAutoFit/>
          </a:bodyPr>
          <a:lstStyle/>
          <a:p>
            <a:pPr algn="ctr"/>
            <a:r>
              <a:rPr lang="zh-CN" altLang="en-US" sz="2400" dirty="0">
                <a:solidFill>
                  <a:schemeClr val="tx1">
                    <a:lumMod val="95000"/>
                    <a:lumOff val="5000"/>
                  </a:schemeClr>
                </a:solidFill>
                <a:latin typeface="汉仪劲楷简" panose="00020600040101010101" charset="-122"/>
                <a:ea typeface="汉仪劲楷简" panose="00020600040101010101" charset="-122"/>
              </a:rPr>
              <a:t>具有用户特征</a:t>
            </a:r>
            <a:endParaRPr lang="en-US" altLang="zh-CN" sz="2400" dirty="0">
              <a:solidFill>
                <a:schemeClr val="tx1">
                  <a:lumMod val="95000"/>
                  <a:lumOff val="5000"/>
                </a:schemeClr>
              </a:solidFill>
              <a:latin typeface="汉仪劲楷简" panose="00020600040101010101" charset="-122"/>
              <a:ea typeface="汉仪劲楷简" panose="00020600040101010101" charset="-122"/>
            </a:endParaRPr>
          </a:p>
          <a:p>
            <a:pPr algn="ctr"/>
            <a:r>
              <a:rPr lang="zh-CN" altLang="en-US" sz="2400" dirty="0">
                <a:solidFill>
                  <a:schemeClr val="tx1">
                    <a:lumMod val="95000"/>
                    <a:lumOff val="5000"/>
                  </a:schemeClr>
                </a:solidFill>
                <a:latin typeface="汉仪劲楷简" panose="00020600040101010101" charset="-122"/>
                <a:ea typeface="汉仪劲楷简" panose="00020600040101010101" charset="-122"/>
              </a:rPr>
              <a:t>用户社交关系</a:t>
            </a:r>
            <a:endParaRPr lang="en-US" altLang="zh-CN" sz="2400" dirty="0">
              <a:solidFill>
                <a:schemeClr val="tx1">
                  <a:lumMod val="95000"/>
                  <a:lumOff val="5000"/>
                </a:schemeClr>
              </a:solidFill>
              <a:latin typeface="汉仪劲楷简" panose="00020600040101010101" charset="-122"/>
              <a:ea typeface="汉仪劲楷简" panose="00020600040101010101" charset="-122"/>
            </a:endParaRPr>
          </a:p>
          <a:p>
            <a:pPr algn="ctr"/>
            <a:r>
              <a:rPr lang="zh-CN" altLang="en-US" sz="2400" dirty="0">
                <a:solidFill>
                  <a:schemeClr val="tx1">
                    <a:lumMod val="95000"/>
                    <a:lumOff val="5000"/>
                  </a:schemeClr>
                </a:solidFill>
                <a:latin typeface="汉仪劲楷简" panose="00020600040101010101" charset="-122"/>
                <a:ea typeface="汉仪劲楷简" panose="00020600040101010101" charset="-122"/>
              </a:rPr>
              <a:t>用户投资记录</a:t>
            </a:r>
            <a:endParaRPr lang="en-US" altLang="zh-CN" sz="2400" dirty="0">
              <a:solidFill>
                <a:schemeClr val="tx1">
                  <a:lumMod val="95000"/>
                  <a:lumOff val="5000"/>
                </a:schemeClr>
              </a:solidFill>
              <a:latin typeface="汉仪劲楷简" panose="00020600040101010101" charset="-122"/>
              <a:ea typeface="汉仪劲楷简" panose="00020600040101010101" charset="-122"/>
            </a:endParaRPr>
          </a:p>
          <a:p>
            <a:pPr algn="ctr"/>
            <a:r>
              <a:rPr lang="zh-CN" altLang="en-US" sz="2400" dirty="0">
                <a:solidFill>
                  <a:schemeClr val="tx1">
                    <a:lumMod val="95000"/>
                    <a:lumOff val="5000"/>
                  </a:schemeClr>
                </a:solidFill>
                <a:latin typeface="汉仪劲楷简" panose="00020600040101010101" charset="-122"/>
                <a:ea typeface="汉仪劲楷简" panose="00020600040101010101" charset="-122"/>
              </a:rPr>
              <a:t>的数据</a:t>
            </a:r>
          </a:p>
        </p:txBody>
      </p:sp>
      <p:grpSp>
        <p:nvGrpSpPr>
          <p:cNvPr id="376" name="组合 375">
            <a:extLst>
              <a:ext uri="{FF2B5EF4-FFF2-40B4-BE49-F238E27FC236}">
                <a16:creationId xmlns:a16="http://schemas.microsoft.com/office/drawing/2014/main" id="{1D36DD4F-F8C9-4A48-A0D7-E1D7183FEED9}"/>
              </a:ext>
            </a:extLst>
          </p:cNvPr>
          <p:cNvGrpSpPr/>
          <p:nvPr/>
        </p:nvGrpSpPr>
        <p:grpSpPr>
          <a:xfrm>
            <a:off x="1169252" y="2244721"/>
            <a:ext cx="2109392" cy="2074604"/>
            <a:chOff x="64273" y="1208100"/>
            <a:chExt cx="2472914" cy="2432132"/>
          </a:xfrm>
        </p:grpSpPr>
        <p:pic>
          <p:nvPicPr>
            <p:cNvPr id="377" name="图片 376">
              <a:extLst>
                <a:ext uri="{FF2B5EF4-FFF2-40B4-BE49-F238E27FC236}">
                  <a16:creationId xmlns:a16="http://schemas.microsoft.com/office/drawing/2014/main" id="{D7EACA61-331C-C08E-2620-E920BA3EC9EA}"/>
                </a:ext>
              </a:extLst>
            </p:cNvPr>
            <p:cNvPicPr>
              <a:picLocks noChangeAspect="1"/>
            </p:cNvPicPr>
            <p:nvPr/>
          </p:nvPicPr>
          <p:blipFill>
            <a:blip r:embed="rId18" cstate="print">
              <a:extLst>
                <a:ext uri="{28A0092B-C50C-407E-A947-70E740481C1C}">
                  <a14:useLocalDpi xmlns:a14="http://schemas.microsoft.com/office/drawing/2010/main" val="0"/>
                </a:ext>
              </a:extLst>
            </a:blip>
            <a:srcRect l="1119" t="11806" r="58933" b="13099"/>
            <a:stretch/>
          </p:blipFill>
          <p:spPr>
            <a:xfrm>
              <a:off x="191804" y="1738198"/>
              <a:ext cx="2186578" cy="1902034"/>
            </a:xfrm>
            <a:prstGeom prst="rect">
              <a:avLst/>
            </a:prstGeom>
          </p:spPr>
        </p:pic>
        <p:sp>
          <p:nvSpPr>
            <p:cNvPr id="378" name="文本框 377">
              <a:extLst>
                <a:ext uri="{FF2B5EF4-FFF2-40B4-BE49-F238E27FC236}">
                  <a16:creationId xmlns:a16="http://schemas.microsoft.com/office/drawing/2014/main" id="{9B2D148C-AFF6-40F7-0DE5-3CC439365C4F}"/>
                </a:ext>
              </a:extLst>
            </p:cNvPr>
            <p:cNvSpPr txBox="1"/>
            <p:nvPr/>
          </p:nvSpPr>
          <p:spPr>
            <a:xfrm>
              <a:off x="64273" y="1208100"/>
              <a:ext cx="2472914" cy="541406"/>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t" anchorCtr="0">
              <a:noAutofit/>
            </a:bodyPr>
            <a:lstStyle/>
            <a:p>
              <a:pPr algn="ctr">
                <a:lnSpc>
                  <a:spcPct val="100000"/>
                </a:lnSpc>
              </a:pPr>
              <a:r>
                <a:rPr lang="en-US" altLang="zh-CN" sz="1600" dirty="0"/>
                <a:t>Ego-Network 698</a:t>
              </a:r>
            </a:p>
            <a:p>
              <a:pPr algn="ctr">
                <a:lnSpc>
                  <a:spcPct val="100000"/>
                </a:lnSpc>
              </a:pPr>
              <a:r>
                <a:rPr lang="en-US" altLang="zh-CN" sz="1100" dirty="0"/>
                <a:t>(</a:t>
              </a:r>
              <a:r>
                <a:rPr lang="zh-CN" altLang="en-US" sz="1100" dirty="0"/>
                <a:t>只包含好友间连接</a:t>
              </a:r>
              <a:r>
                <a:rPr lang="en-US" altLang="zh-CN" sz="1100" dirty="0"/>
                <a:t>)</a:t>
              </a:r>
              <a:endParaRPr lang="zh-CN" altLang="en-US" sz="1100" dirty="0"/>
            </a:p>
          </p:txBody>
        </p:sp>
      </p:grpSp>
    </p:spTree>
    <p:extLst>
      <p:ext uri="{BB962C8B-B14F-4D97-AF65-F5344CB8AC3E}">
        <p14:creationId xmlns:p14="http://schemas.microsoft.com/office/powerpoint/2010/main" val="971492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7" name="think-cell data - do not delete" hidden="1">
            <a:extLst>
              <a:ext uri="{FF2B5EF4-FFF2-40B4-BE49-F238E27FC236}">
                <a16:creationId xmlns:a16="http://schemas.microsoft.com/office/drawing/2014/main" id="{65F4BBA6-28D3-AD30-8ECB-A072861D92E4}"/>
              </a:ext>
            </a:extLst>
          </p:cNvPr>
          <p:cNvGraphicFramePr>
            <a:graphicFrameLocks noChangeAspect="1"/>
          </p:cNvGraphicFramePr>
          <p:nvPr>
            <p:custDataLst>
              <p:tags r:id="rId1"/>
            </p:custDataLst>
            <p:extLst>
              <p:ext uri="{D42A27DB-BD31-4B8C-83A1-F6EECF244321}">
                <p14:modId xmlns:p14="http://schemas.microsoft.com/office/powerpoint/2010/main" val="2144246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3" imgW="471" imgH="473" progId="TCLayout.ActiveDocument.1">
                  <p:embed/>
                </p:oleObj>
              </mc:Choice>
              <mc:Fallback>
                <p:oleObj name="think-cell 幻灯片" r:id="rId13" imgW="471" imgH="473" progId="TCLayout.ActiveDocument.1">
                  <p:embed/>
                  <p:pic>
                    <p:nvPicPr>
                      <p:cNvPr id="67" name="think-cell data - do not delete" hidden="1">
                        <a:extLst>
                          <a:ext uri="{FF2B5EF4-FFF2-40B4-BE49-F238E27FC236}">
                            <a16:creationId xmlns:a16="http://schemas.microsoft.com/office/drawing/2014/main" id="{65F4BBA6-28D3-AD30-8ECB-A072861D92E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74" name="小李PPT1"/>
          <p:cNvSpPr/>
          <p:nvPr>
            <p:custDataLst>
              <p:tags r:id="rId2"/>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3"/>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4"/>
            </p:custDataLst>
          </p:nvPr>
        </p:nvSpPr>
        <p:spPr>
          <a:xfrm>
            <a:off x="4000500" y="-914400"/>
            <a:ext cx="635000" cy="635000"/>
          </a:xfrm>
          <a:prstGeom prst="rect">
            <a:avLst/>
          </a:prstGeom>
          <a:solidFill>
            <a:srgbClr val="F5BEF0"/>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5"/>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6"/>
            </p:custDataLst>
          </p:nvPr>
        </p:nvSpPr>
        <p:spPr>
          <a:xfrm>
            <a:off x="5778500" y="-914400"/>
            <a:ext cx="635000" cy="635000"/>
          </a:xfrm>
          <a:prstGeom prst="rect">
            <a:avLst/>
          </a:prstGeom>
          <a:solidFill>
            <a:srgbClr val="8FE6FC"/>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7"/>
            </p:custDataLst>
          </p:nvPr>
        </p:nvSpPr>
        <p:spPr>
          <a:xfrm>
            <a:off x="6540500" y="-946659"/>
            <a:ext cx="635000" cy="635000"/>
          </a:xfrm>
          <a:prstGeom prst="rect">
            <a:avLst/>
          </a:prstGeom>
          <a:solidFill>
            <a:srgbClr val="E0132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8"/>
            </p:custDataLst>
          </p:nvPr>
        </p:nvSpPr>
        <p:spPr>
          <a:xfrm>
            <a:off x="7302500" y="-914400"/>
            <a:ext cx="635000" cy="635000"/>
          </a:xfrm>
          <a:prstGeom prst="rect">
            <a:avLst/>
          </a:prstGeom>
          <a:solidFill>
            <a:srgbClr val="3F4BD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9"/>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10"/>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1"/>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267" name="小李PPT11">
            <a:extLst>
              <a:ext uri="{FF2B5EF4-FFF2-40B4-BE49-F238E27FC236}">
                <a16:creationId xmlns:a16="http://schemas.microsoft.com/office/drawing/2014/main" id="{E00CE3F1-5B45-F7C7-D558-CF4D4E540D70}"/>
              </a:ext>
            </a:extLst>
          </p:cNvPr>
          <p:cNvGrpSpPr/>
          <p:nvPr/>
        </p:nvGrpSpPr>
        <p:grpSpPr>
          <a:xfrm>
            <a:off x="20600" y="14504"/>
            <a:ext cx="12192000" cy="6857998"/>
            <a:chOff x="0" y="2"/>
            <a:chExt cx="12192000" cy="6857998"/>
          </a:xfrm>
          <a:effectLst/>
        </p:grpSpPr>
        <p:cxnSp>
          <p:nvCxnSpPr>
            <p:cNvPr id="268" name="小李PPT11-1">
              <a:extLst>
                <a:ext uri="{FF2B5EF4-FFF2-40B4-BE49-F238E27FC236}">
                  <a16:creationId xmlns:a16="http://schemas.microsoft.com/office/drawing/2014/main" id="{D149A8DE-5D70-5480-002D-8DB8EA561DD2}"/>
                </a:ext>
              </a:extLst>
            </p:cNvPr>
            <p:cNvCxnSpPr/>
            <p:nvPr/>
          </p:nvCxnSpPr>
          <p:spPr>
            <a:xfrm>
              <a:off x="0" y="291084"/>
              <a:ext cx="12192000" cy="0"/>
            </a:xfrm>
            <a:prstGeom prst="line">
              <a:avLst/>
            </a:prstGeom>
            <a:noFill/>
            <a:ln w="6350" cap="rnd" cmpd="sng" algn="ctr">
              <a:solidFill>
                <a:srgbClr val="E9D6F2">
                  <a:alpha val="43922"/>
                </a:srgbClr>
              </a:solidFill>
              <a:prstDash val="solid"/>
              <a:round/>
            </a:ln>
            <a:effectLst/>
          </p:spPr>
        </p:cxnSp>
        <p:cxnSp>
          <p:nvCxnSpPr>
            <p:cNvPr id="269" name="小李PPT11-2">
              <a:extLst>
                <a:ext uri="{FF2B5EF4-FFF2-40B4-BE49-F238E27FC236}">
                  <a16:creationId xmlns:a16="http://schemas.microsoft.com/office/drawing/2014/main" id="{12405815-2BB6-8915-822D-91905D766527}"/>
                </a:ext>
              </a:extLst>
            </p:cNvPr>
            <p:cNvCxnSpPr/>
            <p:nvPr/>
          </p:nvCxnSpPr>
          <p:spPr>
            <a:xfrm>
              <a:off x="0" y="640385"/>
              <a:ext cx="12192000" cy="0"/>
            </a:xfrm>
            <a:prstGeom prst="line">
              <a:avLst/>
            </a:prstGeom>
            <a:noFill/>
            <a:ln w="6350" cap="rnd" cmpd="sng" algn="ctr">
              <a:solidFill>
                <a:srgbClr val="E9D6F2">
                  <a:alpha val="43922"/>
                </a:srgbClr>
              </a:solidFill>
              <a:prstDash val="solid"/>
              <a:round/>
            </a:ln>
            <a:effectLst/>
          </p:spPr>
        </p:cxnSp>
        <p:cxnSp>
          <p:nvCxnSpPr>
            <p:cNvPr id="270" name="小李PPT11-3">
              <a:extLst>
                <a:ext uri="{FF2B5EF4-FFF2-40B4-BE49-F238E27FC236}">
                  <a16:creationId xmlns:a16="http://schemas.microsoft.com/office/drawing/2014/main" id="{142F80B8-DE7C-9802-AED4-8B9E3CC242BA}"/>
                </a:ext>
              </a:extLst>
            </p:cNvPr>
            <p:cNvCxnSpPr/>
            <p:nvPr/>
          </p:nvCxnSpPr>
          <p:spPr>
            <a:xfrm>
              <a:off x="0" y="989685"/>
              <a:ext cx="12192000" cy="0"/>
            </a:xfrm>
            <a:prstGeom prst="line">
              <a:avLst/>
            </a:prstGeom>
            <a:noFill/>
            <a:ln w="6350" cap="rnd" cmpd="sng" algn="ctr">
              <a:solidFill>
                <a:srgbClr val="E9D6F2">
                  <a:alpha val="43922"/>
                </a:srgbClr>
              </a:solidFill>
              <a:prstDash val="solid"/>
              <a:round/>
            </a:ln>
            <a:effectLst/>
          </p:spPr>
        </p:cxnSp>
        <p:cxnSp>
          <p:nvCxnSpPr>
            <p:cNvPr id="271" name="小李PPT11-4">
              <a:extLst>
                <a:ext uri="{FF2B5EF4-FFF2-40B4-BE49-F238E27FC236}">
                  <a16:creationId xmlns:a16="http://schemas.microsoft.com/office/drawing/2014/main" id="{7ACFC8FC-0E7C-6E37-2D81-F22516A9C047}"/>
                </a:ext>
              </a:extLst>
            </p:cNvPr>
            <p:cNvCxnSpPr/>
            <p:nvPr/>
          </p:nvCxnSpPr>
          <p:spPr>
            <a:xfrm>
              <a:off x="0" y="1338986"/>
              <a:ext cx="12192000" cy="0"/>
            </a:xfrm>
            <a:prstGeom prst="line">
              <a:avLst/>
            </a:prstGeom>
            <a:noFill/>
            <a:ln w="6350" cap="rnd" cmpd="sng" algn="ctr">
              <a:solidFill>
                <a:srgbClr val="E9D6F2">
                  <a:alpha val="43922"/>
                </a:srgbClr>
              </a:solidFill>
              <a:prstDash val="solid"/>
              <a:round/>
            </a:ln>
            <a:effectLst/>
          </p:spPr>
        </p:cxnSp>
        <p:cxnSp>
          <p:nvCxnSpPr>
            <p:cNvPr id="272" name="小李PPT11-5">
              <a:extLst>
                <a:ext uri="{FF2B5EF4-FFF2-40B4-BE49-F238E27FC236}">
                  <a16:creationId xmlns:a16="http://schemas.microsoft.com/office/drawing/2014/main" id="{4B1541F3-583D-3A73-E035-4135F1592316}"/>
                </a:ext>
              </a:extLst>
            </p:cNvPr>
            <p:cNvCxnSpPr/>
            <p:nvPr/>
          </p:nvCxnSpPr>
          <p:spPr>
            <a:xfrm>
              <a:off x="0" y="1688287"/>
              <a:ext cx="12192000" cy="0"/>
            </a:xfrm>
            <a:prstGeom prst="line">
              <a:avLst/>
            </a:prstGeom>
            <a:noFill/>
            <a:ln w="6350" cap="rnd" cmpd="sng" algn="ctr">
              <a:solidFill>
                <a:srgbClr val="E9D6F2">
                  <a:alpha val="43922"/>
                </a:srgbClr>
              </a:solidFill>
              <a:prstDash val="solid"/>
              <a:round/>
            </a:ln>
            <a:effectLst/>
          </p:spPr>
        </p:cxnSp>
        <p:cxnSp>
          <p:nvCxnSpPr>
            <p:cNvPr id="273" name="小李PPT11-6">
              <a:extLst>
                <a:ext uri="{FF2B5EF4-FFF2-40B4-BE49-F238E27FC236}">
                  <a16:creationId xmlns:a16="http://schemas.microsoft.com/office/drawing/2014/main" id="{66E042A9-2D0E-3B84-6BB9-F016B7AEEA7C}"/>
                </a:ext>
              </a:extLst>
            </p:cNvPr>
            <p:cNvCxnSpPr/>
            <p:nvPr/>
          </p:nvCxnSpPr>
          <p:spPr>
            <a:xfrm>
              <a:off x="0" y="2037588"/>
              <a:ext cx="12192000" cy="0"/>
            </a:xfrm>
            <a:prstGeom prst="line">
              <a:avLst/>
            </a:prstGeom>
            <a:noFill/>
            <a:ln w="6350" cap="rnd" cmpd="sng" algn="ctr">
              <a:solidFill>
                <a:srgbClr val="E9D6F2">
                  <a:alpha val="43922"/>
                </a:srgbClr>
              </a:solidFill>
              <a:prstDash val="solid"/>
              <a:round/>
            </a:ln>
            <a:effectLst/>
          </p:spPr>
        </p:cxnSp>
        <p:cxnSp>
          <p:nvCxnSpPr>
            <p:cNvPr id="284" name="小李PPT11-7">
              <a:extLst>
                <a:ext uri="{FF2B5EF4-FFF2-40B4-BE49-F238E27FC236}">
                  <a16:creationId xmlns:a16="http://schemas.microsoft.com/office/drawing/2014/main" id="{06D7C7DA-C60C-6A00-79B5-33A5EB452FC6}"/>
                </a:ext>
              </a:extLst>
            </p:cNvPr>
            <p:cNvCxnSpPr/>
            <p:nvPr/>
          </p:nvCxnSpPr>
          <p:spPr>
            <a:xfrm>
              <a:off x="0" y="2386888"/>
              <a:ext cx="12192000" cy="0"/>
            </a:xfrm>
            <a:prstGeom prst="line">
              <a:avLst/>
            </a:prstGeom>
            <a:noFill/>
            <a:ln w="6350" cap="rnd" cmpd="sng" algn="ctr">
              <a:solidFill>
                <a:srgbClr val="E9D6F2">
                  <a:alpha val="43922"/>
                </a:srgbClr>
              </a:solidFill>
              <a:prstDash val="solid"/>
              <a:round/>
            </a:ln>
            <a:effectLst/>
          </p:spPr>
        </p:cxnSp>
        <p:cxnSp>
          <p:nvCxnSpPr>
            <p:cNvPr id="285" name="小李PPT11-8">
              <a:extLst>
                <a:ext uri="{FF2B5EF4-FFF2-40B4-BE49-F238E27FC236}">
                  <a16:creationId xmlns:a16="http://schemas.microsoft.com/office/drawing/2014/main" id="{6D0C7100-34C7-043F-36DA-67E2864B1E77}"/>
                </a:ext>
              </a:extLst>
            </p:cNvPr>
            <p:cNvCxnSpPr/>
            <p:nvPr/>
          </p:nvCxnSpPr>
          <p:spPr>
            <a:xfrm>
              <a:off x="0" y="2736189"/>
              <a:ext cx="12192000" cy="0"/>
            </a:xfrm>
            <a:prstGeom prst="line">
              <a:avLst/>
            </a:prstGeom>
            <a:noFill/>
            <a:ln w="6350" cap="rnd" cmpd="sng" algn="ctr">
              <a:solidFill>
                <a:srgbClr val="E9D6F2">
                  <a:alpha val="43922"/>
                </a:srgbClr>
              </a:solidFill>
              <a:prstDash val="solid"/>
              <a:round/>
            </a:ln>
            <a:effectLst/>
          </p:spPr>
        </p:cxnSp>
        <p:cxnSp>
          <p:nvCxnSpPr>
            <p:cNvPr id="286" name="小李PPT11-9">
              <a:extLst>
                <a:ext uri="{FF2B5EF4-FFF2-40B4-BE49-F238E27FC236}">
                  <a16:creationId xmlns:a16="http://schemas.microsoft.com/office/drawing/2014/main" id="{7DE0E073-233F-1CAC-DFD0-AE043F408038}"/>
                </a:ext>
              </a:extLst>
            </p:cNvPr>
            <p:cNvCxnSpPr/>
            <p:nvPr/>
          </p:nvCxnSpPr>
          <p:spPr>
            <a:xfrm>
              <a:off x="0" y="3085490"/>
              <a:ext cx="12192000" cy="0"/>
            </a:xfrm>
            <a:prstGeom prst="line">
              <a:avLst/>
            </a:prstGeom>
            <a:noFill/>
            <a:ln w="6350" cap="rnd" cmpd="sng" algn="ctr">
              <a:solidFill>
                <a:srgbClr val="E9D6F2">
                  <a:alpha val="43922"/>
                </a:srgbClr>
              </a:solidFill>
              <a:prstDash val="solid"/>
              <a:round/>
            </a:ln>
            <a:effectLst/>
          </p:spPr>
        </p:cxnSp>
        <p:cxnSp>
          <p:nvCxnSpPr>
            <p:cNvPr id="287" name="小李PPT11-10">
              <a:extLst>
                <a:ext uri="{FF2B5EF4-FFF2-40B4-BE49-F238E27FC236}">
                  <a16:creationId xmlns:a16="http://schemas.microsoft.com/office/drawing/2014/main" id="{EA56C2C0-43C0-D849-356F-9AB3E2465B9B}"/>
                </a:ext>
              </a:extLst>
            </p:cNvPr>
            <p:cNvCxnSpPr/>
            <p:nvPr/>
          </p:nvCxnSpPr>
          <p:spPr>
            <a:xfrm>
              <a:off x="0" y="3434791"/>
              <a:ext cx="12192000" cy="0"/>
            </a:xfrm>
            <a:prstGeom prst="line">
              <a:avLst/>
            </a:prstGeom>
            <a:noFill/>
            <a:ln w="6350" cap="rnd" cmpd="sng" algn="ctr">
              <a:solidFill>
                <a:srgbClr val="E9D6F2">
                  <a:alpha val="43922"/>
                </a:srgbClr>
              </a:solidFill>
              <a:prstDash val="solid"/>
              <a:round/>
            </a:ln>
            <a:effectLst/>
          </p:spPr>
        </p:cxnSp>
        <p:cxnSp>
          <p:nvCxnSpPr>
            <p:cNvPr id="288" name="小李PPT11-11">
              <a:extLst>
                <a:ext uri="{FF2B5EF4-FFF2-40B4-BE49-F238E27FC236}">
                  <a16:creationId xmlns:a16="http://schemas.microsoft.com/office/drawing/2014/main" id="{254E15E1-1941-52F8-7CAE-C9D37DFCA5AF}"/>
                </a:ext>
              </a:extLst>
            </p:cNvPr>
            <p:cNvCxnSpPr/>
            <p:nvPr/>
          </p:nvCxnSpPr>
          <p:spPr>
            <a:xfrm>
              <a:off x="0" y="3784091"/>
              <a:ext cx="12192000" cy="0"/>
            </a:xfrm>
            <a:prstGeom prst="line">
              <a:avLst/>
            </a:prstGeom>
            <a:noFill/>
            <a:ln w="6350" cap="rnd" cmpd="sng" algn="ctr">
              <a:solidFill>
                <a:srgbClr val="E9D6F2">
                  <a:alpha val="43922"/>
                </a:srgbClr>
              </a:solidFill>
              <a:prstDash val="solid"/>
              <a:round/>
            </a:ln>
            <a:effectLst/>
          </p:spPr>
        </p:cxnSp>
        <p:cxnSp>
          <p:nvCxnSpPr>
            <p:cNvPr id="289" name="小李PPT11-12">
              <a:extLst>
                <a:ext uri="{FF2B5EF4-FFF2-40B4-BE49-F238E27FC236}">
                  <a16:creationId xmlns:a16="http://schemas.microsoft.com/office/drawing/2014/main" id="{FC67DC33-8B06-C5A7-285A-18E9A62A83E3}"/>
                </a:ext>
              </a:extLst>
            </p:cNvPr>
            <p:cNvCxnSpPr/>
            <p:nvPr/>
          </p:nvCxnSpPr>
          <p:spPr>
            <a:xfrm>
              <a:off x="0" y="4133392"/>
              <a:ext cx="12192000" cy="0"/>
            </a:xfrm>
            <a:prstGeom prst="line">
              <a:avLst/>
            </a:prstGeom>
            <a:noFill/>
            <a:ln w="6350" cap="rnd" cmpd="sng" algn="ctr">
              <a:solidFill>
                <a:srgbClr val="E9D6F2">
                  <a:alpha val="43922"/>
                </a:srgbClr>
              </a:solidFill>
              <a:prstDash val="solid"/>
              <a:round/>
            </a:ln>
            <a:effectLst/>
          </p:spPr>
        </p:cxnSp>
        <p:cxnSp>
          <p:nvCxnSpPr>
            <p:cNvPr id="290" name="小李PPT11-13">
              <a:extLst>
                <a:ext uri="{FF2B5EF4-FFF2-40B4-BE49-F238E27FC236}">
                  <a16:creationId xmlns:a16="http://schemas.microsoft.com/office/drawing/2014/main" id="{C01CAF94-0D94-A0A5-CC17-8DA7676E27D4}"/>
                </a:ext>
              </a:extLst>
            </p:cNvPr>
            <p:cNvCxnSpPr/>
            <p:nvPr/>
          </p:nvCxnSpPr>
          <p:spPr>
            <a:xfrm>
              <a:off x="0" y="4482693"/>
              <a:ext cx="12192000" cy="0"/>
            </a:xfrm>
            <a:prstGeom prst="line">
              <a:avLst/>
            </a:prstGeom>
            <a:noFill/>
            <a:ln w="6350" cap="rnd" cmpd="sng" algn="ctr">
              <a:solidFill>
                <a:srgbClr val="E9D6F2">
                  <a:alpha val="43922"/>
                </a:srgbClr>
              </a:solidFill>
              <a:prstDash val="solid"/>
              <a:round/>
            </a:ln>
            <a:effectLst/>
          </p:spPr>
        </p:cxnSp>
        <p:cxnSp>
          <p:nvCxnSpPr>
            <p:cNvPr id="291" name="小李PPT11-14">
              <a:extLst>
                <a:ext uri="{FF2B5EF4-FFF2-40B4-BE49-F238E27FC236}">
                  <a16:creationId xmlns:a16="http://schemas.microsoft.com/office/drawing/2014/main" id="{3C424704-4D6B-B42A-4418-44F53C830A7C}"/>
                </a:ext>
              </a:extLst>
            </p:cNvPr>
            <p:cNvCxnSpPr/>
            <p:nvPr/>
          </p:nvCxnSpPr>
          <p:spPr>
            <a:xfrm>
              <a:off x="0" y="4831994"/>
              <a:ext cx="12192000" cy="0"/>
            </a:xfrm>
            <a:prstGeom prst="line">
              <a:avLst/>
            </a:prstGeom>
            <a:noFill/>
            <a:ln w="6350" cap="rnd" cmpd="sng" algn="ctr">
              <a:solidFill>
                <a:srgbClr val="E9D6F2">
                  <a:alpha val="43922"/>
                </a:srgbClr>
              </a:solidFill>
              <a:prstDash val="solid"/>
              <a:round/>
            </a:ln>
            <a:effectLst/>
          </p:spPr>
        </p:cxnSp>
        <p:cxnSp>
          <p:nvCxnSpPr>
            <p:cNvPr id="292" name="小李PPT11-15">
              <a:extLst>
                <a:ext uri="{FF2B5EF4-FFF2-40B4-BE49-F238E27FC236}">
                  <a16:creationId xmlns:a16="http://schemas.microsoft.com/office/drawing/2014/main" id="{1B0613AC-5DAE-A539-F142-5B4B136F0118}"/>
                </a:ext>
              </a:extLst>
            </p:cNvPr>
            <p:cNvCxnSpPr/>
            <p:nvPr/>
          </p:nvCxnSpPr>
          <p:spPr>
            <a:xfrm>
              <a:off x="0" y="5181294"/>
              <a:ext cx="12192000" cy="0"/>
            </a:xfrm>
            <a:prstGeom prst="line">
              <a:avLst/>
            </a:prstGeom>
            <a:noFill/>
            <a:ln w="6350" cap="rnd" cmpd="sng" algn="ctr">
              <a:solidFill>
                <a:srgbClr val="E9D6F2">
                  <a:alpha val="43922"/>
                </a:srgbClr>
              </a:solidFill>
              <a:prstDash val="solid"/>
              <a:round/>
            </a:ln>
            <a:effectLst/>
          </p:spPr>
        </p:cxnSp>
        <p:cxnSp>
          <p:nvCxnSpPr>
            <p:cNvPr id="293" name="小李PPT11-16">
              <a:extLst>
                <a:ext uri="{FF2B5EF4-FFF2-40B4-BE49-F238E27FC236}">
                  <a16:creationId xmlns:a16="http://schemas.microsoft.com/office/drawing/2014/main" id="{A82AC189-FB20-5A34-F29A-29BC661D40C1}"/>
                </a:ext>
              </a:extLst>
            </p:cNvPr>
            <p:cNvCxnSpPr/>
            <p:nvPr/>
          </p:nvCxnSpPr>
          <p:spPr>
            <a:xfrm>
              <a:off x="0" y="5530595"/>
              <a:ext cx="12192000" cy="0"/>
            </a:xfrm>
            <a:prstGeom prst="line">
              <a:avLst/>
            </a:prstGeom>
            <a:noFill/>
            <a:ln w="6350" cap="rnd" cmpd="sng" algn="ctr">
              <a:solidFill>
                <a:srgbClr val="E9D6F2">
                  <a:alpha val="43922"/>
                </a:srgbClr>
              </a:solidFill>
              <a:prstDash val="solid"/>
              <a:round/>
            </a:ln>
            <a:effectLst/>
          </p:spPr>
        </p:cxnSp>
        <p:cxnSp>
          <p:nvCxnSpPr>
            <p:cNvPr id="294" name="小李PPT11-17">
              <a:extLst>
                <a:ext uri="{FF2B5EF4-FFF2-40B4-BE49-F238E27FC236}">
                  <a16:creationId xmlns:a16="http://schemas.microsoft.com/office/drawing/2014/main" id="{76B83A31-2D9E-D7BD-CA39-2AE556A84190}"/>
                </a:ext>
              </a:extLst>
            </p:cNvPr>
            <p:cNvCxnSpPr/>
            <p:nvPr/>
          </p:nvCxnSpPr>
          <p:spPr>
            <a:xfrm rot="5400000">
              <a:off x="2180157" y="3429001"/>
              <a:ext cx="6857998" cy="0"/>
            </a:xfrm>
            <a:prstGeom prst="line">
              <a:avLst/>
            </a:prstGeom>
            <a:noFill/>
            <a:ln w="6350" cap="rnd" cmpd="sng" algn="ctr">
              <a:solidFill>
                <a:srgbClr val="E9D6F2">
                  <a:alpha val="43922"/>
                </a:srgbClr>
              </a:solidFill>
              <a:prstDash val="solid"/>
              <a:round/>
            </a:ln>
            <a:effectLst/>
          </p:spPr>
        </p:cxnSp>
        <p:cxnSp>
          <p:nvCxnSpPr>
            <p:cNvPr id="295" name="小李PPT11-18">
              <a:extLst>
                <a:ext uri="{FF2B5EF4-FFF2-40B4-BE49-F238E27FC236}">
                  <a16:creationId xmlns:a16="http://schemas.microsoft.com/office/drawing/2014/main" id="{895F1AE6-1ED3-945C-7DBD-11795EA54ABE}"/>
                </a:ext>
              </a:extLst>
            </p:cNvPr>
            <p:cNvCxnSpPr/>
            <p:nvPr/>
          </p:nvCxnSpPr>
          <p:spPr>
            <a:xfrm rot="5400000">
              <a:off x="1826337" y="3429001"/>
              <a:ext cx="6857998" cy="0"/>
            </a:xfrm>
            <a:prstGeom prst="line">
              <a:avLst/>
            </a:prstGeom>
            <a:noFill/>
            <a:ln w="6350" cap="rnd" cmpd="sng" algn="ctr">
              <a:solidFill>
                <a:srgbClr val="E9D6F2">
                  <a:alpha val="43922"/>
                </a:srgbClr>
              </a:solidFill>
              <a:prstDash val="solid"/>
              <a:round/>
            </a:ln>
            <a:effectLst/>
          </p:spPr>
        </p:cxnSp>
        <p:cxnSp>
          <p:nvCxnSpPr>
            <p:cNvPr id="296" name="小李PPT11-19">
              <a:extLst>
                <a:ext uri="{FF2B5EF4-FFF2-40B4-BE49-F238E27FC236}">
                  <a16:creationId xmlns:a16="http://schemas.microsoft.com/office/drawing/2014/main" id="{762323E0-65C1-CE4A-4F8F-B2AA3BD5F737}"/>
                </a:ext>
              </a:extLst>
            </p:cNvPr>
            <p:cNvCxnSpPr/>
            <p:nvPr/>
          </p:nvCxnSpPr>
          <p:spPr>
            <a:xfrm rot="5400000">
              <a:off x="1472518" y="3429001"/>
              <a:ext cx="6857998" cy="0"/>
            </a:xfrm>
            <a:prstGeom prst="line">
              <a:avLst/>
            </a:prstGeom>
            <a:noFill/>
            <a:ln w="6350" cap="rnd" cmpd="sng" algn="ctr">
              <a:solidFill>
                <a:srgbClr val="E9D6F2">
                  <a:alpha val="43922"/>
                </a:srgbClr>
              </a:solidFill>
              <a:prstDash val="solid"/>
              <a:round/>
            </a:ln>
            <a:effectLst/>
          </p:spPr>
        </p:cxnSp>
        <p:cxnSp>
          <p:nvCxnSpPr>
            <p:cNvPr id="297" name="小李PPT11-20">
              <a:extLst>
                <a:ext uri="{FF2B5EF4-FFF2-40B4-BE49-F238E27FC236}">
                  <a16:creationId xmlns:a16="http://schemas.microsoft.com/office/drawing/2014/main" id="{F16FA46A-61DA-8608-A3F1-EB417B6C7478}"/>
                </a:ext>
              </a:extLst>
            </p:cNvPr>
            <p:cNvCxnSpPr/>
            <p:nvPr/>
          </p:nvCxnSpPr>
          <p:spPr>
            <a:xfrm rot="5400000">
              <a:off x="1118698" y="3429001"/>
              <a:ext cx="6857998" cy="0"/>
            </a:xfrm>
            <a:prstGeom prst="line">
              <a:avLst/>
            </a:prstGeom>
            <a:noFill/>
            <a:ln w="6350" cap="rnd" cmpd="sng" algn="ctr">
              <a:solidFill>
                <a:srgbClr val="E9D6F2">
                  <a:alpha val="43922"/>
                </a:srgbClr>
              </a:solidFill>
              <a:prstDash val="solid"/>
              <a:round/>
            </a:ln>
            <a:effectLst/>
          </p:spPr>
        </p:cxnSp>
        <p:cxnSp>
          <p:nvCxnSpPr>
            <p:cNvPr id="298" name="小李PPT11-21">
              <a:extLst>
                <a:ext uri="{FF2B5EF4-FFF2-40B4-BE49-F238E27FC236}">
                  <a16:creationId xmlns:a16="http://schemas.microsoft.com/office/drawing/2014/main" id="{837CC4D4-E4DB-55F1-C903-5BAFBE536376}"/>
                </a:ext>
              </a:extLst>
            </p:cNvPr>
            <p:cNvCxnSpPr/>
            <p:nvPr/>
          </p:nvCxnSpPr>
          <p:spPr>
            <a:xfrm rot="5400000">
              <a:off x="764879" y="3429001"/>
              <a:ext cx="6857998" cy="0"/>
            </a:xfrm>
            <a:prstGeom prst="line">
              <a:avLst/>
            </a:prstGeom>
            <a:noFill/>
            <a:ln w="6350" cap="rnd" cmpd="sng" algn="ctr">
              <a:solidFill>
                <a:srgbClr val="E9D6F2">
                  <a:alpha val="43922"/>
                </a:srgbClr>
              </a:solidFill>
              <a:prstDash val="solid"/>
              <a:round/>
            </a:ln>
            <a:effectLst/>
          </p:spPr>
        </p:cxnSp>
        <p:cxnSp>
          <p:nvCxnSpPr>
            <p:cNvPr id="299" name="小李PPT11-22">
              <a:extLst>
                <a:ext uri="{FF2B5EF4-FFF2-40B4-BE49-F238E27FC236}">
                  <a16:creationId xmlns:a16="http://schemas.microsoft.com/office/drawing/2014/main" id="{A18F6059-82B4-C7AD-5331-2ACCF967110E}"/>
                </a:ext>
              </a:extLst>
            </p:cNvPr>
            <p:cNvCxnSpPr/>
            <p:nvPr/>
          </p:nvCxnSpPr>
          <p:spPr>
            <a:xfrm rot="5400000">
              <a:off x="411061" y="3429001"/>
              <a:ext cx="6857998" cy="0"/>
            </a:xfrm>
            <a:prstGeom prst="line">
              <a:avLst/>
            </a:prstGeom>
            <a:noFill/>
            <a:ln w="6350" cap="rnd" cmpd="sng" algn="ctr">
              <a:solidFill>
                <a:srgbClr val="E9D6F2">
                  <a:alpha val="43922"/>
                </a:srgbClr>
              </a:solidFill>
              <a:prstDash val="solid"/>
              <a:round/>
            </a:ln>
            <a:effectLst/>
          </p:spPr>
        </p:cxnSp>
        <p:cxnSp>
          <p:nvCxnSpPr>
            <p:cNvPr id="300" name="小李PPT11-23">
              <a:extLst>
                <a:ext uri="{FF2B5EF4-FFF2-40B4-BE49-F238E27FC236}">
                  <a16:creationId xmlns:a16="http://schemas.microsoft.com/office/drawing/2014/main" id="{A9A85CAC-8B8C-CFE6-AB4A-7F43E4A9D781}"/>
                </a:ext>
              </a:extLst>
            </p:cNvPr>
            <p:cNvCxnSpPr/>
            <p:nvPr/>
          </p:nvCxnSpPr>
          <p:spPr>
            <a:xfrm rot="5400000">
              <a:off x="57241" y="3429001"/>
              <a:ext cx="6857998" cy="0"/>
            </a:xfrm>
            <a:prstGeom prst="line">
              <a:avLst/>
            </a:prstGeom>
            <a:noFill/>
            <a:ln w="6350" cap="rnd" cmpd="sng" algn="ctr">
              <a:solidFill>
                <a:srgbClr val="E9D6F2">
                  <a:alpha val="43922"/>
                </a:srgbClr>
              </a:solidFill>
              <a:prstDash val="solid"/>
              <a:round/>
            </a:ln>
            <a:effectLst/>
          </p:spPr>
        </p:cxnSp>
        <p:cxnSp>
          <p:nvCxnSpPr>
            <p:cNvPr id="301" name="小李PPT11-24">
              <a:extLst>
                <a:ext uri="{FF2B5EF4-FFF2-40B4-BE49-F238E27FC236}">
                  <a16:creationId xmlns:a16="http://schemas.microsoft.com/office/drawing/2014/main" id="{A084D740-B9DB-BA65-905B-6C99371D7667}"/>
                </a:ext>
              </a:extLst>
            </p:cNvPr>
            <p:cNvCxnSpPr/>
            <p:nvPr/>
          </p:nvCxnSpPr>
          <p:spPr>
            <a:xfrm rot="5400000">
              <a:off x="-296578" y="3429001"/>
              <a:ext cx="6857998" cy="0"/>
            </a:xfrm>
            <a:prstGeom prst="line">
              <a:avLst/>
            </a:prstGeom>
            <a:noFill/>
            <a:ln w="6350" cap="rnd" cmpd="sng" algn="ctr">
              <a:solidFill>
                <a:srgbClr val="E9D6F2">
                  <a:alpha val="43922"/>
                </a:srgbClr>
              </a:solidFill>
              <a:prstDash val="solid"/>
              <a:round/>
            </a:ln>
            <a:effectLst/>
          </p:spPr>
        </p:cxnSp>
        <p:cxnSp>
          <p:nvCxnSpPr>
            <p:cNvPr id="302" name="小李PPT11-25">
              <a:extLst>
                <a:ext uri="{FF2B5EF4-FFF2-40B4-BE49-F238E27FC236}">
                  <a16:creationId xmlns:a16="http://schemas.microsoft.com/office/drawing/2014/main" id="{4BC52A2B-58EE-7F90-8026-B11F33CD56A7}"/>
                </a:ext>
              </a:extLst>
            </p:cNvPr>
            <p:cNvCxnSpPr/>
            <p:nvPr/>
          </p:nvCxnSpPr>
          <p:spPr>
            <a:xfrm rot="5400000">
              <a:off x="-650398" y="3429001"/>
              <a:ext cx="6857998" cy="0"/>
            </a:xfrm>
            <a:prstGeom prst="line">
              <a:avLst/>
            </a:prstGeom>
            <a:noFill/>
            <a:ln w="6350" cap="rnd" cmpd="sng" algn="ctr">
              <a:solidFill>
                <a:srgbClr val="E9D6F2">
                  <a:alpha val="43922"/>
                </a:srgbClr>
              </a:solidFill>
              <a:prstDash val="solid"/>
              <a:round/>
            </a:ln>
            <a:effectLst/>
          </p:spPr>
        </p:cxnSp>
        <p:cxnSp>
          <p:nvCxnSpPr>
            <p:cNvPr id="303" name="小李PPT11-26">
              <a:extLst>
                <a:ext uri="{FF2B5EF4-FFF2-40B4-BE49-F238E27FC236}">
                  <a16:creationId xmlns:a16="http://schemas.microsoft.com/office/drawing/2014/main" id="{A6CBAFE8-1219-FADF-D00C-CEF2C972633A}"/>
                </a:ext>
              </a:extLst>
            </p:cNvPr>
            <p:cNvCxnSpPr/>
            <p:nvPr/>
          </p:nvCxnSpPr>
          <p:spPr>
            <a:xfrm rot="5400000">
              <a:off x="-1004217" y="3429001"/>
              <a:ext cx="6857998" cy="0"/>
            </a:xfrm>
            <a:prstGeom prst="line">
              <a:avLst/>
            </a:prstGeom>
            <a:noFill/>
            <a:ln w="6350" cap="rnd" cmpd="sng" algn="ctr">
              <a:solidFill>
                <a:srgbClr val="E9D6F2">
                  <a:alpha val="43922"/>
                </a:srgbClr>
              </a:solidFill>
              <a:prstDash val="solid"/>
              <a:round/>
            </a:ln>
            <a:effectLst/>
          </p:spPr>
        </p:cxnSp>
        <p:cxnSp>
          <p:nvCxnSpPr>
            <p:cNvPr id="304" name="小李PPT11-27">
              <a:extLst>
                <a:ext uri="{FF2B5EF4-FFF2-40B4-BE49-F238E27FC236}">
                  <a16:creationId xmlns:a16="http://schemas.microsoft.com/office/drawing/2014/main" id="{DF86F9CC-48C5-E7C3-9A84-2BB52248DB1E}"/>
                </a:ext>
              </a:extLst>
            </p:cNvPr>
            <p:cNvCxnSpPr/>
            <p:nvPr/>
          </p:nvCxnSpPr>
          <p:spPr>
            <a:xfrm rot="5400000">
              <a:off x="-1358036" y="3429001"/>
              <a:ext cx="6857998" cy="0"/>
            </a:xfrm>
            <a:prstGeom prst="line">
              <a:avLst/>
            </a:prstGeom>
            <a:noFill/>
            <a:ln w="6350" cap="rnd" cmpd="sng" algn="ctr">
              <a:solidFill>
                <a:srgbClr val="E9D6F2">
                  <a:alpha val="43922"/>
                </a:srgbClr>
              </a:solidFill>
              <a:prstDash val="solid"/>
              <a:round/>
            </a:ln>
            <a:effectLst/>
          </p:spPr>
        </p:cxnSp>
        <p:cxnSp>
          <p:nvCxnSpPr>
            <p:cNvPr id="305" name="小李PPT11-28">
              <a:extLst>
                <a:ext uri="{FF2B5EF4-FFF2-40B4-BE49-F238E27FC236}">
                  <a16:creationId xmlns:a16="http://schemas.microsoft.com/office/drawing/2014/main" id="{634DDDD0-AD3A-E164-6A22-7EA73F0DF471}"/>
                </a:ext>
              </a:extLst>
            </p:cNvPr>
            <p:cNvCxnSpPr/>
            <p:nvPr/>
          </p:nvCxnSpPr>
          <p:spPr>
            <a:xfrm rot="5400000">
              <a:off x="-1711856" y="3429001"/>
              <a:ext cx="6857998" cy="0"/>
            </a:xfrm>
            <a:prstGeom prst="line">
              <a:avLst/>
            </a:prstGeom>
            <a:noFill/>
            <a:ln w="6350" cap="rnd" cmpd="sng" algn="ctr">
              <a:solidFill>
                <a:srgbClr val="E9D6F2">
                  <a:alpha val="43922"/>
                </a:srgbClr>
              </a:solidFill>
              <a:prstDash val="solid"/>
              <a:round/>
            </a:ln>
            <a:effectLst/>
          </p:spPr>
        </p:cxnSp>
        <p:cxnSp>
          <p:nvCxnSpPr>
            <p:cNvPr id="306" name="小李PPT11-29">
              <a:extLst>
                <a:ext uri="{FF2B5EF4-FFF2-40B4-BE49-F238E27FC236}">
                  <a16:creationId xmlns:a16="http://schemas.microsoft.com/office/drawing/2014/main" id="{E8411CF7-545D-7752-3880-A26682214D26}"/>
                </a:ext>
              </a:extLst>
            </p:cNvPr>
            <p:cNvCxnSpPr/>
            <p:nvPr/>
          </p:nvCxnSpPr>
          <p:spPr>
            <a:xfrm rot="5400000">
              <a:off x="-2065675" y="3429001"/>
              <a:ext cx="6857998" cy="0"/>
            </a:xfrm>
            <a:prstGeom prst="line">
              <a:avLst/>
            </a:prstGeom>
            <a:noFill/>
            <a:ln w="6350" cap="rnd" cmpd="sng" algn="ctr">
              <a:solidFill>
                <a:srgbClr val="E9D6F2">
                  <a:alpha val="43922"/>
                </a:srgbClr>
              </a:solidFill>
              <a:prstDash val="solid"/>
              <a:round/>
            </a:ln>
            <a:effectLst/>
          </p:spPr>
        </p:cxnSp>
        <p:cxnSp>
          <p:nvCxnSpPr>
            <p:cNvPr id="307" name="小李PPT11-30">
              <a:extLst>
                <a:ext uri="{FF2B5EF4-FFF2-40B4-BE49-F238E27FC236}">
                  <a16:creationId xmlns:a16="http://schemas.microsoft.com/office/drawing/2014/main" id="{9C9BE50B-BAF8-F983-8B86-ADF4C2A49155}"/>
                </a:ext>
              </a:extLst>
            </p:cNvPr>
            <p:cNvCxnSpPr/>
            <p:nvPr/>
          </p:nvCxnSpPr>
          <p:spPr>
            <a:xfrm rot="5400000">
              <a:off x="-2419495" y="3429001"/>
              <a:ext cx="6857998" cy="0"/>
            </a:xfrm>
            <a:prstGeom prst="line">
              <a:avLst/>
            </a:prstGeom>
            <a:noFill/>
            <a:ln w="6350" cap="rnd" cmpd="sng" algn="ctr">
              <a:solidFill>
                <a:srgbClr val="E9D6F2">
                  <a:alpha val="43922"/>
                </a:srgbClr>
              </a:solidFill>
              <a:prstDash val="solid"/>
              <a:round/>
            </a:ln>
            <a:effectLst/>
          </p:spPr>
        </p:cxnSp>
        <p:cxnSp>
          <p:nvCxnSpPr>
            <p:cNvPr id="308" name="小李PPT11-31">
              <a:extLst>
                <a:ext uri="{FF2B5EF4-FFF2-40B4-BE49-F238E27FC236}">
                  <a16:creationId xmlns:a16="http://schemas.microsoft.com/office/drawing/2014/main" id="{207652CB-EEE9-9E62-ED0C-C5538C2293AA}"/>
                </a:ext>
              </a:extLst>
            </p:cNvPr>
            <p:cNvCxnSpPr/>
            <p:nvPr/>
          </p:nvCxnSpPr>
          <p:spPr>
            <a:xfrm rot="5400000">
              <a:off x="-2773314" y="3429001"/>
              <a:ext cx="6857998" cy="0"/>
            </a:xfrm>
            <a:prstGeom prst="line">
              <a:avLst/>
            </a:prstGeom>
            <a:noFill/>
            <a:ln w="6350" cap="rnd" cmpd="sng" algn="ctr">
              <a:solidFill>
                <a:srgbClr val="E9D6F2">
                  <a:alpha val="43922"/>
                </a:srgbClr>
              </a:solidFill>
              <a:prstDash val="solid"/>
              <a:round/>
            </a:ln>
            <a:effectLst/>
          </p:spPr>
        </p:cxnSp>
        <p:cxnSp>
          <p:nvCxnSpPr>
            <p:cNvPr id="309" name="小李PPT11-32">
              <a:extLst>
                <a:ext uri="{FF2B5EF4-FFF2-40B4-BE49-F238E27FC236}">
                  <a16:creationId xmlns:a16="http://schemas.microsoft.com/office/drawing/2014/main" id="{6E042C72-6234-B5FE-0F29-46E45950958C}"/>
                </a:ext>
              </a:extLst>
            </p:cNvPr>
            <p:cNvCxnSpPr/>
            <p:nvPr/>
          </p:nvCxnSpPr>
          <p:spPr>
            <a:xfrm rot="5400000">
              <a:off x="-3127134" y="3429001"/>
              <a:ext cx="6857998" cy="0"/>
            </a:xfrm>
            <a:prstGeom prst="line">
              <a:avLst/>
            </a:prstGeom>
            <a:noFill/>
            <a:ln w="6350" cap="rnd" cmpd="sng" algn="ctr">
              <a:solidFill>
                <a:srgbClr val="E9D6F2">
                  <a:alpha val="43922"/>
                </a:srgbClr>
              </a:solidFill>
              <a:prstDash val="solid"/>
              <a:round/>
            </a:ln>
            <a:effectLst/>
          </p:spPr>
        </p:cxnSp>
        <p:cxnSp>
          <p:nvCxnSpPr>
            <p:cNvPr id="310" name="小李PPT11-33">
              <a:extLst>
                <a:ext uri="{FF2B5EF4-FFF2-40B4-BE49-F238E27FC236}">
                  <a16:creationId xmlns:a16="http://schemas.microsoft.com/office/drawing/2014/main" id="{049B3365-36B4-07A8-6740-9088C537C85B}"/>
                </a:ext>
              </a:extLst>
            </p:cNvPr>
            <p:cNvCxnSpPr/>
            <p:nvPr/>
          </p:nvCxnSpPr>
          <p:spPr>
            <a:xfrm rot="5400000">
              <a:off x="6781801" y="3429001"/>
              <a:ext cx="6857998" cy="0"/>
            </a:xfrm>
            <a:prstGeom prst="line">
              <a:avLst/>
            </a:prstGeom>
            <a:noFill/>
            <a:ln w="6350" cap="rnd" cmpd="sng" algn="ctr">
              <a:solidFill>
                <a:srgbClr val="E9D6F2">
                  <a:alpha val="43922"/>
                </a:srgbClr>
              </a:solidFill>
              <a:prstDash val="solid"/>
              <a:round/>
            </a:ln>
            <a:effectLst/>
          </p:spPr>
        </p:cxnSp>
        <p:cxnSp>
          <p:nvCxnSpPr>
            <p:cNvPr id="311" name="小李PPT11-34">
              <a:extLst>
                <a:ext uri="{FF2B5EF4-FFF2-40B4-BE49-F238E27FC236}">
                  <a16:creationId xmlns:a16="http://schemas.microsoft.com/office/drawing/2014/main" id="{420CD8AD-E89C-827A-ABCF-1CEBFF0419BA}"/>
                </a:ext>
              </a:extLst>
            </p:cNvPr>
            <p:cNvCxnSpPr/>
            <p:nvPr/>
          </p:nvCxnSpPr>
          <p:spPr>
            <a:xfrm rot="5400000">
              <a:off x="6427982" y="3429001"/>
              <a:ext cx="6857998" cy="0"/>
            </a:xfrm>
            <a:prstGeom prst="line">
              <a:avLst/>
            </a:prstGeom>
            <a:noFill/>
            <a:ln w="6350" cap="rnd" cmpd="sng" algn="ctr">
              <a:solidFill>
                <a:srgbClr val="E9D6F2">
                  <a:alpha val="43922"/>
                </a:srgbClr>
              </a:solidFill>
              <a:prstDash val="solid"/>
              <a:round/>
            </a:ln>
            <a:effectLst/>
          </p:spPr>
        </p:cxnSp>
        <p:cxnSp>
          <p:nvCxnSpPr>
            <p:cNvPr id="312" name="小李PPT11-35">
              <a:extLst>
                <a:ext uri="{FF2B5EF4-FFF2-40B4-BE49-F238E27FC236}">
                  <a16:creationId xmlns:a16="http://schemas.microsoft.com/office/drawing/2014/main" id="{137F6894-5BEE-7333-0AA7-51A1C2BAD20B}"/>
                </a:ext>
              </a:extLst>
            </p:cNvPr>
            <p:cNvCxnSpPr/>
            <p:nvPr/>
          </p:nvCxnSpPr>
          <p:spPr>
            <a:xfrm rot="5400000">
              <a:off x="6074162" y="3429001"/>
              <a:ext cx="6857998" cy="0"/>
            </a:xfrm>
            <a:prstGeom prst="line">
              <a:avLst/>
            </a:prstGeom>
            <a:noFill/>
            <a:ln w="6350" cap="rnd" cmpd="sng" algn="ctr">
              <a:solidFill>
                <a:srgbClr val="E9D6F2">
                  <a:alpha val="43922"/>
                </a:srgbClr>
              </a:solidFill>
              <a:prstDash val="solid"/>
              <a:round/>
            </a:ln>
            <a:effectLst/>
          </p:spPr>
        </p:cxnSp>
        <p:cxnSp>
          <p:nvCxnSpPr>
            <p:cNvPr id="313" name="小李PPT11-36">
              <a:extLst>
                <a:ext uri="{FF2B5EF4-FFF2-40B4-BE49-F238E27FC236}">
                  <a16:creationId xmlns:a16="http://schemas.microsoft.com/office/drawing/2014/main" id="{277488F4-28EB-DBB0-868B-C75D2ED71605}"/>
                </a:ext>
              </a:extLst>
            </p:cNvPr>
            <p:cNvCxnSpPr/>
            <p:nvPr/>
          </p:nvCxnSpPr>
          <p:spPr>
            <a:xfrm rot="5400000">
              <a:off x="5720343" y="3429001"/>
              <a:ext cx="6857998" cy="0"/>
            </a:xfrm>
            <a:prstGeom prst="line">
              <a:avLst/>
            </a:prstGeom>
            <a:noFill/>
            <a:ln w="6350" cap="rnd" cmpd="sng" algn="ctr">
              <a:solidFill>
                <a:srgbClr val="E9D6F2">
                  <a:alpha val="43922"/>
                </a:srgbClr>
              </a:solidFill>
              <a:prstDash val="solid"/>
              <a:round/>
            </a:ln>
            <a:effectLst/>
          </p:spPr>
        </p:cxnSp>
        <p:cxnSp>
          <p:nvCxnSpPr>
            <p:cNvPr id="314" name="小李PPT11-37">
              <a:extLst>
                <a:ext uri="{FF2B5EF4-FFF2-40B4-BE49-F238E27FC236}">
                  <a16:creationId xmlns:a16="http://schemas.microsoft.com/office/drawing/2014/main" id="{87F177A2-A3F1-22FA-9DBD-ABFD01923873}"/>
                </a:ext>
              </a:extLst>
            </p:cNvPr>
            <p:cNvCxnSpPr/>
            <p:nvPr/>
          </p:nvCxnSpPr>
          <p:spPr>
            <a:xfrm rot="5400000">
              <a:off x="5366523" y="3429001"/>
              <a:ext cx="6857998" cy="0"/>
            </a:xfrm>
            <a:prstGeom prst="line">
              <a:avLst/>
            </a:prstGeom>
            <a:noFill/>
            <a:ln w="6350" cap="sq" cmpd="dbl" algn="ctr">
              <a:solidFill>
                <a:srgbClr val="E9D6F2">
                  <a:alpha val="43922"/>
                </a:srgbClr>
              </a:solidFill>
              <a:prstDash val="solid"/>
              <a:round/>
            </a:ln>
            <a:effectLst/>
          </p:spPr>
        </p:cxnSp>
        <p:cxnSp>
          <p:nvCxnSpPr>
            <p:cNvPr id="315" name="小李PPT11-38">
              <a:extLst>
                <a:ext uri="{FF2B5EF4-FFF2-40B4-BE49-F238E27FC236}">
                  <a16:creationId xmlns:a16="http://schemas.microsoft.com/office/drawing/2014/main" id="{0AECCCE5-CE1D-767C-75D0-BAF3B6E005EE}"/>
                </a:ext>
              </a:extLst>
            </p:cNvPr>
            <p:cNvCxnSpPr/>
            <p:nvPr/>
          </p:nvCxnSpPr>
          <p:spPr>
            <a:xfrm rot="5400000">
              <a:off x="5012704" y="3429001"/>
              <a:ext cx="6857998" cy="0"/>
            </a:xfrm>
            <a:prstGeom prst="line">
              <a:avLst/>
            </a:prstGeom>
            <a:noFill/>
            <a:ln w="6350" cap="rnd" cmpd="sng" algn="ctr">
              <a:solidFill>
                <a:srgbClr val="E9D6F2">
                  <a:alpha val="43922"/>
                </a:srgbClr>
              </a:solidFill>
              <a:prstDash val="solid"/>
              <a:round/>
            </a:ln>
            <a:effectLst/>
          </p:spPr>
        </p:cxnSp>
        <p:cxnSp>
          <p:nvCxnSpPr>
            <p:cNvPr id="316" name="小李PPT11-39">
              <a:extLst>
                <a:ext uri="{FF2B5EF4-FFF2-40B4-BE49-F238E27FC236}">
                  <a16:creationId xmlns:a16="http://schemas.microsoft.com/office/drawing/2014/main" id="{CB7F1A7A-E6A0-7A68-3F2B-34A01BDAC13B}"/>
                </a:ext>
              </a:extLst>
            </p:cNvPr>
            <p:cNvCxnSpPr/>
            <p:nvPr/>
          </p:nvCxnSpPr>
          <p:spPr>
            <a:xfrm rot="5400000">
              <a:off x="4658885" y="3429001"/>
              <a:ext cx="6857998" cy="0"/>
            </a:xfrm>
            <a:prstGeom prst="line">
              <a:avLst/>
            </a:prstGeom>
            <a:noFill/>
            <a:ln w="6350" cap="rnd" cmpd="sng" algn="ctr">
              <a:solidFill>
                <a:srgbClr val="E9D6F2">
                  <a:alpha val="43922"/>
                </a:srgbClr>
              </a:solidFill>
              <a:prstDash val="solid"/>
              <a:round/>
            </a:ln>
            <a:effectLst/>
          </p:spPr>
        </p:cxnSp>
        <p:cxnSp>
          <p:nvCxnSpPr>
            <p:cNvPr id="317" name="小李PPT11-40">
              <a:extLst>
                <a:ext uri="{FF2B5EF4-FFF2-40B4-BE49-F238E27FC236}">
                  <a16:creationId xmlns:a16="http://schemas.microsoft.com/office/drawing/2014/main" id="{9E312751-11DF-6422-C789-4B449ADC5DE9}"/>
                </a:ext>
              </a:extLst>
            </p:cNvPr>
            <p:cNvCxnSpPr/>
            <p:nvPr/>
          </p:nvCxnSpPr>
          <p:spPr>
            <a:xfrm rot="5400000">
              <a:off x="4305065" y="3429001"/>
              <a:ext cx="6857998" cy="0"/>
            </a:xfrm>
            <a:prstGeom prst="line">
              <a:avLst/>
            </a:prstGeom>
            <a:noFill/>
            <a:ln w="6350" cap="rnd" cmpd="sng" algn="ctr">
              <a:solidFill>
                <a:srgbClr val="E9D6F2">
                  <a:alpha val="43922"/>
                </a:srgbClr>
              </a:solidFill>
              <a:prstDash val="solid"/>
              <a:round/>
            </a:ln>
            <a:effectLst/>
          </p:spPr>
        </p:cxnSp>
        <p:cxnSp>
          <p:nvCxnSpPr>
            <p:cNvPr id="318" name="小李PPT11-41">
              <a:extLst>
                <a:ext uri="{FF2B5EF4-FFF2-40B4-BE49-F238E27FC236}">
                  <a16:creationId xmlns:a16="http://schemas.microsoft.com/office/drawing/2014/main" id="{F61C06DF-F39E-C689-56B9-7D96478DB0A2}"/>
                </a:ext>
              </a:extLst>
            </p:cNvPr>
            <p:cNvCxnSpPr/>
            <p:nvPr/>
          </p:nvCxnSpPr>
          <p:spPr>
            <a:xfrm rot="5400000">
              <a:off x="3951246" y="3429001"/>
              <a:ext cx="6857998" cy="0"/>
            </a:xfrm>
            <a:prstGeom prst="line">
              <a:avLst/>
            </a:prstGeom>
            <a:noFill/>
            <a:ln w="6350" cap="rnd" cmpd="sng" algn="ctr">
              <a:solidFill>
                <a:srgbClr val="E9D6F2">
                  <a:alpha val="43922"/>
                </a:srgbClr>
              </a:solidFill>
              <a:prstDash val="solid"/>
              <a:round/>
            </a:ln>
            <a:effectLst/>
          </p:spPr>
        </p:cxnSp>
        <p:cxnSp>
          <p:nvCxnSpPr>
            <p:cNvPr id="319" name="小李PPT11-42">
              <a:extLst>
                <a:ext uri="{FF2B5EF4-FFF2-40B4-BE49-F238E27FC236}">
                  <a16:creationId xmlns:a16="http://schemas.microsoft.com/office/drawing/2014/main" id="{821DE1F9-6A60-BD97-B7F4-92D265C76E6E}"/>
                </a:ext>
              </a:extLst>
            </p:cNvPr>
            <p:cNvCxnSpPr/>
            <p:nvPr/>
          </p:nvCxnSpPr>
          <p:spPr>
            <a:xfrm rot="5400000">
              <a:off x="3597426" y="3429001"/>
              <a:ext cx="6857998" cy="0"/>
            </a:xfrm>
            <a:prstGeom prst="line">
              <a:avLst/>
            </a:prstGeom>
            <a:noFill/>
            <a:ln w="6350" cap="rnd" cmpd="sng" algn="ctr">
              <a:solidFill>
                <a:srgbClr val="E9D6F2">
                  <a:alpha val="43922"/>
                </a:srgbClr>
              </a:solidFill>
              <a:prstDash val="solid"/>
              <a:round/>
            </a:ln>
            <a:effectLst/>
          </p:spPr>
        </p:cxnSp>
        <p:cxnSp>
          <p:nvCxnSpPr>
            <p:cNvPr id="320" name="小李PPT11-43">
              <a:extLst>
                <a:ext uri="{FF2B5EF4-FFF2-40B4-BE49-F238E27FC236}">
                  <a16:creationId xmlns:a16="http://schemas.microsoft.com/office/drawing/2014/main" id="{4DC49DD9-18C9-B5B1-AFC4-AAECE95C9F41}"/>
                </a:ext>
              </a:extLst>
            </p:cNvPr>
            <p:cNvCxnSpPr/>
            <p:nvPr/>
          </p:nvCxnSpPr>
          <p:spPr>
            <a:xfrm rot="5400000">
              <a:off x="3243607" y="3429001"/>
              <a:ext cx="6857998" cy="0"/>
            </a:xfrm>
            <a:prstGeom prst="line">
              <a:avLst/>
            </a:prstGeom>
            <a:noFill/>
            <a:ln w="6350" cap="rnd" cmpd="sng" algn="ctr">
              <a:solidFill>
                <a:srgbClr val="E9D6F2">
                  <a:alpha val="43922"/>
                </a:srgbClr>
              </a:solidFill>
              <a:prstDash val="solid"/>
              <a:round/>
            </a:ln>
            <a:effectLst/>
          </p:spPr>
        </p:cxnSp>
        <p:cxnSp>
          <p:nvCxnSpPr>
            <p:cNvPr id="321" name="小李PPT11-44">
              <a:extLst>
                <a:ext uri="{FF2B5EF4-FFF2-40B4-BE49-F238E27FC236}">
                  <a16:creationId xmlns:a16="http://schemas.microsoft.com/office/drawing/2014/main" id="{7F79D255-A1F0-9774-6C70-8389D2C97FDF}"/>
                </a:ext>
              </a:extLst>
            </p:cNvPr>
            <p:cNvCxnSpPr/>
            <p:nvPr/>
          </p:nvCxnSpPr>
          <p:spPr>
            <a:xfrm rot="5400000">
              <a:off x="2889789" y="3429001"/>
              <a:ext cx="6857998" cy="0"/>
            </a:xfrm>
            <a:prstGeom prst="line">
              <a:avLst/>
            </a:prstGeom>
            <a:noFill/>
            <a:ln w="6350" cap="rnd" cmpd="sng" algn="ctr">
              <a:solidFill>
                <a:srgbClr val="E9D6F2">
                  <a:alpha val="43922"/>
                </a:srgbClr>
              </a:solidFill>
              <a:prstDash val="solid"/>
              <a:round/>
            </a:ln>
            <a:effectLst/>
          </p:spPr>
        </p:cxnSp>
        <p:cxnSp>
          <p:nvCxnSpPr>
            <p:cNvPr id="322" name="小李PPT11-45">
              <a:extLst>
                <a:ext uri="{FF2B5EF4-FFF2-40B4-BE49-F238E27FC236}">
                  <a16:creationId xmlns:a16="http://schemas.microsoft.com/office/drawing/2014/main" id="{AF475B96-315D-746A-65A7-19DC016186CA}"/>
                </a:ext>
              </a:extLst>
            </p:cNvPr>
            <p:cNvCxnSpPr/>
            <p:nvPr/>
          </p:nvCxnSpPr>
          <p:spPr>
            <a:xfrm rot="5400000">
              <a:off x="2535969" y="3429001"/>
              <a:ext cx="6857998" cy="0"/>
            </a:xfrm>
            <a:prstGeom prst="line">
              <a:avLst/>
            </a:prstGeom>
            <a:noFill/>
            <a:ln w="6350" cap="rnd" cmpd="sng" algn="ctr">
              <a:solidFill>
                <a:srgbClr val="E9D6F2">
                  <a:alpha val="43922"/>
                </a:srgbClr>
              </a:solidFill>
              <a:prstDash val="solid"/>
              <a:round/>
            </a:ln>
            <a:effectLst/>
          </p:spPr>
        </p:cxnSp>
        <p:cxnSp>
          <p:nvCxnSpPr>
            <p:cNvPr id="323" name="小李PPT11-46">
              <a:extLst>
                <a:ext uri="{FF2B5EF4-FFF2-40B4-BE49-F238E27FC236}">
                  <a16:creationId xmlns:a16="http://schemas.microsoft.com/office/drawing/2014/main" id="{781B8F5A-DC8E-1A21-CDAF-9A4AC6FE1570}"/>
                </a:ext>
              </a:extLst>
            </p:cNvPr>
            <p:cNvCxnSpPr/>
            <p:nvPr/>
          </p:nvCxnSpPr>
          <p:spPr>
            <a:xfrm>
              <a:off x="0" y="5868315"/>
              <a:ext cx="12192000" cy="0"/>
            </a:xfrm>
            <a:prstGeom prst="line">
              <a:avLst/>
            </a:prstGeom>
            <a:noFill/>
            <a:ln w="6350" cap="rnd" cmpd="sng" algn="ctr">
              <a:solidFill>
                <a:srgbClr val="E9D6F2">
                  <a:alpha val="43922"/>
                </a:srgbClr>
              </a:solidFill>
              <a:prstDash val="solid"/>
              <a:round/>
            </a:ln>
            <a:effectLst/>
          </p:spPr>
        </p:cxnSp>
        <p:cxnSp>
          <p:nvCxnSpPr>
            <p:cNvPr id="324" name="小李PPT11-47">
              <a:extLst>
                <a:ext uri="{FF2B5EF4-FFF2-40B4-BE49-F238E27FC236}">
                  <a16:creationId xmlns:a16="http://schemas.microsoft.com/office/drawing/2014/main" id="{96479C3C-8F94-6780-E275-3B6ACB320E08}"/>
                </a:ext>
              </a:extLst>
            </p:cNvPr>
            <p:cNvCxnSpPr/>
            <p:nvPr/>
          </p:nvCxnSpPr>
          <p:spPr>
            <a:xfrm>
              <a:off x="0" y="6217616"/>
              <a:ext cx="12192000" cy="0"/>
            </a:xfrm>
            <a:prstGeom prst="line">
              <a:avLst/>
            </a:prstGeom>
            <a:noFill/>
            <a:ln w="6350" cap="rnd" cmpd="sng" algn="ctr">
              <a:solidFill>
                <a:srgbClr val="E9D6F2">
                  <a:alpha val="43922"/>
                </a:srgbClr>
              </a:solidFill>
              <a:prstDash val="solid"/>
              <a:round/>
            </a:ln>
            <a:effectLst/>
          </p:spPr>
        </p:cxnSp>
        <p:cxnSp>
          <p:nvCxnSpPr>
            <p:cNvPr id="325" name="小李PPT11-48">
              <a:extLst>
                <a:ext uri="{FF2B5EF4-FFF2-40B4-BE49-F238E27FC236}">
                  <a16:creationId xmlns:a16="http://schemas.microsoft.com/office/drawing/2014/main" id="{E1E294E3-8556-D46B-FF78-3E32C6CFAC92}"/>
                </a:ext>
              </a:extLst>
            </p:cNvPr>
            <p:cNvCxnSpPr/>
            <p:nvPr/>
          </p:nvCxnSpPr>
          <p:spPr>
            <a:xfrm>
              <a:off x="0" y="6566917"/>
              <a:ext cx="12192000" cy="0"/>
            </a:xfrm>
            <a:prstGeom prst="line">
              <a:avLst/>
            </a:prstGeom>
            <a:noFill/>
            <a:ln w="6350" cap="rnd" cmpd="sng" algn="ctr">
              <a:solidFill>
                <a:srgbClr val="E9D6F2">
                  <a:alpha val="43922"/>
                </a:srgbClr>
              </a:solidFill>
              <a:prstDash val="solid"/>
              <a:round/>
            </a:ln>
            <a:effectLst/>
          </p:spPr>
        </p:cxnSp>
        <p:cxnSp>
          <p:nvCxnSpPr>
            <p:cNvPr id="326" name="小李PPT11-49">
              <a:extLst>
                <a:ext uri="{FF2B5EF4-FFF2-40B4-BE49-F238E27FC236}">
                  <a16:creationId xmlns:a16="http://schemas.microsoft.com/office/drawing/2014/main" id="{7346756B-3873-E60D-A288-7E9A8DFEA634}"/>
                </a:ext>
              </a:extLst>
            </p:cNvPr>
            <p:cNvCxnSpPr/>
            <p:nvPr/>
          </p:nvCxnSpPr>
          <p:spPr>
            <a:xfrm rot="5400000">
              <a:off x="8532255" y="3429001"/>
              <a:ext cx="6857998" cy="0"/>
            </a:xfrm>
            <a:prstGeom prst="line">
              <a:avLst/>
            </a:prstGeom>
            <a:noFill/>
            <a:ln w="6350" cap="rnd" cmpd="sng" algn="ctr">
              <a:solidFill>
                <a:srgbClr val="E9D6F2">
                  <a:alpha val="43922"/>
                </a:srgbClr>
              </a:solidFill>
              <a:prstDash val="solid"/>
              <a:round/>
            </a:ln>
            <a:effectLst/>
          </p:spPr>
        </p:cxnSp>
        <p:cxnSp>
          <p:nvCxnSpPr>
            <p:cNvPr id="327" name="小李PPT11-50">
              <a:extLst>
                <a:ext uri="{FF2B5EF4-FFF2-40B4-BE49-F238E27FC236}">
                  <a16:creationId xmlns:a16="http://schemas.microsoft.com/office/drawing/2014/main" id="{0A6E9455-03E3-BADC-DDE6-9A8E6C11EF94}"/>
                </a:ext>
              </a:extLst>
            </p:cNvPr>
            <p:cNvCxnSpPr/>
            <p:nvPr/>
          </p:nvCxnSpPr>
          <p:spPr>
            <a:xfrm rot="5400000">
              <a:off x="8178436" y="3429001"/>
              <a:ext cx="6857998" cy="0"/>
            </a:xfrm>
            <a:prstGeom prst="line">
              <a:avLst/>
            </a:prstGeom>
            <a:noFill/>
            <a:ln w="6350" cap="rnd" cmpd="sng" algn="ctr">
              <a:solidFill>
                <a:srgbClr val="E9D6F2">
                  <a:alpha val="43922"/>
                </a:srgbClr>
              </a:solidFill>
              <a:prstDash val="solid"/>
              <a:round/>
            </a:ln>
            <a:effectLst/>
          </p:spPr>
        </p:cxnSp>
        <p:cxnSp>
          <p:nvCxnSpPr>
            <p:cNvPr id="328" name="小李PPT11-51">
              <a:extLst>
                <a:ext uri="{FF2B5EF4-FFF2-40B4-BE49-F238E27FC236}">
                  <a16:creationId xmlns:a16="http://schemas.microsoft.com/office/drawing/2014/main" id="{2225C28C-74AF-D02A-A946-AF945155C451}"/>
                </a:ext>
              </a:extLst>
            </p:cNvPr>
            <p:cNvCxnSpPr/>
            <p:nvPr/>
          </p:nvCxnSpPr>
          <p:spPr>
            <a:xfrm rot="5400000">
              <a:off x="7824616" y="3429001"/>
              <a:ext cx="6857998" cy="0"/>
            </a:xfrm>
            <a:prstGeom prst="line">
              <a:avLst/>
            </a:prstGeom>
            <a:noFill/>
            <a:ln w="6350" cap="rnd" cmpd="sng" algn="ctr">
              <a:solidFill>
                <a:srgbClr val="E9D6F2">
                  <a:alpha val="43922"/>
                </a:srgbClr>
              </a:solidFill>
              <a:prstDash val="solid"/>
              <a:round/>
            </a:ln>
            <a:effectLst/>
          </p:spPr>
        </p:cxnSp>
        <p:cxnSp>
          <p:nvCxnSpPr>
            <p:cNvPr id="329" name="小李PPT11-52">
              <a:extLst>
                <a:ext uri="{FF2B5EF4-FFF2-40B4-BE49-F238E27FC236}">
                  <a16:creationId xmlns:a16="http://schemas.microsoft.com/office/drawing/2014/main" id="{36812C8E-00B0-954B-26D4-E52E0009D8D6}"/>
                </a:ext>
              </a:extLst>
            </p:cNvPr>
            <p:cNvCxnSpPr/>
            <p:nvPr/>
          </p:nvCxnSpPr>
          <p:spPr>
            <a:xfrm rot="5400000">
              <a:off x="7470797" y="3429001"/>
              <a:ext cx="6857998" cy="0"/>
            </a:xfrm>
            <a:prstGeom prst="line">
              <a:avLst/>
            </a:prstGeom>
            <a:noFill/>
            <a:ln w="6350" cap="rnd" cmpd="sng" algn="ctr">
              <a:solidFill>
                <a:srgbClr val="E9D6F2">
                  <a:alpha val="43922"/>
                </a:srgbClr>
              </a:solidFill>
              <a:prstDash val="solid"/>
              <a:round/>
            </a:ln>
            <a:effectLst/>
          </p:spPr>
        </p:cxnSp>
        <p:cxnSp>
          <p:nvCxnSpPr>
            <p:cNvPr id="330" name="小李PPT11-53">
              <a:extLst>
                <a:ext uri="{FF2B5EF4-FFF2-40B4-BE49-F238E27FC236}">
                  <a16:creationId xmlns:a16="http://schemas.microsoft.com/office/drawing/2014/main" id="{AAA0CBAD-C7A5-2E8C-B487-49E82FAF197F}"/>
                </a:ext>
              </a:extLst>
            </p:cNvPr>
            <p:cNvCxnSpPr/>
            <p:nvPr/>
          </p:nvCxnSpPr>
          <p:spPr>
            <a:xfrm rot="5400000">
              <a:off x="7116978" y="3429001"/>
              <a:ext cx="6857998" cy="0"/>
            </a:xfrm>
            <a:prstGeom prst="line">
              <a:avLst/>
            </a:prstGeom>
            <a:noFill/>
            <a:ln w="6350" cap="rnd" cmpd="sng" algn="ctr">
              <a:solidFill>
                <a:srgbClr val="E9D6F2">
                  <a:alpha val="43922"/>
                </a:srgbClr>
              </a:solidFill>
              <a:prstDash val="solid"/>
              <a:round/>
            </a:ln>
            <a:effectLst/>
          </p:spPr>
        </p:cxnSp>
      </p:grpSp>
      <p:grpSp>
        <p:nvGrpSpPr>
          <p:cNvPr id="332" name="组合 331">
            <a:extLst>
              <a:ext uri="{FF2B5EF4-FFF2-40B4-BE49-F238E27FC236}">
                <a16:creationId xmlns:a16="http://schemas.microsoft.com/office/drawing/2014/main" id="{48CB0609-70FF-2A70-3406-9F56BA4134F6}"/>
              </a:ext>
            </a:extLst>
          </p:cNvPr>
          <p:cNvGrpSpPr/>
          <p:nvPr/>
        </p:nvGrpSpPr>
        <p:grpSpPr>
          <a:xfrm>
            <a:off x="192793" y="185088"/>
            <a:ext cx="5541145" cy="731415"/>
            <a:chOff x="412929" y="337490"/>
            <a:chExt cx="5638629" cy="779029"/>
          </a:xfrm>
        </p:grpSpPr>
        <p:grpSp>
          <p:nvGrpSpPr>
            <p:cNvPr id="68" name="组合 67">
              <a:extLst>
                <a:ext uri="{FF2B5EF4-FFF2-40B4-BE49-F238E27FC236}">
                  <a16:creationId xmlns:a16="http://schemas.microsoft.com/office/drawing/2014/main" id="{DEAD473B-E94B-4204-C07D-2B71699982A3}"/>
                </a:ext>
              </a:extLst>
            </p:cNvPr>
            <p:cNvGrpSpPr/>
            <p:nvPr/>
          </p:nvGrpSpPr>
          <p:grpSpPr>
            <a:xfrm>
              <a:off x="412929" y="337490"/>
              <a:ext cx="5638629" cy="779029"/>
              <a:chOff x="392813" y="373931"/>
              <a:chExt cx="3163915" cy="483849"/>
            </a:xfrm>
          </p:grpSpPr>
          <p:sp>
            <p:nvSpPr>
              <p:cNvPr id="27" name="任意多边形: 形状 61">
                <a:extLst>
                  <a:ext uri="{FF2B5EF4-FFF2-40B4-BE49-F238E27FC236}">
                    <a16:creationId xmlns:a16="http://schemas.microsoft.com/office/drawing/2014/main" id="{4568F332-B380-6EC4-9315-8C954162131A}"/>
                  </a:ext>
                </a:extLst>
              </p:cNvPr>
              <p:cNvSpPr/>
              <p:nvPr/>
            </p:nvSpPr>
            <p:spPr>
              <a:xfrm>
                <a:off x="522287" y="427864"/>
                <a:ext cx="3034441" cy="375982"/>
              </a:xfrm>
              <a:prstGeom prst="parallelogram">
                <a:avLst>
                  <a:gd name="adj" fmla="val 52926"/>
                </a:avLst>
              </a:prstGeom>
              <a:gradFill flip="none" rotWithShape="1">
                <a:gsLst>
                  <a:gs pos="0">
                    <a:srgbClr val="FFFFFF"/>
                  </a:gs>
                  <a:gs pos="100000">
                    <a:srgbClr val="BB39A0">
                      <a:alpha val="84000"/>
                    </a:srgbClr>
                  </a:gs>
                </a:gsLst>
                <a:lin ang="10800000" scaled="1"/>
                <a:tileRect/>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2" name="任意多边形: 形状 61">
                <a:extLst>
                  <a:ext uri="{FF2B5EF4-FFF2-40B4-BE49-F238E27FC236}">
                    <a16:creationId xmlns:a16="http://schemas.microsoft.com/office/drawing/2014/main" id="{B4D704B6-5055-FA81-4A4E-ED7DBFD438E4}"/>
                  </a:ext>
                </a:extLst>
              </p:cNvPr>
              <p:cNvSpPr/>
              <p:nvPr/>
            </p:nvSpPr>
            <p:spPr>
              <a:xfrm>
                <a:off x="392813" y="399042"/>
                <a:ext cx="221149" cy="260109"/>
              </a:xfrm>
              <a:prstGeom prst="parallelogram">
                <a:avLst>
                  <a:gd name="adj" fmla="val 64309"/>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任意多边形: 形状 61">
                <a:extLst>
                  <a:ext uri="{FF2B5EF4-FFF2-40B4-BE49-F238E27FC236}">
                    <a16:creationId xmlns:a16="http://schemas.microsoft.com/office/drawing/2014/main" id="{A5B511BF-BB56-51CC-5CE5-FD63596A28A8}"/>
                  </a:ext>
                </a:extLst>
              </p:cNvPr>
              <p:cNvSpPr/>
              <p:nvPr/>
            </p:nvSpPr>
            <p:spPr>
              <a:xfrm>
                <a:off x="407458" y="373931"/>
                <a:ext cx="413280" cy="483849"/>
              </a:xfrm>
              <a:prstGeom prst="parallelogram">
                <a:avLst>
                  <a:gd name="adj" fmla="val 61503"/>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331" name="小李PPT1">
              <a:extLst>
                <a:ext uri="{FF2B5EF4-FFF2-40B4-BE49-F238E27FC236}">
                  <a16:creationId xmlns:a16="http://schemas.microsoft.com/office/drawing/2014/main" id="{60296E81-9909-1F74-9C79-5EB97E854FAC}"/>
                </a:ext>
              </a:extLst>
            </p:cNvPr>
            <p:cNvSpPr txBox="1"/>
            <p:nvPr/>
          </p:nvSpPr>
          <p:spPr>
            <a:xfrm>
              <a:off x="1033485" y="401778"/>
              <a:ext cx="3521030" cy="667385"/>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200" dirty="0">
                  <a:solidFill>
                    <a:schemeClr val="tx1">
                      <a:lumMod val="95000"/>
                      <a:lumOff val="5000"/>
                    </a:schemeClr>
                  </a:solidFill>
                  <a:latin typeface="汉仪劲楷简" panose="00020600040101010101" charset="-122"/>
                  <a:ea typeface="汉仪劲楷简" panose="00020600040101010101" charset="-122"/>
                  <a:sym typeface="+mn-ea"/>
                </a:rPr>
                <a:t>2.2 </a:t>
              </a:r>
              <a:r>
                <a:rPr lang="zh-CN" altLang="en-US" sz="3200" noProof="0" dirty="0">
                  <a:ln>
                    <a:noFill/>
                  </a:ln>
                  <a:solidFill>
                    <a:schemeClr val="tx1">
                      <a:lumMod val="95000"/>
                      <a:lumOff val="5000"/>
                    </a:schemeClr>
                  </a:solidFill>
                  <a:effectLst/>
                  <a:uLnTx/>
                  <a:uFillTx/>
                  <a:latin typeface="汉仪劲楷简" panose="00020600040101010101" charset="-122"/>
                  <a:ea typeface="汉仪劲楷简" panose="00020600040101010101" charset="-122"/>
                  <a:sym typeface="+mn-ea"/>
                </a:rPr>
                <a:t>数据分析与描述</a:t>
              </a:r>
            </a:p>
          </p:txBody>
        </p:sp>
      </p:grpSp>
      <p:pic>
        <p:nvPicPr>
          <p:cNvPr id="18" name="图片 17" descr="图片包含 桌子, 小, 蛋糕, 蓝色&#10;&#10;描述已自动生成">
            <a:extLst>
              <a:ext uri="{FF2B5EF4-FFF2-40B4-BE49-F238E27FC236}">
                <a16:creationId xmlns:a16="http://schemas.microsoft.com/office/drawing/2014/main" id="{AB1D1039-27DB-2B41-FBFE-19FF976D648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618230" y="223047"/>
            <a:ext cx="1334417" cy="667209"/>
          </a:xfrm>
          <a:prstGeom prst="rect">
            <a:avLst/>
          </a:prstGeom>
        </p:spPr>
      </p:pic>
      <p:pic>
        <p:nvPicPr>
          <p:cNvPr id="334" name="图片 333" descr="e4f8873b48c92a912ad2b76d31d4d59">
            <a:extLst>
              <a:ext uri="{FF2B5EF4-FFF2-40B4-BE49-F238E27FC236}">
                <a16:creationId xmlns:a16="http://schemas.microsoft.com/office/drawing/2014/main" id="{BCB23CF7-1F66-1D05-9CE3-30C4BBFA903D}"/>
              </a:ext>
            </a:extLst>
          </p:cNvPr>
          <p:cNvPicPr>
            <a:picLocks noChangeAspect="1"/>
          </p:cNvPicPr>
          <p:nvPr/>
        </p:nvPicPr>
        <p:blipFill>
          <a:blip r:embed="rId16"/>
          <a:stretch>
            <a:fillRect/>
          </a:stretch>
        </p:blipFill>
        <p:spPr>
          <a:xfrm>
            <a:off x="9728122" y="193111"/>
            <a:ext cx="708660" cy="708660"/>
          </a:xfrm>
          <a:prstGeom prst="rect">
            <a:avLst/>
          </a:prstGeom>
        </p:spPr>
      </p:pic>
      <p:grpSp>
        <p:nvGrpSpPr>
          <p:cNvPr id="335" name="组合 334">
            <a:extLst>
              <a:ext uri="{FF2B5EF4-FFF2-40B4-BE49-F238E27FC236}">
                <a16:creationId xmlns:a16="http://schemas.microsoft.com/office/drawing/2014/main" id="{3FCA09F8-FBF9-D014-4D7A-7578A8F09146}"/>
              </a:ext>
            </a:extLst>
          </p:cNvPr>
          <p:cNvGrpSpPr/>
          <p:nvPr/>
        </p:nvGrpSpPr>
        <p:grpSpPr>
          <a:xfrm>
            <a:off x="7354620" y="305784"/>
            <a:ext cx="2162937" cy="506745"/>
            <a:chOff x="7239" y="4557"/>
            <a:chExt cx="3500" cy="820"/>
          </a:xfrm>
          <a:gradFill>
            <a:gsLst>
              <a:gs pos="0">
                <a:srgbClr val="923EBA"/>
              </a:gs>
              <a:gs pos="96000">
                <a:srgbClr val="F7F0FA"/>
              </a:gs>
            </a:gsLst>
            <a:lin ang="10800000" scaled="0"/>
          </a:gradFill>
        </p:grpSpPr>
        <p:sp>
          <p:nvSpPr>
            <p:cNvPr id="336" name="燕尾形 25">
              <a:extLst>
                <a:ext uri="{FF2B5EF4-FFF2-40B4-BE49-F238E27FC236}">
                  <a16:creationId xmlns:a16="http://schemas.microsoft.com/office/drawing/2014/main" id="{AF22FDF5-8757-453D-6866-D0167DB67BC3}"/>
                </a:ext>
              </a:extLst>
            </p:cNvPr>
            <p:cNvSpPr/>
            <p:nvPr/>
          </p:nvSpPr>
          <p:spPr>
            <a:xfrm>
              <a:off x="72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7" name="燕尾形 67">
              <a:extLst>
                <a:ext uri="{FF2B5EF4-FFF2-40B4-BE49-F238E27FC236}">
                  <a16:creationId xmlns:a16="http://schemas.microsoft.com/office/drawing/2014/main" id="{3D9A2FEE-E11C-54D3-7206-76A4D85A3C86}"/>
                </a:ext>
              </a:extLst>
            </p:cNvPr>
            <p:cNvSpPr/>
            <p:nvPr/>
          </p:nvSpPr>
          <p:spPr>
            <a:xfrm>
              <a:off x="79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8" name="燕尾形 68">
              <a:extLst>
                <a:ext uri="{FF2B5EF4-FFF2-40B4-BE49-F238E27FC236}">
                  <a16:creationId xmlns:a16="http://schemas.microsoft.com/office/drawing/2014/main" id="{12C0406F-FBDA-2A3F-CEB6-3AA17989E84D}"/>
                </a:ext>
              </a:extLst>
            </p:cNvPr>
            <p:cNvSpPr/>
            <p:nvPr/>
          </p:nvSpPr>
          <p:spPr>
            <a:xfrm>
              <a:off x="86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9" name="燕尾形 69">
              <a:extLst>
                <a:ext uri="{FF2B5EF4-FFF2-40B4-BE49-F238E27FC236}">
                  <a16:creationId xmlns:a16="http://schemas.microsoft.com/office/drawing/2014/main" id="{8BC960A3-4D4E-BF0F-1275-02E83D81B554}"/>
                </a:ext>
              </a:extLst>
            </p:cNvPr>
            <p:cNvSpPr/>
            <p:nvPr/>
          </p:nvSpPr>
          <p:spPr>
            <a:xfrm>
              <a:off x="93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40" name="燕尾形 77">
              <a:extLst>
                <a:ext uri="{FF2B5EF4-FFF2-40B4-BE49-F238E27FC236}">
                  <a16:creationId xmlns:a16="http://schemas.microsoft.com/office/drawing/2014/main" id="{53C60A93-71F9-9093-80FE-03C8C04849D1}"/>
                </a:ext>
              </a:extLst>
            </p:cNvPr>
            <p:cNvSpPr/>
            <p:nvPr/>
          </p:nvSpPr>
          <p:spPr>
            <a:xfrm>
              <a:off x="100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2" name="文本框 11">
            <a:extLst>
              <a:ext uri="{FF2B5EF4-FFF2-40B4-BE49-F238E27FC236}">
                <a16:creationId xmlns:a16="http://schemas.microsoft.com/office/drawing/2014/main" id="{24C29818-742B-0297-1FB8-2A4B530F18AB}"/>
              </a:ext>
            </a:extLst>
          </p:cNvPr>
          <p:cNvSpPr txBox="1"/>
          <p:nvPr/>
        </p:nvSpPr>
        <p:spPr>
          <a:xfrm>
            <a:off x="9315747" y="1445982"/>
            <a:ext cx="2636900" cy="2129455"/>
          </a:xfrm>
          <a:prstGeom prst="rect">
            <a:avLst/>
          </a:prstGeom>
          <a:noFill/>
          <a:ln w="25400" cap="rnd" cmpd="sng" algn="ctr">
            <a:solidFill>
              <a:srgbClr val="D40000"/>
            </a:solid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r>
              <a:rPr lang="zh-CN" altLang="en-US" dirty="0">
                <a:solidFill>
                  <a:schemeClr val="tx1">
                    <a:lumMod val="95000"/>
                    <a:lumOff val="5000"/>
                  </a:schemeClr>
                </a:solidFill>
                <a:latin typeface="汉仪劲楷简" panose="00020600040101010101" charset="-122"/>
                <a:ea typeface="汉仪劲楷简" panose="00020600040101010101" charset="-122"/>
              </a:rPr>
              <a:t>共</a:t>
            </a:r>
            <a:r>
              <a:rPr lang="en-US" altLang="zh-CN" dirty="0">
                <a:solidFill>
                  <a:schemeClr val="tx1">
                    <a:lumMod val="95000"/>
                    <a:lumOff val="5000"/>
                  </a:schemeClr>
                </a:solidFill>
                <a:latin typeface="汉仪劲楷简" panose="00020600040101010101" charset="-122"/>
                <a:ea typeface="汉仪劲楷简" panose="00020600040101010101" charset="-122"/>
              </a:rPr>
              <a:t>13</a:t>
            </a:r>
            <a:r>
              <a:rPr lang="zh-CN" altLang="en-US" dirty="0">
                <a:solidFill>
                  <a:schemeClr val="tx1">
                    <a:lumMod val="95000"/>
                    <a:lumOff val="5000"/>
                  </a:schemeClr>
                </a:solidFill>
                <a:latin typeface="汉仪劲楷简" panose="00020600040101010101" charset="-122"/>
                <a:ea typeface="汉仪劲楷简" panose="00020600040101010101" charset="-122"/>
              </a:rPr>
              <a:t>个交际圈</a:t>
            </a:r>
            <a:endParaRPr lang="en-US" altLang="zh-CN" dirty="0">
              <a:solidFill>
                <a:schemeClr val="tx1">
                  <a:lumMod val="95000"/>
                  <a:lumOff val="5000"/>
                </a:schemeClr>
              </a:solidFill>
              <a:latin typeface="汉仪劲楷简" panose="00020600040101010101" charset="-122"/>
              <a:ea typeface="汉仪劲楷简" panose="00020600040101010101" charset="-122"/>
            </a:endParaRPr>
          </a:p>
          <a:p>
            <a:pPr algn="ctr"/>
            <a:r>
              <a:rPr lang="zh-CN" altLang="en-US" dirty="0">
                <a:solidFill>
                  <a:schemeClr val="tx1">
                    <a:lumMod val="95000"/>
                    <a:lumOff val="5000"/>
                  </a:schemeClr>
                </a:solidFill>
                <a:latin typeface="汉仪劲楷简" panose="00020600040101010101" charset="-122"/>
                <a:ea typeface="汉仪劲楷简" panose="00020600040101010101" charset="-122"/>
              </a:rPr>
              <a:t>圈子中最多</a:t>
            </a:r>
            <a:r>
              <a:rPr lang="en-US" altLang="zh-CN" dirty="0">
                <a:solidFill>
                  <a:schemeClr val="tx1">
                    <a:lumMod val="95000"/>
                    <a:lumOff val="5000"/>
                  </a:schemeClr>
                </a:solidFill>
                <a:latin typeface="汉仪劲楷简" panose="00020600040101010101" charset="-122"/>
                <a:ea typeface="汉仪劲楷简" panose="00020600040101010101" charset="-122"/>
              </a:rPr>
              <a:t>16</a:t>
            </a:r>
            <a:r>
              <a:rPr lang="zh-CN" altLang="en-US" dirty="0">
                <a:solidFill>
                  <a:schemeClr val="tx1">
                    <a:lumMod val="95000"/>
                    <a:lumOff val="5000"/>
                  </a:schemeClr>
                </a:solidFill>
                <a:latin typeface="汉仪劲楷简" panose="00020600040101010101" charset="-122"/>
                <a:ea typeface="汉仪劲楷简" panose="00020600040101010101" charset="-122"/>
              </a:rPr>
              <a:t>人</a:t>
            </a:r>
            <a:endParaRPr lang="en-US" altLang="zh-CN" dirty="0">
              <a:solidFill>
                <a:schemeClr val="tx1">
                  <a:lumMod val="95000"/>
                  <a:lumOff val="5000"/>
                </a:schemeClr>
              </a:solidFill>
              <a:latin typeface="汉仪劲楷简" panose="00020600040101010101" charset="-122"/>
              <a:ea typeface="汉仪劲楷简" panose="00020600040101010101" charset="-122"/>
            </a:endParaRPr>
          </a:p>
          <a:p>
            <a:pPr algn="ctr"/>
            <a:r>
              <a:rPr lang="zh-CN" altLang="en-US" dirty="0">
                <a:solidFill>
                  <a:schemeClr val="tx1">
                    <a:lumMod val="95000"/>
                    <a:lumOff val="5000"/>
                  </a:schemeClr>
                </a:solidFill>
                <a:latin typeface="汉仪劲楷简" panose="00020600040101010101" charset="-122"/>
                <a:ea typeface="汉仪劲楷简" panose="00020600040101010101" charset="-122"/>
              </a:rPr>
              <a:t>最少</a:t>
            </a:r>
            <a:r>
              <a:rPr lang="en-US" altLang="zh-CN" dirty="0">
                <a:solidFill>
                  <a:schemeClr val="tx1">
                    <a:lumMod val="95000"/>
                    <a:lumOff val="5000"/>
                  </a:schemeClr>
                </a:solidFill>
                <a:latin typeface="汉仪劲楷简" panose="00020600040101010101" charset="-122"/>
                <a:ea typeface="汉仪劲楷简" panose="00020600040101010101" charset="-122"/>
              </a:rPr>
              <a:t>1</a:t>
            </a:r>
            <a:r>
              <a:rPr lang="zh-CN" altLang="en-US" dirty="0">
                <a:solidFill>
                  <a:schemeClr val="tx1">
                    <a:lumMod val="95000"/>
                    <a:lumOff val="5000"/>
                  </a:schemeClr>
                </a:solidFill>
                <a:latin typeface="汉仪劲楷简" panose="00020600040101010101" charset="-122"/>
                <a:ea typeface="汉仪劲楷简" panose="00020600040101010101" charset="-122"/>
              </a:rPr>
              <a:t>人</a:t>
            </a:r>
            <a:endParaRPr lang="en-US" altLang="zh-CN" dirty="0">
              <a:solidFill>
                <a:schemeClr val="tx1">
                  <a:lumMod val="95000"/>
                  <a:lumOff val="5000"/>
                </a:schemeClr>
              </a:solidFill>
              <a:latin typeface="汉仪劲楷简" panose="00020600040101010101" charset="-122"/>
              <a:ea typeface="汉仪劲楷简" panose="00020600040101010101" charset="-122"/>
            </a:endParaRPr>
          </a:p>
          <a:p>
            <a:pPr algn="ctr"/>
            <a:r>
              <a:rPr lang="zh-CN" altLang="en-US" dirty="0">
                <a:solidFill>
                  <a:schemeClr val="tx1">
                    <a:lumMod val="95000"/>
                    <a:lumOff val="5000"/>
                  </a:schemeClr>
                </a:solidFill>
                <a:latin typeface="汉仪劲楷简" panose="00020600040101010101" charset="-122"/>
                <a:ea typeface="汉仪劲楷简" panose="00020600040101010101" charset="-122"/>
              </a:rPr>
              <a:t>符合正常的社交圈情况</a:t>
            </a:r>
            <a:endParaRPr lang="en-US" altLang="zh-CN" dirty="0">
              <a:solidFill>
                <a:schemeClr val="tx1">
                  <a:lumMod val="95000"/>
                  <a:lumOff val="5000"/>
                </a:schemeClr>
              </a:solidFill>
              <a:latin typeface="汉仪劲楷简" panose="00020600040101010101" charset="-122"/>
              <a:ea typeface="汉仪劲楷简" panose="00020600040101010101" charset="-122"/>
            </a:endParaRPr>
          </a:p>
        </p:txBody>
      </p:sp>
      <p:sp>
        <p:nvSpPr>
          <p:cNvPr id="14" name="矩形: 圆角 13">
            <a:extLst>
              <a:ext uri="{FF2B5EF4-FFF2-40B4-BE49-F238E27FC236}">
                <a16:creationId xmlns:a16="http://schemas.microsoft.com/office/drawing/2014/main" id="{EAFA8216-588A-0876-FAD2-6642256B2273}"/>
              </a:ext>
            </a:extLst>
          </p:cNvPr>
          <p:cNvSpPr/>
          <p:nvPr/>
        </p:nvSpPr>
        <p:spPr>
          <a:xfrm>
            <a:off x="192793" y="961748"/>
            <a:ext cx="4421730" cy="429469"/>
          </a:xfrm>
          <a:prstGeom prst="roundRect">
            <a:avLst/>
          </a:prstGeom>
          <a:solidFill>
            <a:srgbClr val="8EA0CC"/>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r>
              <a:rPr lang="en-US" altLang="zh-CN" sz="2000" b="1" dirty="0">
                <a:solidFill>
                  <a:srgbClr val="2968D0"/>
                </a:solidFill>
                <a:latin typeface="Arial" panose="020B0604020202020204" pitchFamily="34" charset="0"/>
              </a:rPr>
              <a:t>SNAP</a:t>
            </a:r>
            <a:r>
              <a:rPr lang="zh-CN" altLang="en-US" sz="2000" b="1" dirty="0">
                <a:solidFill>
                  <a:srgbClr val="2968D0"/>
                </a:solidFill>
                <a:latin typeface="Arial" panose="020B0604020202020204" pitchFamily="34" charset="0"/>
              </a:rPr>
              <a:t>：</a:t>
            </a:r>
            <a:r>
              <a:rPr lang="en-US" altLang="zh-CN" sz="2000" b="1" dirty="0">
                <a:solidFill>
                  <a:srgbClr val="2968D0"/>
                </a:solidFill>
                <a:latin typeface="Arial" panose="020B0604020202020204" pitchFamily="34" charset="0"/>
              </a:rPr>
              <a:t>Social circles</a:t>
            </a:r>
            <a:r>
              <a:rPr lang="en-US" altLang="zh-CN" sz="2000" b="1" i="0" dirty="0">
                <a:solidFill>
                  <a:srgbClr val="2968D0"/>
                </a:solidFill>
                <a:effectLst/>
                <a:latin typeface="Arial" panose="020B0604020202020204" pitchFamily="34" charset="0"/>
              </a:rPr>
              <a:t>: Facebook</a:t>
            </a:r>
          </a:p>
        </p:txBody>
      </p:sp>
      <p:sp>
        <p:nvSpPr>
          <p:cNvPr id="15" name="矩形: 圆角 14">
            <a:extLst>
              <a:ext uri="{FF2B5EF4-FFF2-40B4-BE49-F238E27FC236}">
                <a16:creationId xmlns:a16="http://schemas.microsoft.com/office/drawing/2014/main" id="{97864E20-B1D7-C686-93E5-35DC04D7DA61}"/>
              </a:ext>
            </a:extLst>
          </p:cNvPr>
          <p:cNvSpPr/>
          <p:nvPr/>
        </p:nvSpPr>
        <p:spPr>
          <a:xfrm>
            <a:off x="192793" y="3761719"/>
            <a:ext cx="5676790" cy="426550"/>
          </a:xfrm>
          <a:prstGeom prst="roundRect">
            <a:avLst/>
          </a:prstGeom>
          <a:solidFill>
            <a:srgbClr val="8EA0CC"/>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2000" b="1" dirty="0">
                <a:solidFill>
                  <a:srgbClr val="2968D0"/>
                </a:solidFill>
                <a:latin typeface="Arial" panose="020B0604020202020204" pitchFamily="34" charset="0"/>
              </a:rPr>
              <a:t>Kaggle</a:t>
            </a:r>
            <a:r>
              <a:rPr lang="zh-CN" altLang="en-US" sz="2000" b="1" dirty="0">
                <a:solidFill>
                  <a:srgbClr val="2968D0"/>
                </a:solidFill>
                <a:latin typeface="Arial" panose="020B0604020202020204" pitchFamily="34" charset="0"/>
              </a:rPr>
              <a:t>：</a:t>
            </a:r>
            <a:r>
              <a:rPr lang="en-US" altLang="zh-CN" sz="2000" b="1" dirty="0">
                <a:solidFill>
                  <a:srgbClr val="2968D0"/>
                </a:solidFill>
                <a:latin typeface="Arial" panose="020B0604020202020204" pitchFamily="34" charset="0"/>
              </a:rPr>
              <a:t>ELECTORAL BONDS (2019-2024)</a:t>
            </a:r>
          </a:p>
        </p:txBody>
      </p:sp>
      <p:cxnSp>
        <p:nvCxnSpPr>
          <p:cNvPr id="16" name="直接连接符 15">
            <a:extLst>
              <a:ext uri="{FF2B5EF4-FFF2-40B4-BE49-F238E27FC236}">
                <a16:creationId xmlns:a16="http://schemas.microsoft.com/office/drawing/2014/main" id="{A409CA24-AB47-A68D-82E5-4F718326629A}"/>
              </a:ext>
            </a:extLst>
          </p:cNvPr>
          <p:cNvCxnSpPr/>
          <p:nvPr/>
        </p:nvCxnSpPr>
        <p:spPr>
          <a:xfrm>
            <a:off x="-56258" y="3692268"/>
            <a:ext cx="12212600" cy="0"/>
          </a:xfrm>
          <a:prstGeom prst="line">
            <a:avLst/>
          </a:prstGeom>
          <a:ln w="25400">
            <a:solidFill>
              <a:srgbClr val="8EA0CC">
                <a:alpha val="68000"/>
              </a:srgbClr>
            </a:solidFill>
            <a:prstDash val="dash"/>
          </a:ln>
        </p:spPr>
        <p:style>
          <a:lnRef idx="1">
            <a:schemeClr val="accent1"/>
          </a:lnRef>
          <a:fillRef idx="0">
            <a:schemeClr val="accent1"/>
          </a:fillRef>
          <a:effectRef idx="0">
            <a:schemeClr val="accent1"/>
          </a:effectRef>
          <a:fontRef idx="minor">
            <a:schemeClr val="tx1"/>
          </a:fontRef>
        </p:style>
      </p:cxnSp>
      <p:pic>
        <p:nvPicPr>
          <p:cNvPr id="23" name="图片 22">
            <a:extLst>
              <a:ext uri="{FF2B5EF4-FFF2-40B4-BE49-F238E27FC236}">
                <a16:creationId xmlns:a16="http://schemas.microsoft.com/office/drawing/2014/main" id="{62C7CFA0-C87F-A4A4-FE41-EC991F419030}"/>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43467" y="4428597"/>
            <a:ext cx="4097271" cy="2329089"/>
          </a:xfrm>
          <a:prstGeom prst="rect">
            <a:avLst/>
          </a:prstGeom>
        </p:spPr>
      </p:pic>
      <p:pic>
        <p:nvPicPr>
          <p:cNvPr id="26" name="图片 25">
            <a:extLst>
              <a:ext uri="{FF2B5EF4-FFF2-40B4-BE49-F238E27FC236}">
                <a16:creationId xmlns:a16="http://schemas.microsoft.com/office/drawing/2014/main" id="{5B20E2F7-E164-BE03-9AC4-17434FE31AA3}"/>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998699" y="3785255"/>
            <a:ext cx="3073780" cy="3072745"/>
          </a:xfrm>
          <a:prstGeom prst="rect">
            <a:avLst/>
          </a:prstGeom>
        </p:spPr>
      </p:pic>
      <p:pic>
        <p:nvPicPr>
          <p:cNvPr id="28" name="图片 27">
            <a:extLst>
              <a:ext uri="{FF2B5EF4-FFF2-40B4-BE49-F238E27FC236}">
                <a16:creationId xmlns:a16="http://schemas.microsoft.com/office/drawing/2014/main" id="{19BFDC77-2517-98BD-BD1D-7B8FE0FB1100}"/>
              </a:ext>
            </a:extLst>
          </p:cNvPr>
          <p:cNvPicPr>
            <a:picLocks noChangeAspect="1"/>
          </p:cNvPicPr>
          <p:nvPr/>
        </p:nvPicPr>
        <p:blipFill>
          <a:blip r:embed="rId19" cstate="print">
            <a:extLst>
              <a:ext uri="{28A0092B-C50C-407E-A947-70E740481C1C}">
                <a14:useLocalDpi xmlns:a14="http://schemas.microsoft.com/office/drawing/2010/main" val="0"/>
              </a:ext>
            </a:extLst>
          </a:blip>
          <a:srcRect l="45744"/>
          <a:stretch/>
        </p:blipFill>
        <p:spPr>
          <a:xfrm>
            <a:off x="6225623" y="1182438"/>
            <a:ext cx="2879422" cy="2455865"/>
          </a:xfrm>
          <a:prstGeom prst="rect">
            <a:avLst/>
          </a:prstGeom>
        </p:spPr>
      </p:pic>
      <p:grpSp>
        <p:nvGrpSpPr>
          <p:cNvPr id="30" name="组合 29">
            <a:extLst>
              <a:ext uri="{FF2B5EF4-FFF2-40B4-BE49-F238E27FC236}">
                <a16:creationId xmlns:a16="http://schemas.microsoft.com/office/drawing/2014/main" id="{EEA3C193-0D5E-6120-5290-6562F5B36138}"/>
              </a:ext>
            </a:extLst>
          </p:cNvPr>
          <p:cNvGrpSpPr/>
          <p:nvPr/>
        </p:nvGrpSpPr>
        <p:grpSpPr>
          <a:xfrm>
            <a:off x="199742" y="1319766"/>
            <a:ext cx="2472914" cy="2320466"/>
            <a:chOff x="64273" y="1319766"/>
            <a:chExt cx="2472914" cy="2320466"/>
          </a:xfrm>
        </p:grpSpPr>
        <p:pic>
          <p:nvPicPr>
            <p:cNvPr id="20" name="图片 19">
              <a:extLst>
                <a:ext uri="{FF2B5EF4-FFF2-40B4-BE49-F238E27FC236}">
                  <a16:creationId xmlns:a16="http://schemas.microsoft.com/office/drawing/2014/main" id="{3C978AA8-76F0-AAC6-FF17-85DA357CCD81}"/>
                </a:ext>
              </a:extLst>
            </p:cNvPr>
            <p:cNvPicPr>
              <a:picLocks noChangeAspect="1"/>
            </p:cNvPicPr>
            <p:nvPr/>
          </p:nvPicPr>
          <p:blipFill>
            <a:blip r:embed="rId20" cstate="print">
              <a:extLst>
                <a:ext uri="{28A0092B-C50C-407E-A947-70E740481C1C}">
                  <a14:useLocalDpi xmlns:a14="http://schemas.microsoft.com/office/drawing/2010/main" val="0"/>
                </a:ext>
              </a:extLst>
            </a:blip>
            <a:srcRect l="1119" t="11806" r="58933" b="13099"/>
            <a:stretch/>
          </p:blipFill>
          <p:spPr>
            <a:xfrm>
              <a:off x="191804" y="1738198"/>
              <a:ext cx="2186578" cy="1902034"/>
            </a:xfrm>
            <a:prstGeom prst="rect">
              <a:avLst/>
            </a:prstGeom>
          </p:spPr>
        </p:pic>
        <p:sp>
          <p:nvSpPr>
            <p:cNvPr id="29" name="文本框 28">
              <a:extLst>
                <a:ext uri="{FF2B5EF4-FFF2-40B4-BE49-F238E27FC236}">
                  <a16:creationId xmlns:a16="http://schemas.microsoft.com/office/drawing/2014/main" id="{30AB59A9-EA35-426C-A96D-258EFAD07871}"/>
                </a:ext>
              </a:extLst>
            </p:cNvPr>
            <p:cNvSpPr txBox="1"/>
            <p:nvPr/>
          </p:nvSpPr>
          <p:spPr>
            <a:xfrm>
              <a:off x="64273" y="1319766"/>
              <a:ext cx="2472914" cy="541405"/>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t" anchorCtr="0">
              <a:noAutofit/>
            </a:bodyPr>
            <a:lstStyle/>
            <a:p>
              <a:pPr algn="ctr">
                <a:lnSpc>
                  <a:spcPct val="100000"/>
                </a:lnSpc>
              </a:pPr>
              <a:r>
                <a:rPr lang="en-US" altLang="zh-CN" sz="1600" dirty="0"/>
                <a:t>Ego-Network 698</a:t>
              </a:r>
            </a:p>
            <a:p>
              <a:pPr algn="ctr">
                <a:lnSpc>
                  <a:spcPct val="100000"/>
                </a:lnSpc>
              </a:pPr>
              <a:r>
                <a:rPr lang="en-US" altLang="zh-CN" sz="1100" dirty="0"/>
                <a:t>(</a:t>
              </a:r>
              <a:r>
                <a:rPr lang="zh-CN" altLang="en-US" sz="1100" dirty="0"/>
                <a:t>只包含好友间连接</a:t>
              </a:r>
              <a:r>
                <a:rPr lang="en-US" altLang="zh-CN" sz="1100" dirty="0"/>
                <a:t>)</a:t>
              </a:r>
              <a:endParaRPr lang="zh-CN" altLang="en-US" sz="1100" dirty="0"/>
            </a:p>
          </p:txBody>
        </p:sp>
      </p:grpSp>
      <p:sp>
        <p:nvSpPr>
          <p:cNvPr id="9" name="文本框 8">
            <a:extLst>
              <a:ext uri="{FF2B5EF4-FFF2-40B4-BE49-F238E27FC236}">
                <a16:creationId xmlns:a16="http://schemas.microsoft.com/office/drawing/2014/main" id="{A4BDA94C-424D-C26C-E9EC-48FAB25B4885}"/>
              </a:ext>
            </a:extLst>
          </p:cNvPr>
          <p:cNvSpPr txBox="1"/>
          <p:nvPr/>
        </p:nvSpPr>
        <p:spPr>
          <a:xfrm>
            <a:off x="2705434" y="1459813"/>
            <a:ext cx="3241313" cy="2114785"/>
          </a:xfrm>
          <a:prstGeom prst="rect">
            <a:avLst/>
          </a:prstGeom>
          <a:noFill/>
          <a:ln w="25400" cap="rnd" cmpd="sng" algn="ctr">
            <a:solidFill>
              <a:srgbClr val="D40000"/>
            </a:solidFill>
            <a:prstDash val="lgDash"/>
            <a:round/>
          </a:ln>
        </p:spPr>
        <p:style>
          <a:lnRef idx="0">
            <a:schemeClr val="accent1"/>
          </a:lnRef>
          <a:fillRef idx="0">
            <a:srgbClr val="FFFFFF"/>
          </a:fillRef>
          <a:effectRef idx="0">
            <a:srgbClr val="FFFFFF"/>
          </a:effectRef>
          <a:fontRef idx="minor">
            <a:schemeClr val="tx1"/>
          </a:fontRef>
        </p:style>
        <p:txBody>
          <a:bodyPr wrap="square" rtlCol="0" anchor="ctr" anchorCtr="0">
            <a:noAutofit/>
          </a:bodyPr>
          <a:lstStyle/>
          <a:p>
            <a:pPr algn="ctr"/>
            <a:r>
              <a:rPr lang="zh-CN" altLang="en-US" dirty="0">
                <a:solidFill>
                  <a:schemeClr val="tx1">
                    <a:lumMod val="95000"/>
                    <a:lumOff val="5000"/>
                  </a:schemeClr>
                </a:solidFill>
                <a:latin typeface="汉仪劲楷简" panose="00020600040101010101" charset="-122"/>
                <a:ea typeface="汉仪劲楷简" panose="00020600040101010101" charset="-122"/>
              </a:rPr>
              <a:t>以中心节点 </a:t>
            </a:r>
            <a:r>
              <a:rPr lang="en-US" altLang="zh-CN" dirty="0">
                <a:solidFill>
                  <a:schemeClr val="tx1">
                    <a:lumMod val="95000"/>
                    <a:lumOff val="5000"/>
                  </a:schemeClr>
                </a:solidFill>
                <a:latin typeface="汉仪劲楷简" panose="00020600040101010101" charset="-122"/>
                <a:ea typeface="汉仪劲楷简" panose="00020600040101010101" charset="-122"/>
              </a:rPr>
              <a:t>698 </a:t>
            </a:r>
            <a:r>
              <a:rPr lang="zh-CN" altLang="en-US" dirty="0">
                <a:solidFill>
                  <a:schemeClr val="tx1">
                    <a:lumMod val="95000"/>
                    <a:lumOff val="5000"/>
                  </a:schemeClr>
                </a:solidFill>
                <a:latin typeface="汉仪劲楷简" panose="00020600040101010101" charset="-122"/>
                <a:ea typeface="汉仪劲楷简" panose="00020600040101010101" charset="-122"/>
              </a:rPr>
              <a:t>为例</a:t>
            </a:r>
            <a:endParaRPr lang="en-US" altLang="zh-CN" dirty="0">
              <a:solidFill>
                <a:schemeClr val="tx1">
                  <a:lumMod val="95000"/>
                  <a:lumOff val="5000"/>
                </a:schemeClr>
              </a:solidFill>
              <a:latin typeface="汉仪劲楷简" panose="00020600040101010101" charset="-122"/>
              <a:ea typeface="汉仪劲楷简" panose="00020600040101010101" charset="-122"/>
            </a:endParaRPr>
          </a:p>
          <a:p>
            <a:pPr algn="ctr"/>
            <a:r>
              <a:rPr lang="zh-CN" altLang="en-US" dirty="0">
                <a:solidFill>
                  <a:schemeClr val="tx1">
                    <a:lumMod val="95000"/>
                    <a:lumOff val="5000"/>
                  </a:schemeClr>
                </a:solidFill>
                <a:latin typeface="汉仪劲楷简" panose="00020600040101010101" charset="-122"/>
                <a:ea typeface="汉仪劲楷简" panose="00020600040101010101" charset="-122"/>
              </a:rPr>
              <a:t>图中不同颜色的节点代表用户</a:t>
            </a:r>
            <a:endParaRPr lang="en-US" altLang="zh-CN" dirty="0">
              <a:solidFill>
                <a:schemeClr val="tx1">
                  <a:lumMod val="95000"/>
                  <a:lumOff val="5000"/>
                </a:schemeClr>
              </a:solidFill>
              <a:latin typeface="汉仪劲楷简" panose="00020600040101010101" charset="-122"/>
              <a:ea typeface="汉仪劲楷简" panose="00020600040101010101" charset="-122"/>
            </a:endParaRPr>
          </a:p>
          <a:p>
            <a:pPr algn="ctr"/>
            <a:r>
              <a:rPr lang="zh-CN" altLang="en-US" dirty="0">
                <a:solidFill>
                  <a:schemeClr val="tx1">
                    <a:lumMod val="95000"/>
                    <a:lumOff val="5000"/>
                  </a:schemeClr>
                </a:solidFill>
                <a:latin typeface="汉仪劲楷简" panose="00020600040101010101" charset="-122"/>
                <a:ea typeface="汉仪劲楷简" panose="00020600040101010101" charset="-122"/>
              </a:rPr>
              <a:t>来自中心节点的不同朋友圈</a:t>
            </a:r>
            <a:endParaRPr lang="en-US" altLang="zh-CN" dirty="0">
              <a:solidFill>
                <a:schemeClr val="tx1">
                  <a:lumMod val="95000"/>
                  <a:lumOff val="5000"/>
                </a:schemeClr>
              </a:solidFill>
              <a:latin typeface="汉仪劲楷简" panose="00020600040101010101" charset="-122"/>
              <a:ea typeface="汉仪劲楷简" panose="00020600040101010101" charset="-122"/>
            </a:endParaRPr>
          </a:p>
        </p:txBody>
      </p:sp>
      <p:sp>
        <p:nvSpPr>
          <p:cNvPr id="3" name="文本框 2">
            <a:extLst>
              <a:ext uri="{FF2B5EF4-FFF2-40B4-BE49-F238E27FC236}">
                <a16:creationId xmlns:a16="http://schemas.microsoft.com/office/drawing/2014/main" id="{390046B9-5E9E-E24A-E6CD-7EFCA90553CC}"/>
              </a:ext>
            </a:extLst>
          </p:cNvPr>
          <p:cNvSpPr txBox="1"/>
          <p:nvPr/>
        </p:nvSpPr>
        <p:spPr>
          <a:xfrm>
            <a:off x="4614523" y="4638852"/>
            <a:ext cx="4324922" cy="1477328"/>
          </a:xfrm>
          <a:prstGeom prst="rect">
            <a:avLst/>
          </a:prstGeom>
          <a:noFill/>
          <a:ln w="25400" cap="rnd" cmpd="sng" algn="ctr">
            <a:solidFill>
              <a:srgbClr val="D40000"/>
            </a:solidFill>
            <a:prstDash val="lgDash"/>
            <a:round/>
          </a:ln>
          <a:effectLst/>
        </p:spPr>
        <p:style>
          <a:lnRef idx="0">
            <a:schemeClr val="accent1"/>
          </a:lnRef>
          <a:fillRef idx="0">
            <a:srgbClr val="FFFFFF"/>
          </a:fillRef>
          <a:effectRef idx="0">
            <a:srgbClr val="FFFFFF"/>
          </a:effectRef>
          <a:fontRef idx="minor">
            <a:schemeClr val="tx1"/>
          </a:fontRef>
        </p:style>
        <p:txBody>
          <a:bodyPr wrap="square">
            <a:spAutoFit/>
          </a:bodyPr>
          <a:lstStyle/>
          <a:p>
            <a:pPr algn="ctr"/>
            <a:r>
              <a:rPr lang="en-US" altLang="zh-CN" dirty="0">
                <a:solidFill>
                  <a:schemeClr val="tx1">
                    <a:lumMod val="95000"/>
                    <a:lumOff val="5000"/>
                  </a:schemeClr>
                </a:solidFill>
                <a:latin typeface="汉仪劲楷简" panose="00020600040101010101" charset="-122"/>
                <a:ea typeface="汉仪劲楷简" panose="00020600040101010101" charset="-122"/>
              </a:rPr>
              <a:t>BHARATIYA JANATA PARTY</a:t>
            </a:r>
            <a:r>
              <a:rPr lang="zh-CN" altLang="en-US" dirty="0">
                <a:solidFill>
                  <a:schemeClr val="tx1">
                    <a:lumMod val="95000"/>
                    <a:lumOff val="5000"/>
                  </a:schemeClr>
                </a:solidFill>
                <a:latin typeface="汉仪劲楷简" panose="00020600040101010101" charset="-122"/>
                <a:ea typeface="汉仪劲楷简" panose="00020600040101010101" charset="-122"/>
              </a:rPr>
              <a:t>（</a:t>
            </a:r>
            <a:r>
              <a:rPr lang="en-US" altLang="zh-CN" dirty="0">
                <a:solidFill>
                  <a:schemeClr val="tx1">
                    <a:lumMod val="95000"/>
                    <a:lumOff val="5000"/>
                  </a:schemeClr>
                </a:solidFill>
                <a:latin typeface="汉仪劲楷简" panose="00020600040101010101" charset="-122"/>
                <a:ea typeface="汉仪劲楷简" panose="00020600040101010101" charset="-122"/>
              </a:rPr>
              <a:t>BJP</a:t>
            </a:r>
            <a:r>
              <a:rPr lang="zh-CN" altLang="en-US" dirty="0">
                <a:solidFill>
                  <a:schemeClr val="tx1">
                    <a:lumMod val="95000"/>
                    <a:lumOff val="5000"/>
                  </a:schemeClr>
                </a:solidFill>
                <a:latin typeface="汉仪劲楷简" panose="00020600040101010101" charset="-122"/>
                <a:ea typeface="汉仪劲楷简" panose="00020600040101010101" charset="-122"/>
              </a:rPr>
              <a:t>） 拥有最多的投资者，其余政党的投资者规模相对均衡</a:t>
            </a:r>
          </a:p>
          <a:p>
            <a:pPr algn="ctr"/>
            <a:r>
              <a:rPr lang="zh-CN" altLang="en-US" dirty="0">
                <a:solidFill>
                  <a:schemeClr val="tx1">
                    <a:lumMod val="95000"/>
                    <a:lumOff val="5000"/>
                  </a:schemeClr>
                </a:solidFill>
                <a:latin typeface="汉仪劲楷简" panose="00020600040101010101" charset="-122"/>
                <a:ea typeface="汉仪劲楷简" panose="00020600040101010101" charset="-122"/>
              </a:rPr>
              <a:t>投资时间分布上，</a:t>
            </a:r>
            <a:r>
              <a:rPr lang="en-US" altLang="zh-CN" dirty="0">
                <a:solidFill>
                  <a:schemeClr val="tx1">
                    <a:lumMod val="95000"/>
                    <a:lumOff val="5000"/>
                  </a:schemeClr>
                </a:solidFill>
                <a:latin typeface="汉仪劲楷简" panose="00020600040101010101" charset="-122"/>
                <a:ea typeface="汉仪劲楷简" panose="00020600040101010101" charset="-122"/>
              </a:rPr>
              <a:t>26 </a:t>
            </a:r>
            <a:r>
              <a:rPr lang="zh-CN" altLang="en-US" dirty="0">
                <a:solidFill>
                  <a:schemeClr val="tx1">
                    <a:lumMod val="95000"/>
                    <a:lumOff val="5000"/>
                  </a:schemeClr>
                </a:solidFill>
                <a:latin typeface="汉仪劲楷简" panose="00020600040101010101" charset="-122"/>
                <a:ea typeface="汉仪劲楷简" panose="00020600040101010101" charset="-122"/>
              </a:rPr>
              <a:t>轮投资呈现阶段性波动，部分时期存在投资集中爆发的特征</a:t>
            </a:r>
          </a:p>
        </p:txBody>
      </p:sp>
    </p:spTree>
    <p:extLst>
      <p:ext uri="{BB962C8B-B14F-4D97-AF65-F5344CB8AC3E}">
        <p14:creationId xmlns:p14="http://schemas.microsoft.com/office/powerpoint/2010/main" val="1168711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7" name="think-cell data - do not delete" hidden="1">
            <a:extLst>
              <a:ext uri="{FF2B5EF4-FFF2-40B4-BE49-F238E27FC236}">
                <a16:creationId xmlns:a16="http://schemas.microsoft.com/office/drawing/2014/main" id="{65F4BBA6-28D3-AD30-8ECB-A072861D92E4}"/>
              </a:ext>
            </a:extLst>
          </p:cNvPr>
          <p:cNvGraphicFramePr>
            <a:graphicFrameLocks noChangeAspect="1"/>
          </p:cNvGraphicFramePr>
          <p:nvPr>
            <p:custDataLst>
              <p:tags r:id="rId1"/>
            </p:custDataLst>
            <p:extLst>
              <p:ext uri="{D42A27DB-BD31-4B8C-83A1-F6EECF244321}">
                <p14:modId xmlns:p14="http://schemas.microsoft.com/office/powerpoint/2010/main" val="8225052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3" imgW="471" imgH="473" progId="TCLayout.ActiveDocument.1">
                  <p:embed/>
                </p:oleObj>
              </mc:Choice>
              <mc:Fallback>
                <p:oleObj name="think-cell 幻灯片" r:id="rId13" imgW="471" imgH="473" progId="TCLayout.ActiveDocument.1">
                  <p:embed/>
                  <p:pic>
                    <p:nvPicPr>
                      <p:cNvPr id="67" name="think-cell data - do not delete" hidden="1">
                        <a:extLst>
                          <a:ext uri="{FF2B5EF4-FFF2-40B4-BE49-F238E27FC236}">
                            <a16:creationId xmlns:a16="http://schemas.microsoft.com/office/drawing/2014/main" id="{65F4BBA6-28D3-AD30-8ECB-A072861D92E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grpSp>
        <p:nvGrpSpPr>
          <p:cNvPr id="267" name="小李PPT11">
            <a:extLst>
              <a:ext uri="{FF2B5EF4-FFF2-40B4-BE49-F238E27FC236}">
                <a16:creationId xmlns:a16="http://schemas.microsoft.com/office/drawing/2014/main" id="{E00CE3F1-5B45-F7C7-D558-CF4D4E540D70}"/>
              </a:ext>
            </a:extLst>
          </p:cNvPr>
          <p:cNvGrpSpPr/>
          <p:nvPr/>
        </p:nvGrpSpPr>
        <p:grpSpPr>
          <a:xfrm>
            <a:off x="20600" y="14504"/>
            <a:ext cx="12192000" cy="6857998"/>
            <a:chOff x="0" y="2"/>
            <a:chExt cx="12192000" cy="6857998"/>
          </a:xfrm>
          <a:effectLst/>
        </p:grpSpPr>
        <p:cxnSp>
          <p:nvCxnSpPr>
            <p:cNvPr id="268" name="小李PPT11-1">
              <a:extLst>
                <a:ext uri="{FF2B5EF4-FFF2-40B4-BE49-F238E27FC236}">
                  <a16:creationId xmlns:a16="http://schemas.microsoft.com/office/drawing/2014/main" id="{D149A8DE-5D70-5480-002D-8DB8EA561DD2}"/>
                </a:ext>
              </a:extLst>
            </p:cNvPr>
            <p:cNvCxnSpPr/>
            <p:nvPr/>
          </p:nvCxnSpPr>
          <p:spPr>
            <a:xfrm>
              <a:off x="0" y="291084"/>
              <a:ext cx="12192000" cy="0"/>
            </a:xfrm>
            <a:prstGeom prst="line">
              <a:avLst/>
            </a:prstGeom>
            <a:noFill/>
            <a:ln w="6350" cap="rnd" cmpd="sng" algn="ctr">
              <a:solidFill>
                <a:srgbClr val="E9D6F2">
                  <a:alpha val="43922"/>
                </a:srgbClr>
              </a:solidFill>
              <a:prstDash val="solid"/>
              <a:round/>
            </a:ln>
            <a:effectLst/>
          </p:spPr>
        </p:cxnSp>
        <p:cxnSp>
          <p:nvCxnSpPr>
            <p:cNvPr id="269" name="小李PPT11-2">
              <a:extLst>
                <a:ext uri="{FF2B5EF4-FFF2-40B4-BE49-F238E27FC236}">
                  <a16:creationId xmlns:a16="http://schemas.microsoft.com/office/drawing/2014/main" id="{12405815-2BB6-8915-822D-91905D766527}"/>
                </a:ext>
              </a:extLst>
            </p:cNvPr>
            <p:cNvCxnSpPr/>
            <p:nvPr/>
          </p:nvCxnSpPr>
          <p:spPr>
            <a:xfrm>
              <a:off x="0" y="640385"/>
              <a:ext cx="12192000" cy="0"/>
            </a:xfrm>
            <a:prstGeom prst="line">
              <a:avLst/>
            </a:prstGeom>
            <a:noFill/>
            <a:ln w="6350" cap="rnd" cmpd="sng" algn="ctr">
              <a:solidFill>
                <a:srgbClr val="E9D6F2">
                  <a:alpha val="43922"/>
                </a:srgbClr>
              </a:solidFill>
              <a:prstDash val="solid"/>
              <a:round/>
            </a:ln>
            <a:effectLst/>
          </p:spPr>
        </p:cxnSp>
        <p:cxnSp>
          <p:nvCxnSpPr>
            <p:cNvPr id="270" name="小李PPT11-3">
              <a:extLst>
                <a:ext uri="{FF2B5EF4-FFF2-40B4-BE49-F238E27FC236}">
                  <a16:creationId xmlns:a16="http://schemas.microsoft.com/office/drawing/2014/main" id="{142F80B8-DE7C-9802-AED4-8B9E3CC242BA}"/>
                </a:ext>
              </a:extLst>
            </p:cNvPr>
            <p:cNvCxnSpPr/>
            <p:nvPr/>
          </p:nvCxnSpPr>
          <p:spPr>
            <a:xfrm>
              <a:off x="0" y="989685"/>
              <a:ext cx="12192000" cy="0"/>
            </a:xfrm>
            <a:prstGeom prst="line">
              <a:avLst/>
            </a:prstGeom>
            <a:noFill/>
            <a:ln w="6350" cap="rnd" cmpd="sng" algn="ctr">
              <a:solidFill>
                <a:srgbClr val="E9D6F2">
                  <a:alpha val="43922"/>
                </a:srgbClr>
              </a:solidFill>
              <a:prstDash val="solid"/>
              <a:round/>
            </a:ln>
            <a:effectLst/>
          </p:spPr>
        </p:cxnSp>
        <p:cxnSp>
          <p:nvCxnSpPr>
            <p:cNvPr id="271" name="小李PPT11-4">
              <a:extLst>
                <a:ext uri="{FF2B5EF4-FFF2-40B4-BE49-F238E27FC236}">
                  <a16:creationId xmlns:a16="http://schemas.microsoft.com/office/drawing/2014/main" id="{7ACFC8FC-0E7C-6E37-2D81-F22516A9C047}"/>
                </a:ext>
              </a:extLst>
            </p:cNvPr>
            <p:cNvCxnSpPr/>
            <p:nvPr/>
          </p:nvCxnSpPr>
          <p:spPr>
            <a:xfrm>
              <a:off x="0" y="1338986"/>
              <a:ext cx="12192000" cy="0"/>
            </a:xfrm>
            <a:prstGeom prst="line">
              <a:avLst/>
            </a:prstGeom>
            <a:noFill/>
            <a:ln w="6350" cap="rnd" cmpd="sng" algn="ctr">
              <a:solidFill>
                <a:srgbClr val="E9D6F2">
                  <a:alpha val="43922"/>
                </a:srgbClr>
              </a:solidFill>
              <a:prstDash val="solid"/>
              <a:round/>
            </a:ln>
            <a:effectLst/>
          </p:spPr>
        </p:cxnSp>
        <p:cxnSp>
          <p:nvCxnSpPr>
            <p:cNvPr id="272" name="小李PPT11-5">
              <a:extLst>
                <a:ext uri="{FF2B5EF4-FFF2-40B4-BE49-F238E27FC236}">
                  <a16:creationId xmlns:a16="http://schemas.microsoft.com/office/drawing/2014/main" id="{4B1541F3-583D-3A73-E035-4135F1592316}"/>
                </a:ext>
              </a:extLst>
            </p:cNvPr>
            <p:cNvCxnSpPr/>
            <p:nvPr/>
          </p:nvCxnSpPr>
          <p:spPr>
            <a:xfrm>
              <a:off x="0" y="1688287"/>
              <a:ext cx="12192000" cy="0"/>
            </a:xfrm>
            <a:prstGeom prst="line">
              <a:avLst/>
            </a:prstGeom>
            <a:noFill/>
            <a:ln w="6350" cap="rnd" cmpd="sng" algn="ctr">
              <a:solidFill>
                <a:srgbClr val="E9D6F2">
                  <a:alpha val="43922"/>
                </a:srgbClr>
              </a:solidFill>
              <a:prstDash val="solid"/>
              <a:round/>
            </a:ln>
            <a:effectLst/>
          </p:spPr>
        </p:cxnSp>
        <p:cxnSp>
          <p:nvCxnSpPr>
            <p:cNvPr id="273" name="小李PPT11-6">
              <a:extLst>
                <a:ext uri="{FF2B5EF4-FFF2-40B4-BE49-F238E27FC236}">
                  <a16:creationId xmlns:a16="http://schemas.microsoft.com/office/drawing/2014/main" id="{66E042A9-2D0E-3B84-6BB9-F016B7AEEA7C}"/>
                </a:ext>
              </a:extLst>
            </p:cNvPr>
            <p:cNvCxnSpPr/>
            <p:nvPr/>
          </p:nvCxnSpPr>
          <p:spPr>
            <a:xfrm>
              <a:off x="0" y="2037588"/>
              <a:ext cx="12192000" cy="0"/>
            </a:xfrm>
            <a:prstGeom prst="line">
              <a:avLst/>
            </a:prstGeom>
            <a:noFill/>
            <a:ln w="6350" cap="rnd" cmpd="sng" algn="ctr">
              <a:solidFill>
                <a:srgbClr val="E9D6F2">
                  <a:alpha val="43922"/>
                </a:srgbClr>
              </a:solidFill>
              <a:prstDash val="solid"/>
              <a:round/>
            </a:ln>
            <a:effectLst/>
          </p:spPr>
        </p:cxnSp>
        <p:cxnSp>
          <p:nvCxnSpPr>
            <p:cNvPr id="284" name="小李PPT11-7">
              <a:extLst>
                <a:ext uri="{FF2B5EF4-FFF2-40B4-BE49-F238E27FC236}">
                  <a16:creationId xmlns:a16="http://schemas.microsoft.com/office/drawing/2014/main" id="{06D7C7DA-C60C-6A00-79B5-33A5EB452FC6}"/>
                </a:ext>
              </a:extLst>
            </p:cNvPr>
            <p:cNvCxnSpPr/>
            <p:nvPr/>
          </p:nvCxnSpPr>
          <p:spPr>
            <a:xfrm>
              <a:off x="0" y="2386888"/>
              <a:ext cx="12192000" cy="0"/>
            </a:xfrm>
            <a:prstGeom prst="line">
              <a:avLst/>
            </a:prstGeom>
            <a:noFill/>
            <a:ln w="6350" cap="rnd" cmpd="sng" algn="ctr">
              <a:solidFill>
                <a:srgbClr val="E9D6F2">
                  <a:alpha val="43922"/>
                </a:srgbClr>
              </a:solidFill>
              <a:prstDash val="solid"/>
              <a:round/>
            </a:ln>
            <a:effectLst/>
          </p:spPr>
        </p:cxnSp>
        <p:cxnSp>
          <p:nvCxnSpPr>
            <p:cNvPr id="285" name="小李PPT11-8">
              <a:extLst>
                <a:ext uri="{FF2B5EF4-FFF2-40B4-BE49-F238E27FC236}">
                  <a16:creationId xmlns:a16="http://schemas.microsoft.com/office/drawing/2014/main" id="{6D0C7100-34C7-043F-36DA-67E2864B1E77}"/>
                </a:ext>
              </a:extLst>
            </p:cNvPr>
            <p:cNvCxnSpPr/>
            <p:nvPr/>
          </p:nvCxnSpPr>
          <p:spPr>
            <a:xfrm>
              <a:off x="0" y="2736189"/>
              <a:ext cx="12192000" cy="0"/>
            </a:xfrm>
            <a:prstGeom prst="line">
              <a:avLst/>
            </a:prstGeom>
            <a:noFill/>
            <a:ln w="6350" cap="rnd" cmpd="sng" algn="ctr">
              <a:solidFill>
                <a:srgbClr val="E9D6F2">
                  <a:alpha val="43922"/>
                </a:srgbClr>
              </a:solidFill>
              <a:prstDash val="solid"/>
              <a:round/>
            </a:ln>
            <a:effectLst/>
          </p:spPr>
        </p:cxnSp>
        <p:cxnSp>
          <p:nvCxnSpPr>
            <p:cNvPr id="286" name="小李PPT11-9">
              <a:extLst>
                <a:ext uri="{FF2B5EF4-FFF2-40B4-BE49-F238E27FC236}">
                  <a16:creationId xmlns:a16="http://schemas.microsoft.com/office/drawing/2014/main" id="{7DE0E073-233F-1CAC-DFD0-AE043F408038}"/>
                </a:ext>
              </a:extLst>
            </p:cNvPr>
            <p:cNvCxnSpPr/>
            <p:nvPr/>
          </p:nvCxnSpPr>
          <p:spPr>
            <a:xfrm>
              <a:off x="0" y="3085490"/>
              <a:ext cx="12192000" cy="0"/>
            </a:xfrm>
            <a:prstGeom prst="line">
              <a:avLst/>
            </a:prstGeom>
            <a:noFill/>
            <a:ln w="6350" cap="rnd" cmpd="sng" algn="ctr">
              <a:solidFill>
                <a:srgbClr val="E9D6F2">
                  <a:alpha val="43922"/>
                </a:srgbClr>
              </a:solidFill>
              <a:prstDash val="solid"/>
              <a:round/>
            </a:ln>
            <a:effectLst/>
          </p:spPr>
        </p:cxnSp>
        <p:cxnSp>
          <p:nvCxnSpPr>
            <p:cNvPr id="287" name="小李PPT11-10">
              <a:extLst>
                <a:ext uri="{FF2B5EF4-FFF2-40B4-BE49-F238E27FC236}">
                  <a16:creationId xmlns:a16="http://schemas.microsoft.com/office/drawing/2014/main" id="{EA56C2C0-43C0-D849-356F-9AB3E2465B9B}"/>
                </a:ext>
              </a:extLst>
            </p:cNvPr>
            <p:cNvCxnSpPr/>
            <p:nvPr/>
          </p:nvCxnSpPr>
          <p:spPr>
            <a:xfrm>
              <a:off x="0" y="3434791"/>
              <a:ext cx="12192000" cy="0"/>
            </a:xfrm>
            <a:prstGeom prst="line">
              <a:avLst/>
            </a:prstGeom>
            <a:noFill/>
            <a:ln w="6350" cap="rnd" cmpd="sng" algn="ctr">
              <a:solidFill>
                <a:srgbClr val="E9D6F2">
                  <a:alpha val="43922"/>
                </a:srgbClr>
              </a:solidFill>
              <a:prstDash val="solid"/>
              <a:round/>
            </a:ln>
            <a:effectLst/>
          </p:spPr>
        </p:cxnSp>
        <p:cxnSp>
          <p:nvCxnSpPr>
            <p:cNvPr id="288" name="小李PPT11-11">
              <a:extLst>
                <a:ext uri="{FF2B5EF4-FFF2-40B4-BE49-F238E27FC236}">
                  <a16:creationId xmlns:a16="http://schemas.microsoft.com/office/drawing/2014/main" id="{254E15E1-1941-52F8-7CAE-C9D37DFCA5AF}"/>
                </a:ext>
              </a:extLst>
            </p:cNvPr>
            <p:cNvCxnSpPr/>
            <p:nvPr/>
          </p:nvCxnSpPr>
          <p:spPr>
            <a:xfrm>
              <a:off x="0" y="3784091"/>
              <a:ext cx="12192000" cy="0"/>
            </a:xfrm>
            <a:prstGeom prst="line">
              <a:avLst/>
            </a:prstGeom>
            <a:noFill/>
            <a:ln w="6350" cap="rnd" cmpd="sng" algn="ctr">
              <a:solidFill>
                <a:srgbClr val="E9D6F2">
                  <a:alpha val="43922"/>
                </a:srgbClr>
              </a:solidFill>
              <a:prstDash val="solid"/>
              <a:round/>
            </a:ln>
            <a:effectLst/>
          </p:spPr>
        </p:cxnSp>
        <p:cxnSp>
          <p:nvCxnSpPr>
            <p:cNvPr id="289" name="小李PPT11-12">
              <a:extLst>
                <a:ext uri="{FF2B5EF4-FFF2-40B4-BE49-F238E27FC236}">
                  <a16:creationId xmlns:a16="http://schemas.microsoft.com/office/drawing/2014/main" id="{FC67DC33-8B06-C5A7-285A-18E9A62A83E3}"/>
                </a:ext>
              </a:extLst>
            </p:cNvPr>
            <p:cNvCxnSpPr/>
            <p:nvPr/>
          </p:nvCxnSpPr>
          <p:spPr>
            <a:xfrm>
              <a:off x="0" y="4133392"/>
              <a:ext cx="12192000" cy="0"/>
            </a:xfrm>
            <a:prstGeom prst="line">
              <a:avLst/>
            </a:prstGeom>
            <a:noFill/>
            <a:ln w="6350" cap="rnd" cmpd="sng" algn="ctr">
              <a:solidFill>
                <a:srgbClr val="E9D6F2">
                  <a:alpha val="43922"/>
                </a:srgbClr>
              </a:solidFill>
              <a:prstDash val="solid"/>
              <a:round/>
            </a:ln>
            <a:effectLst/>
          </p:spPr>
        </p:cxnSp>
        <p:cxnSp>
          <p:nvCxnSpPr>
            <p:cNvPr id="290" name="小李PPT11-13">
              <a:extLst>
                <a:ext uri="{FF2B5EF4-FFF2-40B4-BE49-F238E27FC236}">
                  <a16:creationId xmlns:a16="http://schemas.microsoft.com/office/drawing/2014/main" id="{C01CAF94-0D94-A0A5-CC17-8DA7676E27D4}"/>
                </a:ext>
              </a:extLst>
            </p:cNvPr>
            <p:cNvCxnSpPr/>
            <p:nvPr/>
          </p:nvCxnSpPr>
          <p:spPr>
            <a:xfrm>
              <a:off x="0" y="4482693"/>
              <a:ext cx="12192000" cy="0"/>
            </a:xfrm>
            <a:prstGeom prst="line">
              <a:avLst/>
            </a:prstGeom>
            <a:noFill/>
            <a:ln w="6350" cap="rnd" cmpd="sng" algn="ctr">
              <a:solidFill>
                <a:srgbClr val="E9D6F2">
                  <a:alpha val="43922"/>
                </a:srgbClr>
              </a:solidFill>
              <a:prstDash val="solid"/>
              <a:round/>
            </a:ln>
            <a:effectLst/>
          </p:spPr>
        </p:cxnSp>
        <p:cxnSp>
          <p:nvCxnSpPr>
            <p:cNvPr id="291" name="小李PPT11-14">
              <a:extLst>
                <a:ext uri="{FF2B5EF4-FFF2-40B4-BE49-F238E27FC236}">
                  <a16:creationId xmlns:a16="http://schemas.microsoft.com/office/drawing/2014/main" id="{3C424704-4D6B-B42A-4418-44F53C830A7C}"/>
                </a:ext>
              </a:extLst>
            </p:cNvPr>
            <p:cNvCxnSpPr/>
            <p:nvPr/>
          </p:nvCxnSpPr>
          <p:spPr>
            <a:xfrm>
              <a:off x="0" y="4831994"/>
              <a:ext cx="12192000" cy="0"/>
            </a:xfrm>
            <a:prstGeom prst="line">
              <a:avLst/>
            </a:prstGeom>
            <a:noFill/>
            <a:ln w="6350" cap="rnd" cmpd="sng" algn="ctr">
              <a:solidFill>
                <a:srgbClr val="E9D6F2">
                  <a:alpha val="43922"/>
                </a:srgbClr>
              </a:solidFill>
              <a:prstDash val="solid"/>
              <a:round/>
            </a:ln>
            <a:effectLst/>
          </p:spPr>
        </p:cxnSp>
        <p:cxnSp>
          <p:nvCxnSpPr>
            <p:cNvPr id="292" name="小李PPT11-15">
              <a:extLst>
                <a:ext uri="{FF2B5EF4-FFF2-40B4-BE49-F238E27FC236}">
                  <a16:creationId xmlns:a16="http://schemas.microsoft.com/office/drawing/2014/main" id="{1B0613AC-5DAE-A539-F142-5B4B136F0118}"/>
                </a:ext>
              </a:extLst>
            </p:cNvPr>
            <p:cNvCxnSpPr/>
            <p:nvPr/>
          </p:nvCxnSpPr>
          <p:spPr>
            <a:xfrm>
              <a:off x="0" y="5181294"/>
              <a:ext cx="12192000" cy="0"/>
            </a:xfrm>
            <a:prstGeom prst="line">
              <a:avLst/>
            </a:prstGeom>
            <a:noFill/>
            <a:ln w="6350" cap="rnd" cmpd="sng" algn="ctr">
              <a:solidFill>
                <a:srgbClr val="E9D6F2">
                  <a:alpha val="43922"/>
                </a:srgbClr>
              </a:solidFill>
              <a:prstDash val="solid"/>
              <a:round/>
            </a:ln>
            <a:effectLst/>
          </p:spPr>
        </p:cxnSp>
        <p:cxnSp>
          <p:nvCxnSpPr>
            <p:cNvPr id="293" name="小李PPT11-16">
              <a:extLst>
                <a:ext uri="{FF2B5EF4-FFF2-40B4-BE49-F238E27FC236}">
                  <a16:creationId xmlns:a16="http://schemas.microsoft.com/office/drawing/2014/main" id="{A82AC189-FB20-5A34-F29A-29BC661D40C1}"/>
                </a:ext>
              </a:extLst>
            </p:cNvPr>
            <p:cNvCxnSpPr/>
            <p:nvPr/>
          </p:nvCxnSpPr>
          <p:spPr>
            <a:xfrm>
              <a:off x="0" y="5530595"/>
              <a:ext cx="12192000" cy="0"/>
            </a:xfrm>
            <a:prstGeom prst="line">
              <a:avLst/>
            </a:prstGeom>
            <a:noFill/>
            <a:ln w="6350" cap="rnd" cmpd="sng" algn="ctr">
              <a:solidFill>
                <a:srgbClr val="E9D6F2">
                  <a:alpha val="43922"/>
                </a:srgbClr>
              </a:solidFill>
              <a:prstDash val="solid"/>
              <a:round/>
            </a:ln>
            <a:effectLst/>
          </p:spPr>
        </p:cxnSp>
        <p:cxnSp>
          <p:nvCxnSpPr>
            <p:cNvPr id="294" name="小李PPT11-17">
              <a:extLst>
                <a:ext uri="{FF2B5EF4-FFF2-40B4-BE49-F238E27FC236}">
                  <a16:creationId xmlns:a16="http://schemas.microsoft.com/office/drawing/2014/main" id="{76B83A31-2D9E-D7BD-CA39-2AE556A84190}"/>
                </a:ext>
              </a:extLst>
            </p:cNvPr>
            <p:cNvCxnSpPr/>
            <p:nvPr/>
          </p:nvCxnSpPr>
          <p:spPr>
            <a:xfrm rot="5400000">
              <a:off x="2180157" y="3429001"/>
              <a:ext cx="6857998" cy="0"/>
            </a:xfrm>
            <a:prstGeom prst="line">
              <a:avLst/>
            </a:prstGeom>
            <a:noFill/>
            <a:ln w="6350" cap="rnd" cmpd="sng" algn="ctr">
              <a:solidFill>
                <a:srgbClr val="E9D6F2">
                  <a:alpha val="43922"/>
                </a:srgbClr>
              </a:solidFill>
              <a:prstDash val="solid"/>
              <a:round/>
            </a:ln>
            <a:effectLst/>
          </p:spPr>
        </p:cxnSp>
        <p:cxnSp>
          <p:nvCxnSpPr>
            <p:cNvPr id="295" name="小李PPT11-18">
              <a:extLst>
                <a:ext uri="{FF2B5EF4-FFF2-40B4-BE49-F238E27FC236}">
                  <a16:creationId xmlns:a16="http://schemas.microsoft.com/office/drawing/2014/main" id="{895F1AE6-1ED3-945C-7DBD-11795EA54ABE}"/>
                </a:ext>
              </a:extLst>
            </p:cNvPr>
            <p:cNvCxnSpPr/>
            <p:nvPr/>
          </p:nvCxnSpPr>
          <p:spPr>
            <a:xfrm rot="5400000">
              <a:off x="1826337" y="3429001"/>
              <a:ext cx="6857998" cy="0"/>
            </a:xfrm>
            <a:prstGeom prst="line">
              <a:avLst/>
            </a:prstGeom>
            <a:noFill/>
            <a:ln w="6350" cap="rnd" cmpd="sng" algn="ctr">
              <a:solidFill>
                <a:srgbClr val="E9D6F2">
                  <a:alpha val="43922"/>
                </a:srgbClr>
              </a:solidFill>
              <a:prstDash val="solid"/>
              <a:round/>
            </a:ln>
            <a:effectLst/>
          </p:spPr>
        </p:cxnSp>
        <p:cxnSp>
          <p:nvCxnSpPr>
            <p:cNvPr id="296" name="小李PPT11-19">
              <a:extLst>
                <a:ext uri="{FF2B5EF4-FFF2-40B4-BE49-F238E27FC236}">
                  <a16:creationId xmlns:a16="http://schemas.microsoft.com/office/drawing/2014/main" id="{762323E0-65C1-CE4A-4F8F-B2AA3BD5F737}"/>
                </a:ext>
              </a:extLst>
            </p:cNvPr>
            <p:cNvCxnSpPr/>
            <p:nvPr/>
          </p:nvCxnSpPr>
          <p:spPr>
            <a:xfrm rot="5400000">
              <a:off x="1472518" y="3429001"/>
              <a:ext cx="6857998" cy="0"/>
            </a:xfrm>
            <a:prstGeom prst="line">
              <a:avLst/>
            </a:prstGeom>
            <a:noFill/>
            <a:ln w="6350" cap="rnd" cmpd="sng" algn="ctr">
              <a:solidFill>
                <a:srgbClr val="E9D6F2">
                  <a:alpha val="43922"/>
                </a:srgbClr>
              </a:solidFill>
              <a:prstDash val="solid"/>
              <a:round/>
            </a:ln>
            <a:effectLst/>
          </p:spPr>
        </p:cxnSp>
        <p:cxnSp>
          <p:nvCxnSpPr>
            <p:cNvPr id="297" name="小李PPT11-20">
              <a:extLst>
                <a:ext uri="{FF2B5EF4-FFF2-40B4-BE49-F238E27FC236}">
                  <a16:creationId xmlns:a16="http://schemas.microsoft.com/office/drawing/2014/main" id="{F16FA46A-61DA-8608-A3F1-EB417B6C7478}"/>
                </a:ext>
              </a:extLst>
            </p:cNvPr>
            <p:cNvCxnSpPr/>
            <p:nvPr/>
          </p:nvCxnSpPr>
          <p:spPr>
            <a:xfrm rot="5400000">
              <a:off x="1118698" y="3429001"/>
              <a:ext cx="6857998" cy="0"/>
            </a:xfrm>
            <a:prstGeom prst="line">
              <a:avLst/>
            </a:prstGeom>
            <a:noFill/>
            <a:ln w="6350" cap="rnd" cmpd="sng" algn="ctr">
              <a:solidFill>
                <a:srgbClr val="E9D6F2">
                  <a:alpha val="43922"/>
                </a:srgbClr>
              </a:solidFill>
              <a:prstDash val="solid"/>
              <a:round/>
            </a:ln>
            <a:effectLst/>
          </p:spPr>
        </p:cxnSp>
        <p:cxnSp>
          <p:nvCxnSpPr>
            <p:cNvPr id="298" name="小李PPT11-21">
              <a:extLst>
                <a:ext uri="{FF2B5EF4-FFF2-40B4-BE49-F238E27FC236}">
                  <a16:creationId xmlns:a16="http://schemas.microsoft.com/office/drawing/2014/main" id="{837CC4D4-E4DB-55F1-C903-5BAFBE536376}"/>
                </a:ext>
              </a:extLst>
            </p:cNvPr>
            <p:cNvCxnSpPr/>
            <p:nvPr/>
          </p:nvCxnSpPr>
          <p:spPr>
            <a:xfrm rot="5400000">
              <a:off x="764879" y="3429001"/>
              <a:ext cx="6857998" cy="0"/>
            </a:xfrm>
            <a:prstGeom prst="line">
              <a:avLst/>
            </a:prstGeom>
            <a:noFill/>
            <a:ln w="6350" cap="rnd" cmpd="sng" algn="ctr">
              <a:solidFill>
                <a:srgbClr val="E9D6F2">
                  <a:alpha val="43922"/>
                </a:srgbClr>
              </a:solidFill>
              <a:prstDash val="solid"/>
              <a:round/>
            </a:ln>
            <a:effectLst/>
          </p:spPr>
        </p:cxnSp>
        <p:cxnSp>
          <p:nvCxnSpPr>
            <p:cNvPr id="299" name="小李PPT11-22">
              <a:extLst>
                <a:ext uri="{FF2B5EF4-FFF2-40B4-BE49-F238E27FC236}">
                  <a16:creationId xmlns:a16="http://schemas.microsoft.com/office/drawing/2014/main" id="{A18F6059-82B4-C7AD-5331-2ACCF967110E}"/>
                </a:ext>
              </a:extLst>
            </p:cNvPr>
            <p:cNvCxnSpPr/>
            <p:nvPr/>
          </p:nvCxnSpPr>
          <p:spPr>
            <a:xfrm rot="5400000">
              <a:off x="411061" y="3429001"/>
              <a:ext cx="6857998" cy="0"/>
            </a:xfrm>
            <a:prstGeom prst="line">
              <a:avLst/>
            </a:prstGeom>
            <a:noFill/>
            <a:ln w="6350" cap="rnd" cmpd="sng" algn="ctr">
              <a:solidFill>
                <a:srgbClr val="E9D6F2">
                  <a:alpha val="43922"/>
                </a:srgbClr>
              </a:solidFill>
              <a:prstDash val="solid"/>
              <a:round/>
            </a:ln>
            <a:effectLst/>
          </p:spPr>
        </p:cxnSp>
        <p:cxnSp>
          <p:nvCxnSpPr>
            <p:cNvPr id="300" name="小李PPT11-23">
              <a:extLst>
                <a:ext uri="{FF2B5EF4-FFF2-40B4-BE49-F238E27FC236}">
                  <a16:creationId xmlns:a16="http://schemas.microsoft.com/office/drawing/2014/main" id="{A9A85CAC-8B8C-CFE6-AB4A-7F43E4A9D781}"/>
                </a:ext>
              </a:extLst>
            </p:cNvPr>
            <p:cNvCxnSpPr/>
            <p:nvPr/>
          </p:nvCxnSpPr>
          <p:spPr>
            <a:xfrm rot="5400000">
              <a:off x="57241" y="3429001"/>
              <a:ext cx="6857998" cy="0"/>
            </a:xfrm>
            <a:prstGeom prst="line">
              <a:avLst/>
            </a:prstGeom>
            <a:noFill/>
            <a:ln w="6350" cap="rnd" cmpd="sng" algn="ctr">
              <a:solidFill>
                <a:srgbClr val="E9D6F2">
                  <a:alpha val="43922"/>
                </a:srgbClr>
              </a:solidFill>
              <a:prstDash val="solid"/>
              <a:round/>
            </a:ln>
            <a:effectLst/>
          </p:spPr>
        </p:cxnSp>
        <p:cxnSp>
          <p:nvCxnSpPr>
            <p:cNvPr id="301" name="小李PPT11-24">
              <a:extLst>
                <a:ext uri="{FF2B5EF4-FFF2-40B4-BE49-F238E27FC236}">
                  <a16:creationId xmlns:a16="http://schemas.microsoft.com/office/drawing/2014/main" id="{A084D740-B9DB-BA65-905B-6C99371D7667}"/>
                </a:ext>
              </a:extLst>
            </p:cNvPr>
            <p:cNvCxnSpPr/>
            <p:nvPr/>
          </p:nvCxnSpPr>
          <p:spPr>
            <a:xfrm rot="5400000">
              <a:off x="-296578" y="3429001"/>
              <a:ext cx="6857998" cy="0"/>
            </a:xfrm>
            <a:prstGeom prst="line">
              <a:avLst/>
            </a:prstGeom>
            <a:noFill/>
            <a:ln w="6350" cap="rnd" cmpd="sng" algn="ctr">
              <a:solidFill>
                <a:srgbClr val="E9D6F2">
                  <a:alpha val="43922"/>
                </a:srgbClr>
              </a:solidFill>
              <a:prstDash val="solid"/>
              <a:round/>
            </a:ln>
            <a:effectLst/>
          </p:spPr>
        </p:cxnSp>
        <p:cxnSp>
          <p:nvCxnSpPr>
            <p:cNvPr id="302" name="小李PPT11-25">
              <a:extLst>
                <a:ext uri="{FF2B5EF4-FFF2-40B4-BE49-F238E27FC236}">
                  <a16:creationId xmlns:a16="http://schemas.microsoft.com/office/drawing/2014/main" id="{4BC52A2B-58EE-7F90-8026-B11F33CD56A7}"/>
                </a:ext>
              </a:extLst>
            </p:cNvPr>
            <p:cNvCxnSpPr/>
            <p:nvPr/>
          </p:nvCxnSpPr>
          <p:spPr>
            <a:xfrm rot="5400000">
              <a:off x="-650398" y="3429001"/>
              <a:ext cx="6857998" cy="0"/>
            </a:xfrm>
            <a:prstGeom prst="line">
              <a:avLst/>
            </a:prstGeom>
            <a:noFill/>
            <a:ln w="6350" cap="rnd" cmpd="sng" algn="ctr">
              <a:solidFill>
                <a:srgbClr val="E9D6F2">
                  <a:alpha val="43922"/>
                </a:srgbClr>
              </a:solidFill>
              <a:prstDash val="solid"/>
              <a:round/>
            </a:ln>
            <a:effectLst/>
          </p:spPr>
        </p:cxnSp>
        <p:cxnSp>
          <p:nvCxnSpPr>
            <p:cNvPr id="303" name="小李PPT11-26">
              <a:extLst>
                <a:ext uri="{FF2B5EF4-FFF2-40B4-BE49-F238E27FC236}">
                  <a16:creationId xmlns:a16="http://schemas.microsoft.com/office/drawing/2014/main" id="{A6CBAFE8-1219-FADF-D00C-CEF2C972633A}"/>
                </a:ext>
              </a:extLst>
            </p:cNvPr>
            <p:cNvCxnSpPr/>
            <p:nvPr/>
          </p:nvCxnSpPr>
          <p:spPr>
            <a:xfrm rot="5400000">
              <a:off x="-1004217" y="3429001"/>
              <a:ext cx="6857998" cy="0"/>
            </a:xfrm>
            <a:prstGeom prst="line">
              <a:avLst/>
            </a:prstGeom>
            <a:noFill/>
            <a:ln w="6350" cap="rnd" cmpd="sng" algn="ctr">
              <a:solidFill>
                <a:srgbClr val="E9D6F2">
                  <a:alpha val="43922"/>
                </a:srgbClr>
              </a:solidFill>
              <a:prstDash val="solid"/>
              <a:round/>
            </a:ln>
            <a:effectLst/>
          </p:spPr>
        </p:cxnSp>
        <p:cxnSp>
          <p:nvCxnSpPr>
            <p:cNvPr id="304" name="小李PPT11-27">
              <a:extLst>
                <a:ext uri="{FF2B5EF4-FFF2-40B4-BE49-F238E27FC236}">
                  <a16:creationId xmlns:a16="http://schemas.microsoft.com/office/drawing/2014/main" id="{DF86F9CC-48C5-E7C3-9A84-2BB52248DB1E}"/>
                </a:ext>
              </a:extLst>
            </p:cNvPr>
            <p:cNvCxnSpPr/>
            <p:nvPr/>
          </p:nvCxnSpPr>
          <p:spPr>
            <a:xfrm rot="5400000">
              <a:off x="-1358036" y="3429001"/>
              <a:ext cx="6857998" cy="0"/>
            </a:xfrm>
            <a:prstGeom prst="line">
              <a:avLst/>
            </a:prstGeom>
            <a:noFill/>
            <a:ln w="6350" cap="rnd" cmpd="sng" algn="ctr">
              <a:solidFill>
                <a:srgbClr val="E9D6F2">
                  <a:alpha val="43922"/>
                </a:srgbClr>
              </a:solidFill>
              <a:prstDash val="solid"/>
              <a:round/>
            </a:ln>
            <a:effectLst/>
          </p:spPr>
        </p:cxnSp>
        <p:cxnSp>
          <p:nvCxnSpPr>
            <p:cNvPr id="305" name="小李PPT11-28">
              <a:extLst>
                <a:ext uri="{FF2B5EF4-FFF2-40B4-BE49-F238E27FC236}">
                  <a16:creationId xmlns:a16="http://schemas.microsoft.com/office/drawing/2014/main" id="{634DDDD0-AD3A-E164-6A22-7EA73F0DF471}"/>
                </a:ext>
              </a:extLst>
            </p:cNvPr>
            <p:cNvCxnSpPr/>
            <p:nvPr/>
          </p:nvCxnSpPr>
          <p:spPr>
            <a:xfrm rot="5400000">
              <a:off x="-1711856" y="3429001"/>
              <a:ext cx="6857998" cy="0"/>
            </a:xfrm>
            <a:prstGeom prst="line">
              <a:avLst/>
            </a:prstGeom>
            <a:noFill/>
            <a:ln w="6350" cap="rnd" cmpd="sng" algn="ctr">
              <a:solidFill>
                <a:srgbClr val="E9D6F2">
                  <a:alpha val="43922"/>
                </a:srgbClr>
              </a:solidFill>
              <a:prstDash val="solid"/>
              <a:round/>
            </a:ln>
            <a:effectLst/>
          </p:spPr>
        </p:cxnSp>
        <p:cxnSp>
          <p:nvCxnSpPr>
            <p:cNvPr id="306" name="小李PPT11-29">
              <a:extLst>
                <a:ext uri="{FF2B5EF4-FFF2-40B4-BE49-F238E27FC236}">
                  <a16:creationId xmlns:a16="http://schemas.microsoft.com/office/drawing/2014/main" id="{E8411CF7-545D-7752-3880-A26682214D26}"/>
                </a:ext>
              </a:extLst>
            </p:cNvPr>
            <p:cNvCxnSpPr/>
            <p:nvPr/>
          </p:nvCxnSpPr>
          <p:spPr>
            <a:xfrm rot="5400000">
              <a:off x="-2065675" y="3429001"/>
              <a:ext cx="6857998" cy="0"/>
            </a:xfrm>
            <a:prstGeom prst="line">
              <a:avLst/>
            </a:prstGeom>
            <a:noFill/>
            <a:ln w="6350" cap="rnd" cmpd="sng" algn="ctr">
              <a:solidFill>
                <a:srgbClr val="E9D6F2">
                  <a:alpha val="43922"/>
                </a:srgbClr>
              </a:solidFill>
              <a:prstDash val="solid"/>
              <a:round/>
            </a:ln>
            <a:effectLst/>
          </p:spPr>
        </p:cxnSp>
        <p:cxnSp>
          <p:nvCxnSpPr>
            <p:cNvPr id="307" name="小李PPT11-30">
              <a:extLst>
                <a:ext uri="{FF2B5EF4-FFF2-40B4-BE49-F238E27FC236}">
                  <a16:creationId xmlns:a16="http://schemas.microsoft.com/office/drawing/2014/main" id="{9C9BE50B-BAF8-F983-8B86-ADF4C2A49155}"/>
                </a:ext>
              </a:extLst>
            </p:cNvPr>
            <p:cNvCxnSpPr/>
            <p:nvPr/>
          </p:nvCxnSpPr>
          <p:spPr>
            <a:xfrm rot="5400000">
              <a:off x="-2419495" y="3429001"/>
              <a:ext cx="6857998" cy="0"/>
            </a:xfrm>
            <a:prstGeom prst="line">
              <a:avLst/>
            </a:prstGeom>
            <a:noFill/>
            <a:ln w="6350" cap="rnd" cmpd="sng" algn="ctr">
              <a:solidFill>
                <a:srgbClr val="E9D6F2">
                  <a:alpha val="43922"/>
                </a:srgbClr>
              </a:solidFill>
              <a:prstDash val="solid"/>
              <a:round/>
            </a:ln>
            <a:effectLst/>
          </p:spPr>
        </p:cxnSp>
        <p:cxnSp>
          <p:nvCxnSpPr>
            <p:cNvPr id="308" name="小李PPT11-31">
              <a:extLst>
                <a:ext uri="{FF2B5EF4-FFF2-40B4-BE49-F238E27FC236}">
                  <a16:creationId xmlns:a16="http://schemas.microsoft.com/office/drawing/2014/main" id="{207652CB-EEE9-9E62-ED0C-C5538C2293AA}"/>
                </a:ext>
              </a:extLst>
            </p:cNvPr>
            <p:cNvCxnSpPr/>
            <p:nvPr/>
          </p:nvCxnSpPr>
          <p:spPr>
            <a:xfrm rot="5400000">
              <a:off x="-2773314" y="3429001"/>
              <a:ext cx="6857998" cy="0"/>
            </a:xfrm>
            <a:prstGeom prst="line">
              <a:avLst/>
            </a:prstGeom>
            <a:noFill/>
            <a:ln w="6350" cap="rnd" cmpd="sng" algn="ctr">
              <a:solidFill>
                <a:srgbClr val="E9D6F2">
                  <a:alpha val="43922"/>
                </a:srgbClr>
              </a:solidFill>
              <a:prstDash val="solid"/>
              <a:round/>
            </a:ln>
            <a:effectLst/>
          </p:spPr>
        </p:cxnSp>
        <p:cxnSp>
          <p:nvCxnSpPr>
            <p:cNvPr id="309" name="小李PPT11-32">
              <a:extLst>
                <a:ext uri="{FF2B5EF4-FFF2-40B4-BE49-F238E27FC236}">
                  <a16:creationId xmlns:a16="http://schemas.microsoft.com/office/drawing/2014/main" id="{6E042C72-6234-B5FE-0F29-46E45950958C}"/>
                </a:ext>
              </a:extLst>
            </p:cNvPr>
            <p:cNvCxnSpPr/>
            <p:nvPr/>
          </p:nvCxnSpPr>
          <p:spPr>
            <a:xfrm rot="5400000">
              <a:off x="-3127134" y="3429001"/>
              <a:ext cx="6857998" cy="0"/>
            </a:xfrm>
            <a:prstGeom prst="line">
              <a:avLst/>
            </a:prstGeom>
            <a:noFill/>
            <a:ln w="6350" cap="rnd" cmpd="sng" algn="ctr">
              <a:solidFill>
                <a:srgbClr val="E9D6F2">
                  <a:alpha val="43922"/>
                </a:srgbClr>
              </a:solidFill>
              <a:prstDash val="solid"/>
              <a:round/>
            </a:ln>
            <a:effectLst/>
          </p:spPr>
        </p:cxnSp>
        <p:cxnSp>
          <p:nvCxnSpPr>
            <p:cNvPr id="310" name="小李PPT11-33">
              <a:extLst>
                <a:ext uri="{FF2B5EF4-FFF2-40B4-BE49-F238E27FC236}">
                  <a16:creationId xmlns:a16="http://schemas.microsoft.com/office/drawing/2014/main" id="{049B3365-36B4-07A8-6740-9088C537C85B}"/>
                </a:ext>
              </a:extLst>
            </p:cNvPr>
            <p:cNvCxnSpPr/>
            <p:nvPr/>
          </p:nvCxnSpPr>
          <p:spPr>
            <a:xfrm rot="5400000">
              <a:off x="6781801" y="3429001"/>
              <a:ext cx="6857998" cy="0"/>
            </a:xfrm>
            <a:prstGeom prst="line">
              <a:avLst/>
            </a:prstGeom>
            <a:noFill/>
            <a:ln w="6350" cap="rnd" cmpd="sng" algn="ctr">
              <a:solidFill>
                <a:srgbClr val="E9D6F2">
                  <a:alpha val="43922"/>
                </a:srgbClr>
              </a:solidFill>
              <a:prstDash val="solid"/>
              <a:round/>
            </a:ln>
            <a:effectLst/>
          </p:spPr>
        </p:cxnSp>
        <p:cxnSp>
          <p:nvCxnSpPr>
            <p:cNvPr id="311" name="小李PPT11-34">
              <a:extLst>
                <a:ext uri="{FF2B5EF4-FFF2-40B4-BE49-F238E27FC236}">
                  <a16:creationId xmlns:a16="http://schemas.microsoft.com/office/drawing/2014/main" id="{420CD8AD-E89C-827A-ABCF-1CEBFF0419BA}"/>
                </a:ext>
              </a:extLst>
            </p:cNvPr>
            <p:cNvCxnSpPr/>
            <p:nvPr/>
          </p:nvCxnSpPr>
          <p:spPr>
            <a:xfrm rot="5400000">
              <a:off x="6427982" y="3429001"/>
              <a:ext cx="6857998" cy="0"/>
            </a:xfrm>
            <a:prstGeom prst="line">
              <a:avLst/>
            </a:prstGeom>
            <a:noFill/>
            <a:ln w="6350" cap="rnd" cmpd="sng" algn="ctr">
              <a:solidFill>
                <a:srgbClr val="E9D6F2">
                  <a:alpha val="43922"/>
                </a:srgbClr>
              </a:solidFill>
              <a:prstDash val="solid"/>
              <a:round/>
            </a:ln>
            <a:effectLst/>
          </p:spPr>
        </p:cxnSp>
        <p:cxnSp>
          <p:nvCxnSpPr>
            <p:cNvPr id="312" name="小李PPT11-35">
              <a:extLst>
                <a:ext uri="{FF2B5EF4-FFF2-40B4-BE49-F238E27FC236}">
                  <a16:creationId xmlns:a16="http://schemas.microsoft.com/office/drawing/2014/main" id="{137F6894-5BEE-7333-0AA7-51A1C2BAD20B}"/>
                </a:ext>
              </a:extLst>
            </p:cNvPr>
            <p:cNvCxnSpPr/>
            <p:nvPr/>
          </p:nvCxnSpPr>
          <p:spPr>
            <a:xfrm rot="5400000">
              <a:off x="6074162" y="3429001"/>
              <a:ext cx="6857998" cy="0"/>
            </a:xfrm>
            <a:prstGeom prst="line">
              <a:avLst/>
            </a:prstGeom>
            <a:noFill/>
            <a:ln w="6350" cap="rnd" cmpd="sng" algn="ctr">
              <a:solidFill>
                <a:srgbClr val="E9D6F2">
                  <a:alpha val="43922"/>
                </a:srgbClr>
              </a:solidFill>
              <a:prstDash val="solid"/>
              <a:round/>
            </a:ln>
            <a:effectLst/>
          </p:spPr>
        </p:cxnSp>
        <p:cxnSp>
          <p:nvCxnSpPr>
            <p:cNvPr id="313" name="小李PPT11-36">
              <a:extLst>
                <a:ext uri="{FF2B5EF4-FFF2-40B4-BE49-F238E27FC236}">
                  <a16:creationId xmlns:a16="http://schemas.microsoft.com/office/drawing/2014/main" id="{277488F4-28EB-DBB0-868B-C75D2ED71605}"/>
                </a:ext>
              </a:extLst>
            </p:cNvPr>
            <p:cNvCxnSpPr/>
            <p:nvPr/>
          </p:nvCxnSpPr>
          <p:spPr>
            <a:xfrm rot="5400000">
              <a:off x="5720343" y="3429001"/>
              <a:ext cx="6857998" cy="0"/>
            </a:xfrm>
            <a:prstGeom prst="line">
              <a:avLst/>
            </a:prstGeom>
            <a:noFill/>
            <a:ln w="6350" cap="rnd" cmpd="sng" algn="ctr">
              <a:solidFill>
                <a:srgbClr val="E9D6F2">
                  <a:alpha val="43922"/>
                </a:srgbClr>
              </a:solidFill>
              <a:prstDash val="solid"/>
              <a:round/>
            </a:ln>
            <a:effectLst/>
          </p:spPr>
        </p:cxnSp>
        <p:cxnSp>
          <p:nvCxnSpPr>
            <p:cNvPr id="314" name="小李PPT11-37">
              <a:extLst>
                <a:ext uri="{FF2B5EF4-FFF2-40B4-BE49-F238E27FC236}">
                  <a16:creationId xmlns:a16="http://schemas.microsoft.com/office/drawing/2014/main" id="{87F177A2-A3F1-22FA-9DBD-ABFD01923873}"/>
                </a:ext>
              </a:extLst>
            </p:cNvPr>
            <p:cNvCxnSpPr/>
            <p:nvPr/>
          </p:nvCxnSpPr>
          <p:spPr>
            <a:xfrm rot="5400000">
              <a:off x="5366523" y="3429001"/>
              <a:ext cx="6857998" cy="0"/>
            </a:xfrm>
            <a:prstGeom prst="line">
              <a:avLst/>
            </a:prstGeom>
            <a:noFill/>
            <a:ln w="6350" cap="sq" cmpd="dbl" algn="ctr">
              <a:solidFill>
                <a:srgbClr val="E9D6F2">
                  <a:alpha val="43922"/>
                </a:srgbClr>
              </a:solidFill>
              <a:prstDash val="solid"/>
              <a:round/>
            </a:ln>
            <a:effectLst/>
          </p:spPr>
        </p:cxnSp>
        <p:cxnSp>
          <p:nvCxnSpPr>
            <p:cNvPr id="315" name="小李PPT11-38">
              <a:extLst>
                <a:ext uri="{FF2B5EF4-FFF2-40B4-BE49-F238E27FC236}">
                  <a16:creationId xmlns:a16="http://schemas.microsoft.com/office/drawing/2014/main" id="{0AECCCE5-CE1D-767C-75D0-BAF3B6E005EE}"/>
                </a:ext>
              </a:extLst>
            </p:cNvPr>
            <p:cNvCxnSpPr/>
            <p:nvPr/>
          </p:nvCxnSpPr>
          <p:spPr>
            <a:xfrm rot="5400000">
              <a:off x="5012704" y="3429001"/>
              <a:ext cx="6857998" cy="0"/>
            </a:xfrm>
            <a:prstGeom prst="line">
              <a:avLst/>
            </a:prstGeom>
            <a:noFill/>
            <a:ln w="6350" cap="rnd" cmpd="sng" algn="ctr">
              <a:solidFill>
                <a:srgbClr val="E9D6F2">
                  <a:alpha val="43922"/>
                </a:srgbClr>
              </a:solidFill>
              <a:prstDash val="solid"/>
              <a:round/>
            </a:ln>
            <a:effectLst/>
          </p:spPr>
        </p:cxnSp>
        <p:cxnSp>
          <p:nvCxnSpPr>
            <p:cNvPr id="316" name="小李PPT11-39">
              <a:extLst>
                <a:ext uri="{FF2B5EF4-FFF2-40B4-BE49-F238E27FC236}">
                  <a16:creationId xmlns:a16="http://schemas.microsoft.com/office/drawing/2014/main" id="{CB7F1A7A-E6A0-7A68-3F2B-34A01BDAC13B}"/>
                </a:ext>
              </a:extLst>
            </p:cNvPr>
            <p:cNvCxnSpPr/>
            <p:nvPr/>
          </p:nvCxnSpPr>
          <p:spPr>
            <a:xfrm rot="5400000">
              <a:off x="4658885" y="3429001"/>
              <a:ext cx="6857998" cy="0"/>
            </a:xfrm>
            <a:prstGeom prst="line">
              <a:avLst/>
            </a:prstGeom>
            <a:noFill/>
            <a:ln w="6350" cap="rnd" cmpd="sng" algn="ctr">
              <a:solidFill>
                <a:srgbClr val="E9D6F2">
                  <a:alpha val="43922"/>
                </a:srgbClr>
              </a:solidFill>
              <a:prstDash val="solid"/>
              <a:round/>
            </a:ln>
            <a:effectLst/>
          </p:spPr>
        </p:cxnSp>
        <p:cxnSp>
          <p:nvCxnSpPr>
            <p:cNvPr id="317" name="小李PPT11-40">
              <a:extLst>
                <a:ext uri="{FF2B5EF4-FFF2-40B4-BE49-F238E27FC236}">
                  <a16:creationId xmlns:a16="http://schemas.microsoft.com/office/drawing/2014/main" id="{9E312751-11DF-6422-C789-4B449ADC5DE9}"/>
                </a:ext>
              </a:extLst>
            </p:cNvPr>
            <p:cNvCxnSpPr/>
            <p:nvPr/>
          </p:nvCxnSpPr>
          <p:spPr>
            <a:xfrm rot="5400000">
              <a:off x="4305065" y="3429001"/>
              <a:ext cx="6857998" cy="0"/>
            </a:xfrm>
            <a:prstGeom prst="line">
              <a:avLst/>
            </a:prstGeom>
            <a:noFill/>
            <a:ln w="6350" cap="rnd" cmpd="sng" algn="ctr">
              <a:solidFill>
                <a:srgbClr val="E9D6F2">
                  <a:alpha val="43922"/>
                </a:srgbClr>
              </a:solidFill>
              <a:prstDash val="solid"/>
              <a:round/>
            </a:ln>
            <a:effectLst/>
          </p:spPr>
        </p:cxnSp>
        <p:cxnSp>
          <p:nvCxnSpPr>
            <p:cNvPr id="318" name="小李PPT11-41">
              <a:extLst>
                <a:ext uri="{FF2B5EF4-FFF2-40B4-BE49-F238E27FC236}">
                  <a16:creationId xmlns:a16="http://schemas.microsoft.com/office/drawing/2014/main" id="{F61C06DF-F39E-C689-56B9-7D96478DB0A2}"/>
                </a:ext>
              </a:extLst>
            </p:cNvPr>
            <p:cNvCxnSpPr/>
            <p:nvPr/>
          </p:nvCxnSpPr>
          <p:spPr>
            <a:xfrm rot="5400000">
              <a:off x="3951246" y="3429001"/>
              <a:ext cx="6857998" cy="0"/>
            </a:xfrm>
            <a:prstGeom prst="line">
              <a:avLst/>
            </a:prstGeom>
            <a:noFill/>
            <a:ln w="6350" cap="rnd" cmpd="sng" algn="ctr">
              <a:solidFill>
                <a:srgbClr val="E9D6F2">
                  <a:alpha val="43922"/>
                </a:srgbClr>
              </a:solidFill>
              <a:prstDash val="solid"/>
              <a:round/>
            </a:ln>
            <a:effectLst/>
          </p:spPr>
        </p:cxnSp>
        <p:cxnSp>
          <p:nvCxnSpPr>
            <p:cNvPr id="319" name="小李PPT11-42">
              <a:extLst>
                <a:ext uri="{FF2B5EF4-FFF2-40B4-BE49-F238E27FC236}">
                  <a16:creationId xmlns:a16="http://schemas.microsoft.com/office/drawing/2014/main" id="{821DE1F9-6A60-BD97-B7F4-92D265C76E6E}"/>
                </a:ext>
              </a:extLst>
            </p:cNvPr>
            <p:cNvCxnSpPr/>
            <p:nvPr/>
          </p:nvCxnSpPr>
          <p:spPr>
            <a:xfrm rot="5400000">
              <a:off x="3597426" y="3429001"/>
              <a:ext cx="6857998" cy="0"/>
            </a:xfrm>
            <a:prstGeom prst="line">
              <a:avLst/>
            </a:prstGeom>
            <a:noFill/>
            <a:ln w="6350" cap="rnd" cmpd="sng" algn="ctr">
              <a:solidFill>
                <a:srgbClr val="E9D6F2">
                  <a:alpha val="43922"/>
                </a:srgbClr>
              </a:solidFill>
              <a:prstDash val="solid"/>
              <a:round/>
            </a:ln>
            <a:effectLst/>
          </p:spPr>
        </p:cxnSp>
        <p:cxnSp>
          <p:nvCxnSpPr>
            <p:cNvPr id="320" name="小李PPT11-43">
              <a:extLst>
                <a:ext uri="{FF2B5EF4-FFF2-40B4-BE49-F238E27FC236}">
                  <a16:creationId xmlns:a16="http://schemas.microsoft.com/office/drawing/2014/main" id="{4DC49DD9-18C9-B5B1-AFC4-AAECE95C9F41}"/>
                </a:ext>
              </a:extLst>
            </p:cNvPr>
            <p:cNvCxnSpPr/>
            <p:nvPr/>
          </p:nvCxnSpPr>
          <p:spPr>
            <a:xfrm rot="5400000">
              <a:off x="3243607" y="3429001"/>
              <a:ext cx="6857998" cy="0"/>
            </a:xfrm>
            <a:prstGeom prst="line">
              <a:avLst/>
            </a:prstGeom>
            <a:noFill/>
            <a:ln w="6350" cap="rnd" cmpd="sng" algn="ctr">
              <a:solidFill>
                <a:srgbClr val="E9D6F2">
                  <a:alpha val="43922"/>
                </a:srgbClr>
              </a:solidFill>
              <a:prstDash val="solid"/>
              <a:round/>
            </a:ln>
            <a:effectLst/>
          </p:spPr>
        </p:cxnSp>
        <p:cxnSp>
          <p:nvCxnSpPr>
            <p:cNvPr id="321" name="小李PPT11-44">
              <a:extLst>
                <a:ext uri="{FF2B5EF4-FFF2-40B4-BE49-F238E27FC236}">
                  <a16:creationId xmlns:a16="http://schemas.microsoft.com/office/drawing/2014/main" id="{7F79D255-A1F0-9774-6C70-8389D2C97FDF}"/>
                </a:ext>
              </a:extLst>
            </p:cNvPr>
            <p:cNvCxnSpPr/>
            <p:nvPr/>
          </p:nvCxnSpPr>
          <p:spPr>
            <a:xfrm rot="5400000">
              <a:off x="2889789" y="3429001"/>
              <a:ext cx="6857998" cy="0"/>
            </a:xfrm>
            <a:prstGeom prst="line">
              <a:avLst/>
            </a:prstGeom>
            <a:noFill/>
            <a:ln w="6350" cap="rnd" cmpd="sng" algn="ctr">
              <a:solidFill>
                <a:srgbClr val="E9D6F2">
                  <a:alpha val="43922"/>
                </a:srgbClr>
              </a:solidFill>
              <a:prstDash val="solid"/>
              <a:round/>
            </a:ln>
            <a:effectLst/>
          </p:spPr>
        </p:cxnSp>
        <p:cxnSp>
          <p:nvCxnSpPr>
            <p:cNvPr id="322" name="小李PPT11-45">
              <a:extLst>
                <a:ext uri="{FF2B5EF4-FFF2-40B4-BE49-F238E27FC236}">
                  <a16:creationId xmlns:a16="http://schemas.microsoft.com/office/drawing/2014/main" id="{AF475B96-315D-746A-65A7-19DC016186CA}"/>
                </a:ext>
              </a:extLst>
            </p:cNvPr>
            <p:cNvCxnSpPr/>
            <p:nvPr/>
          </p:nvCxnSpPr>
          <p:spPr>
            <a:xfrm rot="5400000">
              <a:off x="2535969" y="3429001"/>
              <a:ext cx="6857998" cy="0"/>
            </a:xfrm>
            <a:prstGeom prst="line">
              <a:avLst/>
            </a:prstGeom>
            <a:noFill/>
            <a:ln w="6350" cap="rnd" cmpd="sng" algn="ctr">
              <a:solidFill>
                <a:srgbClr val="E9D6F2">
                  <a:alpha val="43922"/>
                </a:srgbClr>
              </a:solidFill>
              <a:prstDash val="solid"/>
              <a:round/>
            </a:ln>
            <a:effectLst/>
          </p:spPr>
        </p:cxnSp>
        <p:cxnSp>
          <p:nvCxnSpPr>
            <p:cNvPr id="323" name="小李PPT11-46">
              <a:extLst>
                <a:ext uri="{FF2B5EF4-FFF2-40B4-BE49-F238E27FC236}">
                  <a16:creationId xmlns:a16="http://schemas.microsoft.com/office/drawing/2014/main" id="{781B8F5A-DC8E-1A21-CDAF-9A4AC6FE1570}"/>
                </a:ext>
              </a:extLst>
            </p:cNvPr>
            <p:cNvCxnSpPr/>
            <p:nvPr/>
          </p:nvCxnSpPr>
          <p:spPr>
            <a:xfrm>
              <a:off x="0" y="5868315"/>
              <a:ext cx="12192000" cy="0"/>
            </a:xfrm>
            <a:prstGeom prst="line">
              <a:avLst/>
            </a:prstGeom>
            <a:noFill/>
            <a:ln w="6350" cap="rnd" cmpd="sng" algn="ctr">
              <a:solidFill>
                <a:srgbClr val="E9D6F2">
                  <a:alpha val="43922"/>
                </a:srgbClr>
              </a:solidFill>
              <a:prstDash val="solid"/>
              <a:round/>
            </a:ln>
            <a:effectLst/>
          </p:spPr>
        </p:cxnSp>
        <p:cxnSp>
          <p:nvCxnSpPr>
            <p:cNvPr id="324" name="小李PPT11-47">
              <a:extLst>
                <a:ext uri="{FF2B5EF4-FFF2-40B4-BE49-F238E27FC236}">
                  <a16:creationId xmlns:a16="http://schemas.microsoft.com/office/drawing/2014/main" id="{96479C3C-8F94-6780-E275-3B6ACB320E08}"/>
                </a:ext>
              </a:extLst>
            </p:cNvPr>
            <p:cNvCxnSpPr/>
            <p:nvPr/>
          </p:nvCxnSpPr>
          <p:spPr>
            <a:xfrm>
              <a:off x="0" y="6217616"/>
              <a:ext cx="12192000" cy="0"/>
            </a:xfrm>
            <a:prstGeom prst="line">
              <a:avLst/>
            </a:prstGeom>
            <a:noFill/>
            <a:ln w="6350" cap="rnd" cmpd="sng" algn="ctr">
              <a:solidFill>
                <a:srgbClr val="E9D6F2">
                  <a:alpha val="43922"/>
                </a:srgbClr>
              </a:solidFill>
              <a:prstDash val="solid"/>
              <a:round/>
            </a:ln>
            <a:effectLst/>
          </p:spPr>
        </p:cxnSp>
        <p:cxnSp>
          <p:nvCxnSpPr>
            <p:cNvPr id="325" name="小李PPT11-48">
              <a:extLst>
                <a:ext uri="{FF2B5EF4-FFF2-40B4-BE49-F238E27FC236}">
                  <a16:creationId xmlns:a16="http://schemas.microsoft.com/office/drawing/2014/main" id="{E1E294E3-8556-D46B-FF78-3E32C6CFAC92}"/>
                </a:ext>
              </a:extLst>
            </p:cNvPr>
            <p:cNvCxnSpPr/>
            <p:nvPr/>
          </p:nvCxnSpPr>
          <p:spPr>
            <a:xfrm>
              <a:off x="0" y="6566917"/>
              <a:ext cx="12192000" cy="0"/>
            </a:xfrm>
            <a:prstGeom prst="line">
              <a:avLst/>
            </a:prstGeom>
            <a:noFill/>
            <a:ln w="6350" cap="rnd" cmpd="sng" algn="ctr">
              <a:solidFill>
                <a:srgbClr val="E9D6F2">
                  <a:alpha val="43922"/>
                </a:srgbClr>
              </a:solidFill>
              <a:prstDash val="solid"/>
              <a:round/>
            </a:ln>
            <a:effectLst/>
          </p:spPr>
        </p:cxnSp>
        <p:cxnSp>
          <p:nvCxnSpPr>
            <p:cNvPr id="326" name="小李PPT11-49">
              <a:extLst>
                <a:ext uri="{FF2B5EF4-FFF2-40B4-BE49-F238E27FC236}">
                  <a16:creationId xmlns:a16="http://schemas.microsoft.com/office/drawing/2014/main" id="{7346756B-3873-E60D-A288-7E9A8DFEA634}"/>
                </a:ext>
              </a:extLst>
            </p:cNvPr>
            <p:cNvCxnSpPr/>
            <p:nvPr/>
          </p:nvCxnSpPr>
          <p:spPr>
            <a:xfrm rot="5400000">
              <a:off x="8532255" y="3429001"/>
              <a:ext cx="6857998" cy="0"/>
            </a:xfrm>
            <a:prstGeom prst="line">
              <a:avLst/>
            </a:prstGeom>
            <a:noFill/>
            <a:ln w="6350" cap="rnd" cmpd="sng" algn="ctr">
              <a:solidFill>
                <a:srgbClr val="E9D6F2">
                  <a:alpha val="43922"/>
                </a:srgbClr>
              </a:solidFill>
              <a:prstDash val="solid"/>
              <a:round/>
            </a:ln>
            <a:effectLst/>
          </p:spPr>
        </p:cxnSp>
        <p:cxnSp>
          <p:nvCxnSpPr>
            <p:cNvPr id="327" name="小李PPT11-50">
              <a:extLst>
                <a:ext uri="{FF2B5EF4-FFF2-40B4-BE49-F238E27FC236}">
                  <a16:creationId xmlns:a16="http://schemas.microsoft.com/office/drawing/2014/main" id="{0A6E9455-03E3-BADC-DDE6-9A8E6C11EF94}"/>
                </a:ext>
              </a:extLst>
            </p:cNvPr>
            <p:cNvCxnSpPr/>
            <p:nvPr/>
          </p:nvCxnSpPr>
          <p:spPr>
            <a:xfrm rot="5400000">
              <a:off x="8178436" y="3429001"/>
              <a:ext cx="6857998" cy="0"/>
            </a:xfrm>
            <a:prstGeom prst="line">
              <a:avLst/>
            </a:prstGeom>
            <a:noFill/>
            <a:ln w="6350" cap="rnd" cmpd="sng" algn="ctr">
              <a:solidFill>
                <a:srgbClr val="E9D6F2">
                  <a:alpha val="43922"/>
                </a:srgbClr>
              </a:solidFill>
              <a:prstDash val="solid"/>
              <a:round/>
            </a:ln>
            <a:effectLst/>
          </p:spPr>
        </p:cxnSp>
        <p:cxnSp>
          <p:nvCxnSpPr>
            <p:cNvPr id="328" name="小李PPT11-51">
              <a:extLst>
                <a:ext uri="{FF2B5EF4-FFF2-40B4-BE49-F238E27FC236}">
                  <a16:creationId xmlns:a16="http://schemas.microsoft.com/office/drawing/2014/main" id="{2225C28C-74AF-D02A-A946-AF945155C451}"/>
                </a:ext>
              </a:extLst>
            </p:cNvPr>
            <p:cNvCxnSpPr/>
            <p:nvPr/>
          </p:nvCxnSpPr>
          <p:spPr>
            <a:xfrm rot="5400000">
              <a:off x="7824616" y="3429001"/>
              <a:ext cx="6857998" cy="0"/>
            </a:xfrm>
            <a:prstGeom prst="line">
              <a:avLst/>
            </a:prstGeom>
            <a:noFill/>
            <a:ln w="6350" cap="rnd" cmpd="sng" algn="ctr">
              <a:solidFill>
                <a:srgbClr val="E9D6F2">
                  <a:alpha val="43922"/>
                </a:srgbClr>
              </a:solidFill>
              <a:prstDash val="solid"/>
              <a:round/>
            </a:ln>
            <a:effectLst/>
          </p:spPr>
        </p:cxnSp>
        <p:cxnSp>
          <p:nvCxnSpPr>
            <p:cNvPr id="329" name="小李PPT11-52">
              <a:extLst>
                <a:ext uri="{FF2B5EF4-FFF2-40B4-BE49-F238E27FC236}">
                  <a16:creationId xmlns:a16="http://schemas.microsoft.com/office/drawing/2014/main" id="{36812C8E-00B0-954B-26D4-E52E0009D8D6}"/>
                </a:ext>
              </a:extLst>
            </p:cNvPr>
            <p:cNvCxnSpPr/>
            <p:nvPr/>
          </p:nvCxnSpPr>
          <p:spPr>
            <a:xfrm rot="5400000">
              <a:off x="7470797" y="3429001"/>
              <a:ext cx="6857998" cy="0"/>
            </a:xfrm>
            <a:prstGeom prst="line">
              <a:avLst/>
            </a:prstGeom>
            <a:noFill/>
            <a:ln w="6350" cap="rnd" cmpd="sng" algn="ctr">
              <a:solidFill>
                <a:srgbClr val="E9D6F2">
                  <a:alpha val="43922"/>
                </a:srgbClr>
              </a:solidFill>
              <a:prstDash val="solid"/>
              <a:round/>
            </a:ln>
            <a:effectLst/>
          </p:spPr>
        </p:cxnSp>
        <p:cxnSp>
          <p:nvCxnSpPr>
            <p:cNvPr id="330" name="小李PPT11-53">
              <a:extLst>
                <a:ext uri="{FF2B5EF4-FFF2-40B4-BE49-F238E27FC236}">
                  <a16:creationId xmlns:a16="http://schemas.microsoft.com/office/drawing/2014/main" id="{AAA0CBAD-C7A5-2E8C-B487-49E82FAF197F}"/>
                </a:ext>
              </a:extLst>
            </p:cNvPr>
            <p:cNvCxnSpPr/>
            <p:nvPr/>
          </p:nvCxnSpPr>
          <p:spPr>
            <a:xfrm rot="5400000">
              <a:off x="7116978" y="3429001"/>
              <a:ext cx="6857998" cy="0"/>
            </a:xfrm>
            <a:prstGeom prst="line">
              <a:avLst/>
            </a:prstGeom>
            <a:noFill/>
            <a:ln w="6350" cap="rnd" cmpd="sng" algn="ctr">
              <a:solidFill>
                <a:srgbClr val="E9D6F2">
                  <a:alpha val="43922"/>
                </a:srgbClr>
              </a:solidFill>
              <a:prstDash val="solid"/>
              <a:round/>
            </a:ln>
            <a:effectLst/>
          </p:spPr>
        </p:cxnSp>
      </p:grpSp>
      <p:sp>
        <p:nvSpPr>
          <p:cNvPr id="36" name="文本框 35">
            <a:extLst>
              <a:ext uri="{FF2B5EF4-FFF2-40B4-BE49-F238E27FC236}">
                <a16:creationId xmlns:a16="http://schemas.microsoft.com/office/drawing/2014/main" id="{F3373D0E-1C02-6108-D243-762BBDDD51FE}"/>
              </a:ext>
            </a:extLst>
          </p:cNvPr>
          <p:cNvSpPr txBox="1"/>
          <p:nvPr/>
        </p:nvSpPr>
        <p:spPr>
          <a:xfrm>
            <a:off x="8204095" y="1914488"/>
            <a:ext cx="2105242" cy="4086256"/>
          </a:xfrm>
          <a:prstGeom prst="rect">
            <a:avLst/>
          </a:prstGeom>
          <a:noFill/>
          <a:ln w="25400" cap="rnd" cmpd="sng" algn="ctr">
            <a:solidFill>
              <a:srgbClr val="D40000">
                <a:alpha val="49000"/>
              </a:srgbClr>
            </a:solid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lnSpc>
                <a:spcPct val="100000"/>
              </a:lnSpc>
            </a:pPr>
            <a:endParaRPr lang="zh-CN" altLang="en-US" dirty="0"/>
          </a:p>
        </p:txBody>
      </p:sp>
      <p:sp>
        <p:nvSpPr>
          <p:cNvPr id="259" name="文本框 258">
            <a:extLst>
              <a:ext uri="{FF2B5EF4-FFF2-40B4-BE49-F238E27FC236}">
                <a16:creationId xmlns:a16="http://schemas.microsoft.com/office/drawing/2014/main" id="{1E0F7AC0-E6C7-919A-5371-95250C75AAF2}"/>
              </a:ext>
            </a:extLst>
          </p:cNvPr>
          <p:cNvSpPr txBox="1"/>
          <p:nvPr/>
        </p:nvSpPr>
        <p:spPr>
          <a:xfrm>
            <a:off x="4912645" y="1918545"/>
            <a:ext cx="3176661" cy="4082204"/>
          </a:xfrm>
          <a:prstGeom prst="rect">
            <a:avLst/>
          </a:prstGeom>
          <a:noFill/>
          <a:ln w="25400" cap="rnd" cmpd="sng" algn="ctr">
            <a:solidFill>
              <a:srgbClr val="D40000">
                <a:alpha val="49000"/>
              </a:srgbClr>
            </a:solid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lnSpc>
                <a:spcPct val="100000"/>
              </a:lnSpc>
            </a:pPr>
            <a:endParaRPr lang="zh-CN" altLang="en-US" dirty="0"/>
          </a:p>
        </p:txBody>
      </p:sp>
      <p:sp>
        <p:nvSpPr>
          <p:cNvPr id="258" name="文本框 257">
            <a:extLst>
              <a:ext uri="{FF2B5EF4-FFF2-40B4-BE49-F238E27FC236}">
                <a16:creationId xmlns:a16="http://schemas.microsoft.com/office/drawing/2014/main" id="{1942617E-15DD-A403-ED2A-ABB88F4A34F4}"/>
              </a:ext>
            </a:extLst>
          </p:cNvPr>
          <p:cNvSpPr txBox="1"/>
          <p:nvPr/>
        </p:nvSpPr>
        <p:spPr>
          <a:xfrm>
            <a:off x="3138466" y="1918544"/>
            <a:ext cx="1657701" cy="4082204"/>
          </a:xfrm>
          <a:prstGeom prst="rect">
            <a:avLst/>
          </a:prstGeom>
          <a:noFill/>
          <a:ln w="25400" cap="rnd" cmpd="sng" algn="ctr">
            <a:solidFill>
              <a:srgbClr val="D40000">
                <a:alpha val="49000"/>
              </a:srgbClr>
            </a:solid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lnSpc>
                <a:spcPct val="100000"/>
              </a:lnSpc>
            </a:pPr>
            <a:endParaRPr lang="zh-CN" altLang="en-US" dirty="0"/>
          </a:p>
        </p:txBody>
      </p:sp>
      <p:sp>
        <p:nvSpPr>
          <p:cNvPr id="75" name="文本框 74">
            <a:extLst>
              <a:ext uri="{FF2B5EF4-FFF2-40B4-BE49-F238E27FC236}">
                <a16:creationId xmlns:a16="http://schemas.microsoft.com/office/drawing/2014/main" id="{F3ED1DC1-2D84-420A-2103-C00C8213561E}"/>
              </a:ext>
            </a:extLst>
          </p:cNvPr>
          <p:cNvSpPr txBox="1"/>
          <p:nvPr/>
        </p:nvSpPr>
        <p:spPr>
          <a:xfrm>
            <a:off x="1363108" y="1918543"/>
            <a:ext cx="1641480" cy="4082203"/>
          </a:xfrm>
          <a:prstGeom prst="rect">
            <a:avLst/>
          </a:prstGeom>
          <a:noFill/>
          <a:ln w="25400" cap="rnd" cmpd="sng" algn="ctr">
            <a:solidFill>
              <a:srgbClr val="D40000">
                <a:alpha val="49000"/>
              </a:srgbClr>
            </a:solid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lnSpc>
                <a:spcPct val="100000"/>
              </a:lnSpc>
            </a:pPr>
            <a:endParaRPr lang="zh-CN" altLang="en-US" dirty="0"/>
          </a:p>
        </p:txBody>
      </p:sp>
      <p:sp>
        <p:nvSpPr>
          <p:cNvPr id="274" name="小李PPT1"/>
          <p:cNvSpPr/>
          <p:nvPr>
            <p:custDataLst>
              <p:tags r:id="rId2"/>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3"/>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4"/>
            </p:custDataLst>
          </p:nvPr>
        </p:nvSpPr>
        <p:spPr>
          <a:xfrm>
            <a:off x="4000500" y="-914400"/>
            <a:ext cx="635000" cy="635000"/>
          </a:xfrm>
          <a:prstGeom prst="rect">
            <a:avLst/>
          </a:prstGeom>
          <a:solidFill>
            <a:srgbClr val="F5BEF0"/>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5"/>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6"/>
            </p:custDataLst>
          </p:nvPr>
        </p:nvSpPr>
        <p:spPr>
          <a:xfrm>
            <a:off x="5778500" y="-914400"/>
            <a:ext cx="635000" cy="635000"/>
          </a:xfrm>
          <a:prstGeom prst="rect">
            <a:avLst/>
          </a:prstGeom>
          <a:solidFill>
            <a:srgbClr val="8FE6FC"/>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7"/>
            </p:custDataLst>
          </p:nvPr>
        </p:nvSpPr>
        <p:spPr>
          <a:xfrm>
            <a:off x="6540500" y="-946659"/>
            <a:ext cx="635000" cy="635000"/>
          </a:xfrm>
          <a:prstGeom prst="rect">
            <a:avLst/>
          </a:prstGeom>
          <a:solidFill>
            <a:srgbClr val="E0132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8"/>
            </p:custDataLst>
          </p:nvPr>
        </p:nvSpPr>
        <p:spPr>
          <a:xfrm>
            <a:off x="7302500" y="-914400"/>
            <a:ext cx="635000" cy="635000"/>
          </a:xfrm>
          <a:prstGeom prst="rect">
            <a:avLst/>
          </a:prstGeom>
          <a:solidFill>
            <a:srgbClr val="3F4BD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9"/>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10"/>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1"/>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332" name="组合 331">
            <a:extLst>
              <a:ext uri="{FF2B5EF4-FFF2-40B4-BE49-F238E27FC236}">
                <a16:creationId xmlns:a16="http://schemas.microsoft.com/office/drawing/2014/main" id="{48CB0609-70FF-2A70-3406-9F56BA4134F6}"/>
              </a:ext>
            </a:extLst>
          </p:cNvPr>
          <p:cNvGrpSpPr/>
          <p:nvPr/>
        </p:nvGrpSpPr>
        <p:grpSpPr>
          <a:xfrm>
            <a:off x="192793" y="185088"/>
            <a:ext cx="5541145" cy="731415"/>
            <a:chOff x="412929" y="337490"/>
            <a:chExt cx="5638629" cy="779029"/>
          </a:xfrm>
        </p:grpSpPr>
        <p:grpSp>
          <p:nvGrpSpPr>
            <p:cNvPr id="68" name="组合 67">
              <a:extLst>
                <a:ext uri="{FF2B5EF4-FFF2-40B4-BE49-F238E27FC236}">
                  <a16:creationId xmlns:a16="http://schemas.microsoft.com/office/drawing/2014/main" id="{DEAD473B-E94B-4204-C07D-2B71699982A3}"/>
                </a:ext>
              </a:extLst>
            </p:cNvPr>
            <p:cNvGrpSpPr/>
            <p:nvPr/>
          </p:nvGrpSpPr>
          <p:grpSpPr>
            <a:xfrm>
              <a:off x="412929" y="337490"/>
              <a:ext cx="5638629" cy="779029"/>
              <a:chOff x="392813" y="373931"/>
              <a:chExt cx="3163915" cy="483849"/>
            </a:xfrm>
          </p:grpSpPr>
          <p:sp>
            <p:nvSpPr>
              <p:cNvPr id="27" name="任意多边形: 形状 61">
                <a:extLst>
                  <a:ext uri="{FF2B5EF4-FFF2-40B4-BE49-F238E27FC236}">
                    <a16:creationId xmlns:a16="http://schemas.microsoft.com/office/drawing/2014/main" id="{4568F332-B380-6EC4-9315-8C954162131A}"/>
                  </a:ext>
                </a:extLst>
              </p:cNvPr>
              <p:cNvSpPr/>
              <p:nvPr/>
            </p:nvSpPr>
            <p:spPr>
              <a:xfrm>
                <a:off x="522287" y="427864"/>
                <a:ext cx="3034441" cy="375982"/>
              </a:xfrm>
              <a:prstGeom prst="parallelogram">
                <a:avLst>
                  <a:gd name="adj" fmla="val 52926"/>
                </a:avLst>
              </a:prstGeom>
              <a:gradFill flip="none" rotWithShape="1">
                <a:gsLst>
                  <a:gs pos="0">
                    <a:srgbClr val="FFFFFF"/>
                  </a:gs>
                  <a:gs pos="100000">
                    <a:srgbClr val="BB39A0">
                      <a:alpha val="84000"/>
                    </a:srgbClr>
                  </a:gs>
                </a:gsLst>
                <a:lin ang="10800000" scaled="1"/>
                <a:tileRect/>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2" name="任意多边形: 形状 61">
                <a:extLst>
                  <a:ext uri="{FF2B5EF4-FFF2-40B4-BE49-F238E27FC236}">
                    <a16:creationId xmlns:a16="http://schemas.microsoft.com/office/drawing/2014/main" id="{B4D704B6-5055-FA81-4A4E-ED7DBFD438E4}"/>
                  </a:ext>
                </a:extLst>
              </p:cNvPr>
              <p:cNvSpPr/>
              <p:nvPr/>
            </p:nvSpPr>
            <p:spPr>
              <a:xfrm>
                <a:off x="392813" y="399042"/>
                <a:ext cx="221149" cy="260109"/>
              </a:xfrm>
              <a:prstGeom prst="parallelogram">
                <a:avLst>
                  <a:gd name="adj" fmla="val 64309"/>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任意多边形: 形状 61">
                <a:extLst>
                  <a:ext uri="{FF2B5EF4-FFF2-40B4-BE49-F238E27FC236}">
                    <a16:creationId xmlns:a16="http://schemas.microsoft.com/office/drawing/2014/main" id="{A5B511BF-BB56-51CC-5CE5-FD63596A28A8}"/>
                  </a:ext>
                </a:extLst>
              </p:cNvPr>
              <p:cNvSpPr/>
              <p:nvPr/>
            </p:nvSpPr>
            <p:spPr>
              <a:xfrm>
                <a:off x="407458" y="373931"/>
                <a:ext cx="413280" cy="483849"/>
              </a:xfrm>
              <a:prstGeom prst="parallelogram">
                <a:avLst>
                  <a:gd name="adj" fmla="val 61503"/>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331" name="小李PPT1">
              <a:extLst>
                <a:ext uri="{FF2B5EF4-FFF2-40B4-BE49-F238E27FC236}">
                  <a16:creationId xmlns:a16="http://schemas.microsoft.com/office/drawing/2014/main" id="{60296E81-9909-1F74-9C79-5EB97E854FAC}"/>
                </a:ext>
              </a:extLst>
            </p:cNvPr>
            <p:cNvSpPr txBox="1"/>
            <p:nvPr/>
          </p:nvSpPr>
          <p:spPr>
            <a:xfrm>
              <a:off x="1033485" y="401778"/>
              <a:ext cx="3521030" cy="667385"/>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200" dirty="0">
                  <a:solidFill>
                    <a:schemeClr val="tx1">
                      <a:lumMod val="95000"/>
                      <a:lumOff val="5000"/>
                    </a:schemeClr>
                  </a:solidFill>
                  <a:latin typeface="汉仪劲楷简" panose="00020600040101010101" charset="-122"/>
                  <a:ea typeface="汉仪劲楷简" panose="00020600040101010101" charset="-122"/>
                  <a:sym typeface="+mn-ea"/>
                </a:rPr>
                <a:t>3.1 </a:t>
              </a:r>
              <a:r>
                <a:rPr lang="zh-CN" altLang="en-US" sz="3200" dirty="0">
                  <a:solidFill>
                    <a:schemeClr val="tx1">
                      <a:lumMod val="95000"/>
                      <a:lumOff val="5000"/>
                    </a:schemeClr>
                  </a:solidFill>
                  <a:latin typeface="汉仪劲楷简" panose="00020600040101010101" charset="-122"/>
                  <a:ea typeface="汉仪劲楷简" panose="00020600040101010101" charset="-122"/>
                  <a:sym typeface="+mn-ea"/>
                </a:rPr>
                <a:t>金融产品传播模型</a:t>
              </a:r>
              <a:endParaRPr lang="zh-CN" altLang="en-US" sz="3200" noProof="0" dirty="0">
                <a:ln>
                  <a:noFill/>
                </a:ln>
                <a:solidFill>
                  <a:schemeClr val="tx1">
                    <a:lumMod val="95000"/>
                    <a:lumOff val="5000"/>
                  </a:schemeClr>
                </a:solidFill>
                <a:effectLst/>
                <a:uLnTx/>
                <a:uFillTx/>
                <a:latin typeface="汉仪劲楷简" panose="00020600040101010101" charset="-122"/>
                <a:ea typeface="汉仪劲楷简" panose="00020600040101010101" charset="-122"/>
                <a:sym typeface="+mn-ea"/>
              </a:endParaRPr>
            </a:p>
          </p:txBody>
        </p:sp>
      </p:grpSp>
      <p:pic>
        <p:nvPicPr>
          <p:cNvPr id="18" name="图片 17" descr="图片包含 桌子, 小, 蛋糕, 蓝色&#10;&#10;描述已自动生成">
            <a:extLst>
              <a:ext uri="{FF2B5EF4-FFF2-40B4-BE49-F238E27FC236}">
                <a16:creationId xmlns:a16="http://schemas.microsoft.com/office/drawing/2014/main" id="{AB1D1039-27DB-2B41-FBFE-19FF976D648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618230" y="223047"/>
            <a:ext cx="1334417" cy="667209"/>
          </a:xfrm>
          <a:prstGeom prst="rect">
            <a:avLst/>
          </a:prstGeom>
        </p:spPr>
      </p:pic>
      <p:pic>
        <p:nvPicPr>
          <p:cNvPr id="334" name="图片 333" descr="e4f8873b48c92a912ad2b76d31d4d59">
            <a:extLst>
              <a:ext uri="{FF2B5EF4-FFF2-40B4-BE49-F238E27FC236}">
                <a16:creationId xmlns:a16="http://schemas.microsoft.com/office/drawing/2014/main" id="{BCB23CF7-1F66-1D05-9CE3-30C4BBFA903D}"/>
              </a:ext>
            </a:extLst>
          </p:cNvPr>
          <p:cNvPicPr>
            <a:picLocks noChangeAspect="1"/>
          </p:cNvPicPr>
          <p:nvPr/>
        </p:nvPicPr>
        <p:blipFill>
          <a:blip r:embed="rId16"/>
          <a:stretch>
            <a:fillRect/>
          </a:stretch>
        </p:blipFill>
        <p:spPr>
          <a:xfrm>
            <a:off x="9728122" y="193111"/>
            <a:ext cx="708660" cy="708660"/>
          </a:xfrm>
          <a:prstGeom prst="rect">
            <a:avLst/>
          </a:prstGeom>
        </p:spPr>
      </p:pic>
      <p:grpSp>
        <p:nvGrpSpPr>
          <p:cNvPr id="335" name="组合 334">
            <a:extLst>
              <a:ext uri="{FF2B5EF4-FFF2-40B4-BE49-F238E27FC236}">
                <a16:creationId xmlns:a16="http://schemas.microsoft.com/office/drawing/2014/main" id="{3FCA09F8-FBF9-D014-4D7A-7578A8F09146}"/>
              </a:ext>
            </a:extLst>
          </p:cNvPr>
          <p:cNvGrpSpPr/>
          <p:nvPr/>
        </p:nvGrpSpPr>
        <p:grpSpPr>
          <a:xfrm>
            <a:off x="7354620" y="305784"/>
            <a:ext cx="2162937" cy="506745"/>
            <a:chOff x="7239" y="4557"/>
            <a:chExt cx="3500" cy="820"/>
          </a:xfrm>
          <a:gradFill>
            <a:gsLst>
              <a:gs pos="0">
                <a:srgbClr val="923EBA"/>
              </a:gs>
              <a:gs pos="96000">
                <a:srgbClr val="F7F0FA"/>
              </a:gs>
            </a:gsLst>
            <a:lin ang="10800000" scaled="0"/>
          </a:gradFill>
        </p:grpSpPr>
        <p:sp>
          <p:nvSpPr>
            <p:cNvPr id="336" name="燕尾形 25">
              <a:extLst>
                <a:ext uri="{FF2B5EF4-FFF2-40B4-BE49-F238E27FC236}">
                  <a16:creationId xmlns:a16="http://schemas.microsoft.com/office/drawing/2014/main" id="{AF22FDF5-8757-453D-6866-D0167DB67BC3}"/>
                </a:ext>
              </a:extLst>
            </p:cNvPr>
            <p:cNvSpPr/>
            <p:nvPr/>
          </p:nvSpPr>
          <p:spPr>
            <a:xfrm>
              <a:off x="72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7" name="燕尾形 67">
              <a:extLst>
                <a:ext uri="{FF2B5EF4-FFF2-40B4-BE49-F238E27FC236}">
                  <a16:creationId xmlns:a16="http://schemas.microsoft.com/office/drawing/2014/main" id="{3D9A2FEE-E11C-54D3-7206-76A4D85A3C86}"/>
                </a:ext>
              </a:extLst>
            </p:cNvPr>
            <p:cNvSpPr/>
            <p:nvPr/>
          </p:nvSpPr>
          <p:spPr>
            <a:xfrm>
              <a:off x="79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8" name="燕尾形 68">
              <a:extLst>
                <a:ext uri="{FF2B5EF4-FFF2-40B4-BE49-F238E27FC236}">
                  <a16:creationId xmlns:a16="http://schemas.microsoft.com/office/drawing/2014/main" id="{12C0406F-FBDA-2A3F-CEB6-3AA17989E84D}"/>
                </a:ext>
              </a:extLst>
            </p:cNvPr>
            <p:cNvSpPr/>
            <p:nvPr/>
          </p:nvSpPr>
          <p:spPr>
            <a:xfrm>
              <a:off x="86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9" name="燕尾形 69">
              <a:extLst>
                <a:ext uri="{FF2B5EF4-FFF2-40B4-BE49-F238E27FC236}">
                  <a16:creationId xmlns:a16="http://schemas.microsoft.com/office/drawing/2014/main" id="{8BC960A3-4D4E-BF0F-1275-02E83D81B554}"/>
                </a:ext>
              </a:extLst>
            </p:cNvPr>
            <p:cNvSpPr/>
            <p:nvPr/>
          </p:nvSpPr>
          <p:spPr>
            <a:xfrm>
              <a:off x="93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40" name="燕尾形 77">
              <a:extLst>
                <a:ext uri="{FF2B5EF4-FFF2-40B4-BE49-F238E27FC236}">
                  <a16:creationId xmlns:a16="http://schemas.microsoft.com/office/drawing/2014/main" id="{53C60A93-71F9-9093-80FE-03C8C04849D1}"/>
                </a:ext>
              </a:extLst>
            </p:cNvPr>
            <p:cNvSpPr/>
            <p:nvPr/>
          </p:nvSpPr>
          <p:spPr>
            <a:xfrm>
              <a:off x="100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3" name="文本框 2">
            <a:extLst>
              <a:ext uri="{FF2B5EF4-FFF2-40B4-BE49-F238E27FC236}">
                <a16:creationId xmlns:a16="http://schemas.microsoft.com/office/drawing/2014/main" id="{163633FD-0435-3FAB-CAE0-923E9900BAE7}"/>
              </a:ext>
            </a:extLst>
          </p:cNvPr>
          <p:cNvSpPr txBox="1"/>
          <p:nvPr/>
        </p:nvSpPr>
        <p:spPr>
          <a:xfrm>
            <a:off x="1403001" y="1238552"/>
            <a:ext cx="1570316" cy="682924"/>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lnSpc>
                <a:spcPct val="100000"/>
              </a:lnSpc>
            </a:pPr>
            <a:r>
              <a:rPr lang="zh-CN" altLang="en-US" sz="2200" dirty="0">
                <a:solidFill>
                  <a:srgbClr val="C00000"/>
                </a:solidFill>
                <a:latin typeface="汉仪劲楷简" panose="00020600040101010101" charset="-122"/>
                <a:ea typeface="汉仪劲楷简" panose="00020600040101010101" charset="-122"/>
              </a:rPr>
              <a:t>影响因素</a:t>
            </a:r>
          </a:p>
        </p:txBody>
      </p:sp>
      <p:sp>
        <p:nvSpPr>
          <p:cNvPr id="16" name="矩形: 圆角 15">
            <a:extLst>
              <a:ext uri="{FF2B5EF4-FFF2-40B4-BE49-F238E27FC236}">
                <a16:creationId xmlns:a16="http://schemas.microsoft.com/office/drawing/2014/main" id="{5A9B4426-0EBB-4F83-31A9-64181B8AEA13}"/>
              </a:ext>
            </a:extLst>
          </p:cNvPr>
          <p:cNvSpPr/>
          <p:nvPr/>
        </p:nvSpPr>
        <p:spPr>
          <a:xfrm>
            <a:off x="308400" y="2807688"/>
            <a:ext cx="878979" cy="1579635"/>
          </a:xfrm>
          <a:prstGeom prst="roundRect">
            <a:avLst/>
          </a:prstGeom>
          <a:solidFill>
            <a:srgbClr val="CCB4D7">
              <a:alpha val="8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2000" dirty="0">
                <a:solidFill>
                  <a:schemeClr val="tx1"/>
                </a:solidFill>
                <a:latin typeface="汉仪劲楷简" panose="00020600040101010101" charset="-122"/>
                <a:ea typeface="汉仪劲楷简" panose="00020600040101010101" charset="-122"/>
              </a:rPr>
              <a:t>潜在用户</a:t>
            </a:r>
            <a:endParaRPr lang="en-US" altLang="zh-CN" sz="2000" dirty="0">
              <a:solidFill>
                <a:schemeClr val="tx1"/>
              </a:solidFill>
              <a:latin typeface="汉仪劲楷简" panose="00020600040101010101" charset="-122"/>
              <a:ea typeface="汉仪劲楷简" panose="00020600040101010101" charset="-122"/>
            </a:endParaRPr>
          </a:p>
          <a:p>
            <a:pPr algn="ctr"/>
            <a:r>
              <a:rPr lang="zh-CN" altLang="en-US" sz="2000" dirty="0">
                <a:solidFill>
                  <a:schemeClr val="tx1"/>
                </a:solidFill>
                <a:latin typeface="汉仪劲楷简" panose="00020600040101010101" charset="-122"/>
                <a:ea typeface="汉仪劲楷简" panose="00020600040101010101" charset="-122"/>
              </a:rPr>
              <a:t>是否投资</a:t>
            </a:r>
          </a:p>
        </p:txBody>
      </p:sp>
      <p:sp>
        <p:nvSpPr>
          <p:cNvPr id="26" name="矩形: 圆角 25">
            <a:extLst>
              <a:ext uri="{FF2B5EF4-FFF2-40B4-BE49-F238E27FC236}">
                <a16:creationId xmlns:a16="http://schemas.microsoft.com/office/drawing/2014/main" id="{6279D119-DBCB-D7E3-37B9-48CA512473AE}"/>
              </a:ext>
            </a:extLst>
          </p:cNvPr>
          <p:cNvSpPr/>
          <p:nvPr/>
        </p:nvSpPr>
        <p:spPr>
          <a:xfrm>
            <a:off x="1476942" y="2362933"/>
            <a:ext cx="1434386" cy="644581"/>
          </a:xfrm>
          <a:prstGeom prst="roundRect">
            <a:avLst/>
          </a:prstGeom>
          <a:solidFill>
            <a:srgbClr val="8EA0CC">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lnSpc>
                <a:spcPct val="100000"/>
              </a:lnSpc>
            </a:pPr>
            <a:r>
              <a:rPr lang="zh-CN" altLang="en-US" dirty="0">
                <a:solidFill>
                  <a:srgbClr val="C00000"/>
                </a:solidFill>
                <a:latin typeface="汉仪劲楷简" panose="00020600040101010101" charset="-122"/>
                <a:ea typeface="汉仪劲楷简" panose="00020600040101010101" charset="-122"/>
              </a:rPr>
              <a:t>自身因素</a:t>
            </a:r>
          </a:p>
        </p:txBody>
      </p:sp>
      <p:sp>
        <p:nvSpPr>
          <p:cNvPr id="61" name="矩形: 圆角 60">
            <a:extLst>
              <a:ext uri="{FF2B5EF4-FFF2-40B4-BE49-F238E27FC236}">
                <a16:creationId xmlns:a16="http://schemas.microsoft.com/office/drawing/2014/main" id="{42FFE50E-1445-BB57-03CA-0E050D1CA83F}"/>
              </a:ext>
            </a:extLst>
          </p:cNvPr>
          <p:cNvSpPr/>
          <p:nvPr/>
        </p:nvSpPr>
        <p:spPr>
          <a:xfrm>
            <a:off x="3249265" y="3573036"/>
            <a:ext cx="1431401" cy="644580"/>
          </a:xfrm>
          <a:prstGeom prst="roundRect">
            <a:avLst/>
          </a:prstGeom>
          <a:solidFill>
            <a:srgbClr val="CCB4D7">
              <a:alpha val="8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dirty="0">
                <a:solidFill>
                  <a:schemeClr val="tx1"/>
                </a:solidFill>
                <a:latin typeface="汉仪劲楷简" panose="00020600040101010101" charset="-122"/>
                <a:ea typeface="汉仪劲楷简" panose="00020600040101010101" charset="-122"/>
              </a:rPr>
              <a:t>产品</a:t>
            </a:r>
            <a:endParaRPr lang="en-US" altLang="zh-CN" dirty="0">
              <a:solidFill>
                <a:schemeClr val="tx1"/>
              </a:solidFill>
              <a:latin typeface="汉仪劲楷简" panose="00020600040101010101" charset="-122"/>
              <a:ea typeface="汉仪劲楷简" panose="00020600040101010101" charset="-122"/>
            </a:endParaRPr>
          </a:p>
          <a:p>
            <a:pPr algn="ctr">
              <a:lnSpc>
                <a:spcPct val="100000"/>
              </a:lnSpc>
            </a:pPr>
            <a:r>
              <a:rPr lang="zh-CN" altLang="en-US" dirty="0">
                <a:solidFill>
                  <a:schemeClr val="tx1"/>
                </a:solidFill>
                <a:latin typeface="汉仪劲楷简" panose="00020600040101010101" charset="-122"/>
                <a:ea typeface="汉仪劲楷简" panose="00020600040101010101" charset="-122"/>
              </a:rPr>
              <a:t>本身特征</a:t>
            </a:r>
          </a:p>
        </p:txBody>
      </p:sp>
      <p:sp>
        <p:nvSpPr>
          <p:cNvPr id="62" name="矩形: 圆角 61">
            <a:extLst>
              <a:ext uri="{FF2B5EF4-FFF2-40B4-BE49-F238E27FC236}">
                <a16:creationId xmlns:a16="http://schemas.microsoft.com/office/drawing/2014/main" id="{1829497D-3373-35E4-0B69-B93E4C8C288C}"/>
              </a:ext>
            </a:extLst>
          </p:cNvPr>
          <p:cNvSpPr/>
          <p:nvPr/>
        </p:nvSpPr>
        <p:spPr>
          <a:xfrm>
            <a:off x="1471426" y="4230145"/>
            <a:ext cx="1439902" cy="644581"/>
          </a:xfrm>
          <a:prstGeom prst="roundRect">
            <a:avLst/>
          </a:prstGeom>
          <a:solidFill>
            <a:srgbClr val="8EA0CC">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lnSpc>
                <a:spcPct val="100000"/>
              </a:lnSpc>
            </a:pPr>
            <a:r>
              <a:rPr lang="zh-CN" altLang="en-US" dirty="0">
                <a:solidFill>
                  <a:srgbClr val="C00000"/>
                </a:solidFill>
                <a:latin typeface="汉仪劲楷简" panose="00020600040101010101" charset="-122"/>
                <a:ea typeface="汉仪劲楷简" panose="00020600040101010101" charset="-122"/>
              </a:rPr>
              <a:t>外界因素</a:t>
            </a:r>
          </a:p>
        </p:txBody>
      </p:sp>
      <p:sp>
        <p:nvSpPr>
          <p:cNvPr id="63" name="矩形: 圆角 62">
            <a:extLst>
              <a:ext uri="{FF2B5EF4-FFF2-40B4-BE49-F238E27FC236}">
                <a16:creationId xmlns:a16="http://schemas.microsoft.com/office/drawing/2014/main" id="{6ABD6093-5620-C991-2A39-D01F3D5D8521}"/>
              </a:ext>
            </a:extLst>
          </p:cNvPr>
          <p:cNvSpPr/>
          <p:nvPr/>
        </p:nvSpPr>
        <p:spPr>
          <a:xfrm>
            <a:off x="3249265" y="2359967"/>
            <a:ext cx="1431403" cy="650514"/>
          </a:xfrm>
          <a:prstGeom prst="roundRect">
            <a:avLst/>
          </a:prstGeom>
          <a:solidFill>
            <a:srgbClr val="CCB4D7">
              <a:alpha val="8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dirty="0">
                <a:solidFill>
                  <a:schemeClr val="tx1"/>
                </a:solidFill>
                <a:latin typeface="汉仪劲楷简" panose="00020600040101010101" charset="-122"/>
                <a:ea typeface="汉仪劲楷简" panose="00020600040101010101" charset="-122"/>
              </a:rPr>
              <a:t>用户</a:t>
            </a:r>
            <a:endParaRPr lang="en-US" altLang="zh-CN" dirty="0">
              <a:solidFill>
                <a:schemeClr val="tx1"/>
              </a:solidFill>
              <a:latin typeface="汉仪劲楷简" panose="00020600040101010101" charset="-122"/>
              <a:ea typeface="汉仪劲楷简" panose="00020600040101010101" charset="-122"/>
            </a:endParaRPr>
          </a:p>
          <a:p>
            <a:pPr algn="ctr">
              <a:lnSpc>
                <a:spcPct val="100000"/>
              </a:lnSpc>
            </a:pPr>
            <a:r>
              <a:rPr lang="zh-CN" altLang="en-US" dirty="0">
                <a:solidFill>
                  <a:schemeClr val="tx1"/>
                </a:solidFill>
                <a:latin typeface="汉仪劲楷简" panose="00020600040101010101" charset="-122"/>
                <a:ea typeface="汉仪劲楷简" panose="00020600040101010101" charset="-122"/>
              </a:rPr>
              <a:t>投资历史</a:t>
            </a:r>
          </a:p>
        </p:txBody>
      </p:sp>
      <p:sp>
        <p:nvSpPr>
          <p:cNvPr id="64" name="矩形: 圆角 63">
            <a:extLst>
              <a:ext uri="{FF2B5EF4-FFF2-40B4-BE49-F238E27FC236}">
                <a16:creationId xmlns:a16="http://schemas.microsoft.com/office/drawing/2014/main" id="{F540C13A-15D1-1F2D-24AD-3B865FE0E76E}"/>
              </a:ext>
            </a:extLst>
          </p:cNvPr>
          <p:cNvSpPr/>
          <p:nvPr/>
        </p:nvSpPr>
        <p:spPr>
          <a:xfrm>
            <a:off x="3251069" y="4851801"/>
            <a:ext cx="1432493" cy="643465"/>
          </a:xfrm>
          <a:prstGeom prst="roundRect">
            <a:avLst/>
          </a:prstGeom>
          <a:solidFill>
            <a:srgbClr val="CCB4D7">
              <a:alpha val="8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dirty="0">
                <a:solidFill>
                  <a:schemeClr val="tx1"/>
                </a:solidFill>
                <a:latin typeface="汉仪劲楷简" panose="00020600040101010101" charset="-122"/>
                <a:ea typeface="汉仪劲楷简" panose="00020600040101010101" charset="-122"/>
              </a:rPr>
              <a:t>社交</a:t>
            </a:r>
            <a:endParaRPr lang="en-US" altLang="zh-CN" dirty="0">
              <a:solidFill>
                <a:schemeClr val="tx1"/>
              </a:solidFill>
              <a:latin typeface="汉仪劲楷简" panose="00020600040101010101" charset="-122"/>
              <a:ea typeface="汉仪劲楷简" panose="00020600040101010101" charset="-122"/>
            </a:endParaRPr>
          </a:p>
          <a:p>
            <a:pPr algn="ctr">
              <a:lnSpc>
                <a:spcPct val="100000"/>
              </a:lnSpc>
            </a:pPr>
            <a:r>
              <a:rPr lang="zh-CN" altLang="en-US" dirty="0">
                <a:solidFill>
                  <a:schemeClr val="tx1"/>
                </a:solidFill>
                <a:latin typeface="汉仪劲楷简" panose="00020600040101010101" charset="-122"/>
                <a:ea typeface="汉仪劲楷简" panose="00020600040101010101" charset="-122"/>
              </a:rPr>
              <a:t>网络影响</a:t>
            </a:r>
          </a:p>
        </p:txBody>
      </p:sp>
      <p:sp>
        <p:nvSpPr>
          <p:cNvPr id="65" name="矩形: 圆角 64">
            <a:extLst>
              <a:ext uri="{FF2B5EF4-FFF2-40B4-BE49-F238E27FC236}">
                <a16:creationId xmlns:a16="http://schemas.microsoft.com/office/drawing/2014/main" id="{D8EE5379-4F4C-1D1D-B55F-0350519A1725}"/>
              </a:ext>
            </a:extLst>
          </p:cNvPr>
          <p:cNvSpPr/>
          <p:nvPr/>
        </p:nvSpPr>
        <p:spPr>
          <a:xfrm>
            <a:off x="5075238" y="2361920"/>
            <a:ext cx="2882615" cy="643458"/>
          </a:xfrm>
          <a:prstGeom prst="roundRect">
            <a:avLst/>
          </a:prstGeom>
          <a:solidFill>
            <a:srgbClr val="A5B3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dirty="0">
                <a:solidFill>
                  <a:schemeClr val="tx1"/>
                </a:solidFill>
                <a:latin typeface="汉仪劲楷简" panose="00020600040101010101" charset="-122"/>
                <a:ea typeface="汉仪劲楷简" panose="00020600040101010101" charset="-122"/>
              </a:rPr>
              <a:t>个人历史投资记录分析</a:t>
            </a:r>
          </a:p>
        </p:txBody>
      </p:sp>
      <p:sp>
        <p:nvSpPr>
          <p:cNvPr id="66" name="矩形: 圆角 65">
            <a:extLst>
              <a:ext uri="{FF2B5EF4-FFF2-40B4-BE49-F238E27FC236}">
                <a16:creationId xmlns:a16="http://schemas.microsoft.com/office/drawing/2014/main" id="{4B4B2064-03D5-8FE7-D3AB-39D542628A8F}"/>
              </a:ext>
            </a:extLst>
          </p:cNvPr>
          <p:cNvSpPr/>
          <p:nvPr/>
        </p:nvSpPr>
        <p:spPr>
          <a:xfrm>
            <a:off x="5075238" y="3564832"/>
            <a:ext cx="2907979" cy="657018"/>
          </a:xfrm>
          <a:prstGeom prst="roundRect">
            <a:avLst/>
          </a:prstGeom>
          <a:solidFill>
            <a:srgbClr val="A5B3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dirty="0">
                <a:solidFill>
                  <a:schemeClr val="tx1"/>
                </a:solidFill>
                <a:latin typeface="汉仪劲楷简" panose="00020600040101010101" charset="-122"/>
                <a:ea typeface="汉仪劲楷简" panose="00020600040101010101" charset="-122"/>
              </a:rPr>
              <a:t>Deepseek-V3 </a:t>
            </a:r>
            <a:r>
              <a:rPr lang="zh-CN" altLang="en-US" dirty="0">
                <a:solidFill>
                  <a:schemeClr val="tx1"/>
                </a:solidFill>
                <a:latin typeface="汉仪劲楷简" panose="00020600040101010101" charset="-122"/>
                <a:ea typeface="汉仪劲楷简" panose="00020600040101010101" charset="-122"/>
              </a:rPr>
              <a:t>辅助判断</a:t>
            </a:r>
          </a:p>
        </p:txBody>
      </p:sp>
      <p:sp>
        <p:nvSpPr>
          <p:cNvPr id="69" name="矩形: 圆角 68">
            <a:extLst>
              <a:ext uri="{FF2B5EF4-FFF2-40B4-BE49-F238E27FC236}">
                <a16:creationId xmlns:a16="http://schemas.microsoft.com/office/drawing/2014/main" id="{757E77F2-9BE6-C7F4-722E-291C6B3A04C5}"/>
              </a:ext>
            </a:extLst>
          </p:cNvPr>
          <p:cNvSpPr/>
          <p:nvPr/>
        </p:nvSpPr>
        <p:spPr>
          <a:xfrm>
            <a:off x="5069280" y="4403590"/>
            <a:ext cx="2913938" cy="657539"/>
          </a:xfrm>
          <a:prstGeom prst="roundRect">
            <a:avLst/>
          </a:prstGeom>
          <a:solidFill>
            <a:srgbClr val="A5B3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汉仪劲楷简" panose="00020600040101010101" charset="-122"/>
                <a:ea typeface="汉仪劲楷简" panose="00020600040101010101" charset="-122"/>
              </a:rPr>
              <a:t>潜在空间模型</a:t>
            </a:r>
          </a:p>
        </p:txBody>
      </p:sp>
      <p:sp>
        <p:nvSpPr>
          <p:cNvPr id="264" name="文本框 263">
            <a:extLst>
              <a:ext uri="{FF2B5EF4-FFF2-40B4-BE49-F238E27FC236}">
                <a16:creationId xmlns:a16="http://schemas.microsoft.com/office/drawing/2014/main" id="{0B0DD4F6-223F-F31C-5DAB-A9075C209951}"/>
              </a:ext>
            </a:extLst>
          </p:cNvPr>
          <p:cNvSpPr txBox="1"/>
          <p:nvPr/>
        </p:nvSpPr>
        <p:spPr>
          <a:xfrm>
            <a:off x="5651662" y="1248367"/>
            <a:ext cx="1570316" cy="682924"/>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lnSpc>
                <a:spcPct val="100000"/>
              </a:lnSpc>
            </a:pPr>
            <a:r>
              <a:rPr lang="zh-CN" altLang="en-US" sz="2200" dirty="0">
                <a:solidFill>
                  <a:srgbClr val="C00000"/>
                </a:solidFill>
                <a:latin typeface="汉仪劲楷简" panose="00020600040101010101" charset="-122"/>
                <a:ea typeface="汉仪劲楷简" panose="00020600040101010101" charset="-122"/>
              </a:rPr>
              <a:t>分析角度</a:t>
            </a:r>
          </a:p>
        </p:txBody>
      </p:sp>
      <p:cxnSp>
        <p:nvCxnSpPr>
          <p:cNvPr id="333" name="直接箭头连接符 332">
            <a:extLst>
              <a:ext uri="{FF2B5EF4-FFF2-40B4-BE49-F238E27FC236}">
                <a16:creationId xmlns:a16="http://schemas.microsoft.com/office/drawing/2014/main" id="{5232B88B-0E69-7BBC-2372-23A330034831}"/>
              </a:ext>
            </a:extLst>
          </p:cNvPr>
          <p:cNvCxnSpPr>
            <a:cxnSpLocks/>
            <a:stCxn id="62" idx="3"/>
            <a:endCxn id="64" idx="1"/>
          </p:cNvCxnSpPr>
          <p:nvPr/>
        </p:nvCxnSpPr>
        <p:spPr>
          <a:xfrm>
            <a:off x="2911328" y="4552436"/>
            <a:ext cx="339741" cy="62109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3" name="直接箭头连接符 342">
            <a:extLst>
              <a:ext uri="{FF2B5EF4-FFF2-40B4-BE49-F238E27FC236}">
                <a16:creationId xmlns:a16="http://schemas.microsoft.com/office/drawing/2014/main" id="{5B8EFFEF-DEAA-8D88-2D61-F080813C575A}"/>
              </a:ext>
            </a:extLst>
          </p:cNvPr>
          <p:cNvCxnSpPr>
            <a:cxnSpLocks/>
            <a:stCxn id="62" idx="3"/>
            <a:endCxn id="61" idx="1"/>
          </p:cNvCxnSpPr>
          <p:nvPr/>
        </p:nvCxnSpPr>
        <p:spPr>
          <a:xfrm flipV="1">
            <a:off x="2911328" y="3895326"/>
            <a:ext cx="337937" cy="6571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6" name="直接箭头连接符 345">
            <a:extLst>
              <a:ext uri="{FF2B5EF4-FFF2-40B4-BE49-F238E27FC236}">
                <a16:creationId xmlns:a16="http://schemas.microsoft.com/office/drawing/2014/main" id="{E16FFF08-7ADE-36E9-68AA-718D2DEAAF20}"/>
              </a:ext>
            </a:extLst>
          </p:cNvPr>
          <p:cNvCxnSpPr>
            <a:cxnSpLocks/>
            <a:stCxn id="26" idx="3"/>
            <a:endCxn id="63" idx="1"/>
          </p:cNvCxnSpPr>
          <p:nvPr/>
        </p:nvCxnSpPr>
        <p:spPr>
          <a:xfrm>
            <a:off x="2911328" y="2685224"/>
            <a:ext cx="33793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60" name="文本框 359">
            <a:extLst>
              <a:ext uri="{FF2B5EF4-FFF2-40B4-BE49-F238E27FC236}">
                <a16:creationId xmlns:a16="http://schemas.microsoft.com/office/drawing/2014/main" id="{0A4FCBFA-0E48-2B5C-003A-78A69FAFDBC6}"/>
              </a:ext>
            </a:extLst>
          </p:cNvPr>
          <p:cNvSpPr txBox="1"/>
          <p:nvPr/>
        </p:nvSpPr>
        <p:spPr>
          <a:xfrm>
            <a:off x="3180189" y="1248367"/>
            <a:ext cx="1579836" cy="682924"/>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lnSpc>
                <a:spcPct val="100000"/>
              </a:lnSpc>
            </a:pPr>
            <a:r>
              <a:rPr lang="zh-CN" altLang="en-US" sz="2200" dirty="0">
                <a:solidFill>
                  <a:srgbClr val="C00000"/>
                </a:solidFill>
                <a:latin typeface="汉仪劲楷简" panose="00020600040101010101" charset="-122"/>
                <a:ea typeface="汉仪劲楷简" panose="00020600040101010101" charset="-122"/>
              </a:rPr>
              <a:t>建模分析</a:t>
            </a:r>
          </a:p>
        </p:txBody>
      </p:sp>
      <p:cxnSp>
        <p:nvCxnSpPr>
          <p:cNvPr id="17" name="直接箭头连接符 16">
            <a:extLst>
              <a:ext uri="{FF2B5EF4-FFF2-40B4-BE49-F238E27FC236}">
                <a16:creationId xmlns:a16="http://schemas.microsoft.com/office/drawing/2014/main" id="{9F368EFC-66C0-3FB0-CF24-51C7184052B3}"/>
              </a:ext>
            </a:extLst>
          </p:cNvPr>
          <p:cNvCxnSpPr>
            <a:cxnSpLocks/>
            <a:stCxn id="63" idx="3"/>
            <a:endCxn id="65" idx="1"/>
          </p:cNvCxnSpPr>
          <p:nvPr/>
        </p:nvCxnSpPr>
        <p:spPr>
          <a:xfrm flipV="1">
            <a:off x="4680668" y="2683649"/>
            <a:ext cx="394570" cy="15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8FA5143C-0DC7-0D98-6B6D-E1C2E8F9ADF7}"/>
              </a:ext>
            </a:extLst>
          </p:cNvPr>
          <p:cNvCxnSpPr>
            <a:cxnSpLocks/>
            <a:stCxn id="61" idx="3"/>
            <a:endCxn id="66" idx="1"/>
          </p:cNvCxnSpPr>
          <p:nvPr/>
        </p:nvCxnSpPr>
        <p:spPr>
          <a:xfrm flipV="1">
            <a:off x="4680666" y="3893341"/>
            <a:ext cx="394572" cy="198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E629D704-4678-1A3D-76E0-39E56BF21BF2}"/>
              </a:ext>
            </a:extLst>
          </p:cNvPr>
          <p:cNvCxnSpPr>
            <a:cxnSpLocks/>
            <a:stCxn id="64" idx="3"/>
            <a:endCxn id="69" idx="1"/>
          </p:cNvCxnSpPr>
          <p:nvPr/>
        </p:nvCxnSpPr>
        <p:spPr>
          <a:xfrm flipV="1">
            <a:off x="4683562" y="4732360"/>
            <a:ext cx="385718" cy="4411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7" name="矩形: 圆角 36">
            <a:extLst>
              <a:ext uri="{FF2B5EF4-FFF2-40B4-BE49-F238E27FC236}">
                <a16:creationId xmlns:a16="http://schemas.microsoft.com/office/drawing/2014/main" id="{33F23849-3930-85D8-DE21-531AFC6D9DA1}"/>
              </a:ext>
            </a:extLst>
          </p:cNvPr>
          <p:cNvSpPr/>
          <p:nvPr/>
        </p:nvSpPr>
        <p:spPr>
          <a:xfrm>
            <a:off x="8376225" y="4850331"/>
            <a:ext cx="1803390" cy="644581"/>
          </a:xfrm>
          <a:prstGeom prst="roundRect">
            <a:avLst/>
          </a:prstGeom>
          <a:solidFill>
            <a:srgbClr val="D5C2DE"/>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lnSpc>
                <a:spcPct val="100000"/>
              </a:lnSpc>
            </a:pPr>
            <a:r>
              <a:rPr lang="zh-CN" altLang="en-US" dirty="0">
                <a:solidFill>
                  <a:srgbClr val="C00000"/>
                </a:solidFill>
                <a:latin typeface="汉仪劲楷简" panose="00020600040101010101" charset="-122"/>
                <a:ea typeface="汉仪劲楷简" panose="00020600040101010101" charset="-122"/>
              </a:rPr>
              <a:t>社交传播影响</a:t>
            </a:r>
          </a:p>
        </p:txBody>
      </p:sp>
      <p:sp>
        <p:nvSpPr>
          <p:cNvPr id="38" name="矩形: 圆角 37">
            <a:extLst>
              <a:ext uri="{FF2B5EF4-FFF2-40B4-BE49-F238E27FC236}">
                <a16:creationId xmlns:a16="http://schemas.microsoft.com/office/drawing/2014/main" id="{ACBB4D51-F07A-E65E-2AE3-7D630557CDBA}"/>
              </a:ext>
            </a:extLst>
          </p:cNvPr>
          <p:cNvSpPr/>
          <p:nvPr/>
        </p:nvSpPr>
        <p:spPr>
          <a:xfrm>
            <a:off x="8357338" y="2359231"/>
            <a:ext cx="1803390" cy="644581"/>
          </a:xfrm>
          <a:prstGeom prst="roundRect">
            <a:avLst/>
          </a:prstGeom>
          <a:solidFill>
            <a:srgbClr val="D5C2DE"/>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lnSpc>
                <a:spcPct val="100000"/>
              </a:lnSpc>
            </a:pPr>
            <a:r>
              <a:rPr lang="zh-CN" altLang="en-US" dirty="0">
                <a:solidFill>
                  <a:srgbClr val="C00000"/>
                </a:solidFill>
                <a:latin typeface="汉仪劲楷简" panose="00020600040101010101" charset="-122"/>
                <a:ea typeface="汉仪劲楷简" panose="00020600040101010101" charset="-122"/>
              </a:rPr>
              <a:t>个人投资倾向</a:t>
            </a:r>
          </a:p>
        </p:txBody>
      </p:sp>
      <p:sp>
        <p:nvSpPr>
          <p:cNvPr id="39" name="矩形: 圆角 38">
            <a:extLst>
              <a:ext uri="{FF2B5EF4-FFF2-40B4-BE49-F238E27FC236}">
                <a16:creationId xmlns:a16="http://schemas.microsoft.com/office/drawing/2014/main" id="{636D8E0F-2C01-9662-E839-C1C6B4837EAF}"/>
              </a:ext>
            </a:extLst>
          </p:cNvPr>
          <p:cNvSpPr/>
          <p:nvPr/>
        </p:nvSpPr>
        <p:spPr>
          <a:xfrm>
            <a:off x="8340767" y="3573036"/>
            <a:ext cx="1803390" cy="644581"/>
          </a:xfrm>
          <a:prstGeom prst="roundRect">
            <a:avLst/>
          </a:prstGeom>
          <a:solidFill>
            <a:srgbClr val="D5C2DE"/>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lnSpc>
                <a:spcPct val="100000"/>
              </a:lnSpc>
            </a:pPr>
            <a:r>
              <a:rPr lang="zh-CN" altLang="en-US" dirty="0">
                <a:solidFill>
                  <a:srgbClr val="C00000"/>
                </a:solidFill>
                <a:latin typeface="汉仪劲楷简" panose="00020600040101010101" charset="-122"/>
                <a:ea typeface="汉仪劲楷简" panose="00020600040101010101" charset="-122"/>
              </a:rPr>
              <a:t>产品特性效应</a:t>
            </a:r>
          </a:p>
        </p:txBody>
      </p:sp>
      <p:cxnSp>
        <p:nvCxnSpPr>
          <p:cNvPr id="40" name="直接箭头连接符 39">
            <a:extLst>
              <a:ext uri="{FF2B5EF4-FFF2-40B4-BE49-F238E27FC236}">
                <a16:creationId xmlns:a16="http://schemas.microsoft.com/office/drawing/2014/main" id="{DB62D1A4-0D13-17F6-E021-84C9368A27E7}"/>
              </a:ext>
            </a:extLst>
          </p:cNvPr>
          <p:cNvCxnSpPr>
            <a:cxnSpLocks/>
            <a:stCxn id="65" idx="3"/>
            <a:endCxn id="38" idx="1"/>
          </p:cNvCxnSpPr>
          <p:nvPr/>
        </p:nvCxnSpPr>
        <p:spPr>
          <a:xfrm flipV="1">
            <a:off x="7957853" y="2681522"/>
            <a:ext cx="399485" cy="212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015D22F4-A1B9-7EA1-2AFE-D32243F9EEB0}"/>
              </a:ext>
            </a:extLst>
          </p:cNvPr>
          <p:cNvCxnSpPr>
            <a:cxnSpLocks/>
            <a:stCxn id="66" idx="3"/>
            <a:endCxn id="39" idx="1"/>
          </p:cNvCxnSpPr>
          <p:nvPr/>
        </p:nvCxnSpPr>
        <p:spPr>
          <a:xfrm>
            <a:off x="7983217" y="3893341"/>
            <a:ext cx="357550" cy="198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3E0B75FD-8665-591B-B24A-5EF9188094F1}"/>
              </a:ext>
            </a:extLst>
          </p:cNvPr>
          <p:cNvCxnSpPr>
            <a:cxnSpLocks/>
            <a:stCxn id="69" idx="3"/>
            <a:endCxn id="37" idx="1"/>
          </p:cNvCxnSpPr>
          <p:nvPr/>
        </p:nvCxnSpPr>
        <p:spPr>
          <a:xfrm>
            <a:off x="7983218" y="4732360"/>
            <a:ext cx="393007" cy="4402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3D29CE94-446C-61C5-3166-856D543DEDD5}"/>
              </a:ext>
            </a:extLst>
          </p:cNvPr>
          <p:cNvCxnSpPr>
            <a:cxnSpLocks/>
            <a:stCxn id="38" idx="3"/>
            <a:endCxn id="52" idx="1"/>
          </p:cNvCxnSpPr>
          <p:nvPr/>
        </p:nvCxnSpPr>
        <p:spPr>
          <a:xfrm>
            <a:off x="10160728" y="2681522"/>
            <a:ext cx="371536" cy="12118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2" name="矩形: 圆角 51">
            <a:extLst>
              <a:ext uri="{FF2B5EF4-FFF2-40B4-BE49-F238E27FC236}">
                <a16:creationId xmlns:a16="http://schemas.microsoft.com/office/drawing/2014/main" id="{BFE94F8A-88AE-6965-A3CE-43B2959FAB71}"/>
              </a:ext>
            </a:extLst>
          </p:cNvPr>
          <p:cNvSpPr/>
          <p:nvPr/>
        </p:nvSpPr>
        <p:spPr>
          <a:xfrm>
            <a:off x="10532264" y="3243270"/>
            <a:ext cx="1404646" cy="1300142"/>
          </a:xfrm>
          <a:prstGeom prst="roundRect">
            <a:avLst/>
          </a:prstGeom>
          <a:solidFill>
            <a:srgbClr val="A5B3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dirty="0">
                <a:solidFill>
                  <a:schemeClr val="tx1"/>
                </a:solidFill>
                <a:latin typeface="汉仪劲楷简" panose="00020600040101010101" charset="-122"/>
                <a:ea typeface="汉仪劲楷简" panose="00020600040101010101" charset="-122"/>
              </a:rPr>
              <a:t>识别</a:t>
            </a:r>
            <a:endParaRPr lang="en-US" altLang="zh-CN" dirty="0">
              <a:solidFill>
                <a:schemeClr val="tx1"/>
              </a:solidFill>
              <a:latin typeface="汉仪劲楷简" panose="00020600040101010101" charset="-122"/>
              <a:ea typeface="汉仪劲楷简" panose="00020600040101010101" charset="-122"/>
            </a:endParaRPr>
          </a:p>
          <a:p>
            <a:pPr algn="ctr">
              <a:lnSpc>
                <a:spcPct val="100000"/>
              </a:lnSpc>
            </a:pPr>
            <a:r>
              <a:rPr lang="zh-CN" altLang="en-US" sz="2000" b="1" dirty="0">
                <a:solidFill>
                  <a:schemeClr val="tx1"/>
                </a:solidFill>
                <a:latin typeface="汉仪劲楷简" panose="00020600040101010101" charset="-122"/>
                <a:ea typeface="汉仪劲楷简" panose="00020600040101010101" charset="-122"/>
              </a:rPr>
              <a:t>潜在用户</a:t>
            </a:r>
            <a:endParaRPr lang="en-US" altLang="zh-CN" sz="2000" b="1" dirty="0">
              <a:solidFill>
                <a:schemeClr val="tx1"/>
              </a:solidFill>
              <a:latin typeface="汉仪劲楷简" panose="00020600040101010101" charset="-122"/>
              <a:ea typeface="汉仪劲楷简" panose="00020600040101010101" charset="-122"/>
            </a:endParaRPr>
          </a:p>
          <a:p>
            <a:pPr algn="ctr">
              <a:lnSpc>
                <a:spcPct val="100000"/>
              </a:lnSpc>
            </a:pPr>
            <a:r>
              <a:rPr lang="zh-CN" altLang="en-US" dirty="0">
                <a:solidFill>
                  <a:schemeClr val="tx1"/>
                </a:solidFill>
                <a:latin typeface="汉仪劲楷简" panose="00020600040101010101" charset="-122"/>
                <a:ea typeface="汉仪劲楷简" panose="00020600040101010101" charset="-122"/>
              </a:rPr>
              <a:t>和</a:t>
            </a:r>
            <a:endParaRPr lang="en-US" altLang="zh-CN" dirty="0">
              <a:solidFill>
                <a:schemeClr val="tx1"/>
              </a:solidFill>
              <a:latin typeface="汉仪劲楷简" panose="00020600040101010101" charset="-122"/>
              <a:ea typeface="汉仪劲楷简" panose="00020600040101010101" charset="-122"/>
            </a:endParaRPr>
          </a:p>
          <a:p>
            <a:pPr algn="ctr"/>
            <a:r>
              <a:rPr lang="zh-CN" altLang="en-US" sz="2000" b="1" dirty="0">
                <a:solidFill>
                  <a:schemeClr val="tx1"/>
                </a:solidFill>
                <a:latin typeface="汉仪劲楷简" panose="00020600040101010101" charset="-122"/>
                <a:ea typeface="汉仪劲楷简" panose="00020600040101010101" charset="-122"/>
              </a:rPr>
              <a:t>意见领袖</a:t>
            </a:r>
          </a:p>
        </p:txBody>
      </p:sp>
      <p:cxnSp>
        <p:nvCxnSpPr>
          <p:cNvPr id="55" name="直接箭头连接符 54">
            <a:extLst>
              <a:ext uri="{FF2B5EF4-FFF2-40B4-BE49-F238E27FC236}">
                <a16:creationId xmlns:a16="http://schemas.microsoft.com/office/drawing/2014/main" id="{77B5101E-02F2-92A1-F301-2CF5C17EEE47}"/>
              </a:ext>
            </a:extLst>
          </p:cNvPr>
          <p:cNvCxnSpPr>
            <a:cxnSpLocks/>
            <a:stCxn id="39" idx="3"/>
            <a:endCxn id="52" idx="1"/>
          </p:cNvCxnSpPr>
          <p:nvPr/>
        </p:nvCxnSpPr>
        <p:spPr>
          <a:xfrm flipV="1">
            <a:off x="10144157" y="3893341"/>
            <a:ext cx="388107" cy="198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B128B010-B6CE-2B02-A9C3-EC843248AE21}"/>
              </a:ext>
            </a:extLst>
          </p:cNvPr>
          <p:cNvCxnSpPr>
            <a:cxnSpLocks/>
            <a:stCxn id="37" idx="3"/>
            <a:endCxn id="52" idx="1"/>
          </p:cNvCxnSpPr>
          <p:nvPr/>
        </p:nvCxnSpPr>
        <p:spPr>
          <a:xfrm flipV="1">
            <a:off x="10179615" y="3893341"/>
            <a:ext cx="352649" cy="127928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0" name="矩形: 圆角 109">
            <a:extLst>
              <a:ext uri="{FF2B5EF4-FFF2-40B4-BE49-F238E27FC236}">
                <a16:creationId xmlns:a16="http://schemas.microsoft.com/office/drawing/2014/main" id="{BA7B4502-1895-F269-1BC4-FB0A32A88641}"/>
              </a:ext>
            </a:extLst>
          </p:cNvPr>
          <p:cNvSpPr/>
          <p:nvPr/>
        </p:nvSpPr>
        <p:spPr>
          <a:xfrm>
            <a:off x="5074386" y="5171001"/>
            <a:ext cx="2913938" cy="657539"/>
          </a:xfrm>
          <a:prstGeom prst="roundRect">
            <a:avLst/>
          </a:prstGeom>
          <a:solidFill>
            <a:srgbClr val="A5B3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汉仪劲楷简" panose="00020600040101010101" charset="-122"/>
                <a:ea typeface="汉仪劲楷简" panose="00020600040101010101" charset="-122"/>
              </a:rPr>
              <a:t>Rubin </a:t>
            </a:r>
            <a:r>
              <a:rPr lang="zh-CN" altLang="en-US" dirty="0">
                <a:solidFill>
                  <a:schemeClr val="tx1"/>
                </a:solidFill>
                <a:latin typeface="汉仪劲楷简" panose="00020600040101010101" charset="-122"/>
                <a:ea typeface="汉仪劲楷简" panose="00020600040101010101" charset="-122"/>
              </a:rPr>
              <a:t>因果模型</a:t>
            </a:r>
          </a:p>
        </p:txBody>
      </p:sp>
      <p:cxnSp>
        <p:nvCxnSpPr>
          <p:cNvPr id="111" name="直接箭头连接符 110">
            <a:extLst>
              <a:ext uri="{FF2B5EF4-FFF2-40B4-BE49-F238E27FC236}">
                <a16:creationId xmlns:a16="http://schemas.microsoft.com/office/drawing/2014/main" id="{AF0806F1-CE5A-32A8-E57E-E2D84716D677}"/>
              </a:ext>
            </a:extLst>
          </p:cNvPr>
          <p:cNvCxnSpPr>
            <a:cxnSpLocks/>
            <a:stCxn id="64" idx="3"/>
            <a:endCxn id="110" idx="1"/>
          </p:cNvCxnSpPr>
          <p:nvPr/>
        </p:nvCxnSpPr>
        <p:spPr>
          <a:xfrm>
            <a:off x="4683562" y="5173534"/>
            <a:ext cx="390824" cy="32623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a:extLst>
              <a:ext uri="{FF2B5EF4-FFF2-40B4-BE49-F238E27FC236}">
                <a16:creationId xmlns:a16="http://schemas.microsoft.com/office/drawing/2014/main" id="{C4830063-8ADF-B791-EA8D-1182F72656FE}"/>
              </a:ext>
            </a:extLst>
          </p:cNvPr>
          <p:cNvCxnSpPr>
            <a:cxnSpLocks/>
            <a:stCxn id="110" idx="3"/>
          </p:cNvCxnSpPr>
          <p:nvPr/>
        </p:nvCxnSpPr>
        <p:spPr>
          <a:xfrm flipV="1">
            <a:off x="7988324" y="5190492"/>
            <a:ext cx="377340" cy="30927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0070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7" name="think-cell data - do not delete" hidden="1">
            <a:extLst>
              <a:ext uri="{FF2B5EF4-FFF2-40B4-BE49-F238E27FC236}">
                <a16:creationId xmlns:a16="http://schemas.microsoft.com/office/drawing/2014/main" id="{65F4BBA6-28D3-AD30-8ECB-A072861D92E4}"/>
              </a:ext>
            </a:extLst>
          </p:cNvPr>
          <p:cNvGraphicFramePr>
            <a:graphicFrameLocks noChangeAspect="1"/>
          </p:cNvGraphicFramePr>
          <p:nvPr>
            <p:custDataLst>
              <p:tags r:id="rId1"/>
            </p:custDataLst>
            <p:extLst>
              <p:ext uri="{D42A27DB-BD31-4B8C-83A1-F6EECF244321}">
                <p14:modId xmlns:p14="http://schemas.microsoft.com/office/powerpoint/2010/main" val="10823627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3" imgW="471" imgH="473" progId="TCLayout.ActiveDocument.1">
                  <p:embed/>
                </p:oleObj>
              </mc:Choice>
              <mc:Fallback>
                <p:oleObj name="think-cell 幻灯片" r:id="rId13" imgW="471" imgH="473" progId="TCLayout.ActiveDocument.1">
                  <p:embed/>
                  <p:pic>
                    <p:nvPicPr>
                      <p:cNvPr id="67" name="think-cell data - do not delete" hidden="1">
                        <a:extLst>
                          <a:ext uri="{FF2B5EF4-FFF2-40B4-BE49-F238E27FC236}">
                            <a16:creationId xmlns:a16="http://schemas.microsoft.com/office/drawing/2014/main" id="{65F4BBA6-28D3-AD30-8ECB-A072861D92E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grpSp>
        <p:nvGrpSpPr>
          <p:cNvPr id="267" name="小李PPT11">
            <a:extLst>
              <a:ext uri="{FF2B5EF4-FFF2-40B4-BE49-F238E27FC236}">
                <a16:creationId xmlns:a16="http://schemas.microsoft.com/office/drawing/2014/main" id="{E00CE3F1-5B45-F7C7-D558-CF4D4E540D70}"/>
              </a:ext>
            </a:extLst>
          </p:cNvPr>
          <p:cNvGrpSpPr/>
          <p:nvPr/>
        </p:nvGrpSpPr>
        <p:grpSpPr>
          <a:xfrm>
            <a:off x="21978" y="2"/>
            <a:ext cx="12192000" cy="6857998"/>
            <a:chOff x="0" y="2"/>
            <a:chExt cx="12192000" cy="6857998"/>
          </a:xfrm>
          <a:effectLst/>
        </p:grpSpPr>
        <p:cxnSp>
          <p:nvCxnSpPr>
            <p:cNvPr id="268" name="小李PPT11-1">
              <a:extLst>
                <a:ext uri="{FF2B5EF4-FFF2-40B4-BE49-F238E27FC236}">
                  <a16:creationId xmlns:a16="http://schemas.microsoft.com/office/drawing/2014/main" id="{D149A8DE-5D70-5480-002D-8DB8EA561DD2}"/>
                </a:ext>
              </a:extLst>
            </p:cNvPr>
            <p:cNvCxnSpPr/>
            <p:nvPr/>
          </p:nvCxnSpPr>
          <p:spPr>
            <a:xfrm>
              <a:off x="0" y="291084"/>
              <a:ext cx="12192000" cy="0"/>
            </a:xfrm>
            <a:prstGeom prst="line">
              <a:avLst/>
            </a:prstGeom>
            <a:noFill/>
            <a:ln w="6350" cap="rnd" cmpd="sng" algn="ctr">
              <a:solidFill>
                <a:srgbClr val="E9D6F2">
                  <a:alpha val="43922"/>
                </a:srgbClr>
              </a:solidFill>
              <a:prstDash val="solid"/>
              <a:round/>
            </a:ln>
            <a:effectLst/>
          </p:spPr>
        </p:cxnSp>
        <p:cxnSp>
          <p:nvCxnSpPr>
            <p:cNvPr id="269" name="小李PPT11-2">
              <a:extLst>
                <a:ext uri="{FF2B5EF4-FFF2-40B4-BE49-F238E27FC236}">
                  <a16:creationId xmlns:a16="http://schemas.microsoft.com/office/drawing/2014/main" id="{12405815-2BB6-8915-822D-91905D766527}"/>
                </a:ext>
              </a:extLst>
            </p:cNvPr>
            <p:cNvCxnSpPr/>
            <p:nvPr/>
          </p:nvCxnSpPr>
          <p:spPr>
            <a:xfrm>
              <a:off x="0" y="640385"/>
              <a:ext cx="12192000" cy="0"/>
            </a:xfrm>
            <a:prstGeom prst="line">
              <a:avLst/>
            </a:prstGeom>
            <a:noFill/>
            <a:ln w="6350" cap="rnd" cmpd="sng" algn="ctr">
              <a:solidFill>
                <a:srgbClr val="E9D6F2">
                  <a:alpha val="43922"/>
                </a:srgbClr>
              </a:solidFill>
              <a:prstDash val="solid"/>
              <a:round/>
            </a:ln>
            <a:effectLst/>
          </p:spPr>
        </p:cxnSp>
        <p:cxnSp>
          <p:nvCxnSpPr>
            <p:cNvPr id="270" name="小李PPT11-3">
              <a:extLst>
                <a:ext uri="{FF2B5EF4-FFF2-40B4-BE49-F238E27FC236}">
                  <a16:creationId xmlns:a16="http://schemas.microsoft.com/office/drawing/2014/main" id="{142F80B8-DE7C-9802-AED4-8B9E3CC242BA}"/>
                </a:ext>
              </a:extLst>
            </p:cNvPr>
            <p:cNvCxnSpPr/>
            <p:nvPr/>
          </p:nvCxnSpPr>
          <p:spPr>
            <a:xfrm>
              <a:off x="0" y="989685"/>
              <a:ext cx="12192000" cy="0"/>
            </a:xfrm>
            <a:prstGeom prst="line">
              <a:avLst/>
            </a:prstGeom>
            <a:noFill/>
            <a:ln w="6350" cap="rnd" cmpd="sng" algn="ctr">
              <a:solidFill>
                <a:srgbClr val="E9D6F2">
                  <a:alpha val="43922"/>
                </a:srgbClr>
              </a:solidFill>
              <a:prstDash val="solid"/>
              <a:round/>
            </a:ln>
            <a:effectLst/>
          </p:spPr>
        </p:cxnSp>
        <p:cxnSp>
          <p:nvCxnSpPr>
            <p:cNvPr id="271" name="小李PPT11-4">
              <a:extLst>
                <a:ext uri="{FF2B5EF4-FFF2-40B4-BE49-F238E27FC236}">
                  <a16:creationId xmlns:a16="http://schemas.microsoft.com/office/drawing/2014/main" id="{7ACFC8FC-0E7C-6E37-2D81-F22516A9C047}"/>
                </a:ext>
              </a:extLst>
            </p:cNvPr>
            <p:cNvCxnSpPr/>
            <p:nvPr/>
          </p:nvCxnSpPr>
          <p:spPr>
            <a:xfrm>
              <a:off x="0" y="1338986"/>
              <a:ext cx="12192000" cy="0"/>
            </a:xfrm>
            <a:prstGeom prst="line">
              <a:avLst/>
            </a:prstGeom>
            <a:noFill/>
            <a:ln w="6350" cap="rnd" cmpd="sng" algn="ctr">
              <a:solidFill>
                <a:srgbClr val="E9D6F2">
                  <a:alpha val="43922"/>
                </a:srgbClr>
              </a:solidFill>
              <a:prstDash val="solid"/>
              <a:round/>
            </a:ln>
            <a:effectLst/>
          </p:spPr>
        </p:cxnSp>
        <p:cxnSp>
          <p:nvCxnSpPr>
            <p:cNvPr id="272" name="小李PPT11-5">
              <a:extLst>
                <a:ext uri="{FF2B5EF4-FFF2-40B4-BE49-F238E27FC236}">
                  <a16:creationId xmlns:a16="http://schemas.microsoft.com/office/drawing/2014/main" id="{4B1541F3-583D-3A73-E035-4135F1592316}"/>
                </a:ext>
              </a:extLst>
            </p:cNvPr>
            <p:cNvCxnSpPr/>
            <p:nvPr/>
          </p:nvCxnSpPr>
          <p:spPr>
            <a:xfrm>
              <a:off x="0" y="1688287"/>
              <a:ext cx="12192000" cy="0"/>
            </a:xfrm>
            <a:prstGeom prst="line">
              <a:avLst/>
            </a:prstGeom>
            <a:noFill/>
            <a:ln w="6350" cap="rnd" cmpd="sng" algn="ctr">
              <a:solidFill>
                <a:srgbClr val="E9D6F2">
                  <a:alpha val="43922"/>
                </a:srgbClr>
              </a:solidFill>
              <a:prstDash val="solid"/>
              <a:round/>
            </a:ln>
            <a:effectLst/>
          </p:spPr>
        </p:cxnSp>
        <p:cxnSp>
          <p:nvCxnSpPr>
            <p:cNvPr id="273" name="小李PPT11-6">
              <a:extLst>
                <a:ext uri="{FF2B5EF4-FFF2-40B4-BE49-F238E27FC236}">
                  <a16:creationId xmlns:a16="http://schemas.microsoft.com/office/drawing/2014/main" id="{66E042A9-2D0E-3B84-6BB9-F016B7AEEA7C}"/>
                </a:ext>
              </a:extLst>
            </p:cNvPr>
            <p:cNvCxnSpPr/>
            <p:nvPr/>
          </p:nvCxnSpPr>
          <p:spPr>
            <a:xfrm>
              <a:off x="0" y="2037588"/>
              <a:ext cx="12192000" cy="0"/>
            </a:xfrm>
            <a:prstGeom prst="line">
              <a:avLst/>
            </a:prstGeom>
            <a:noFill/>
            <a:ln w="6350" cap="rnd" cmpd="sng" algn="ctr">
              <a:solidFill>
                <a:srgbClr val="E9D6F2">
                  <a:alpha val="43922"/>
                </a:srgbClr>
              </a:solidFill>
              <a:prstDash val="solid"/>
              <a:round/>
            </a:ln>
            <a:effectLst/>
          </p:spPr>
        </p:cxnSp>
        <p:cxnSp>
          <p:nvCxnSpPr>
            <p:cNvPr id="284" name="小李PPT11-7">
              <a:extLst>
                <a:ext uri="{FF2B5EF4-FFF2-40B4-BE49-F238E27FC236}">
                  <a16:creationId xmlns:a16="http://schemas.microsoft.com/office/drawing/2014/main" id="{06D7C7DA-C60C-6A00-79B5-33A5EB452FC6}"/>
                </a:ext>
              </a:extLst>
            </p:cNvPr>
            <p:cNvCxnSpPr/>
            <p:nvPr/>
          </p:nvCxnSpPr>
          <p:spPr>
            <a:xfrm>
              <a:off x="0" y="2386888"/>
              <a:ext cx="12192000" cy="0"/>
            </a:xfrm>
            <a:prstGeom prst="line">
              <a:avLst/>
            </a:prstGeom>
            <a:noFill/>
            <a:ln w="6350" cap="rnd" cmpd="sng" algn="ctr">
              <a:solidFill>
                <a:srgbClr val="E9D6F2">
                  <a:alpha val="43922"/>
                </a:srgbClr>
              </a:solidFill>
              <a:prstDash val="solid"/>
              <a:round/>
            </a:ln>
            <a:effectLst/>
          </p:spPr>
        </p:cxnSp>
        <p:cxnSp>
          <p:nvCxnSpPr>
            <p:cNvPr id="285" name="小李PPT11-8">
              <a:extLst>
                <a:ext uri="{FF2B5EF4-FFF2-40B4-BE49-F238E27FC236}">
                  <a16:creationId xmlns:a16="http://schemas.microsoft.com/office/drawing/2014/main" id="{6D0C7100-34C7-043F-36DA-67E2864B1E77}"/>
                </a:ext>
              </a:extLst>
            </p:cNvPr>
            <p:cNvCxnSpPr/>
            <p:nvPr/>
          </p:nvCxnSpPr>
          <p:spPr>
            <a:xfrm>
              <a:off x="0" y="2736189"/>
              <a:ext cx="12192000" cy="0"/>
            </a:xfrm>
            <a:prstGeom prst="line">
              <a:avLst/>
            </a:prstGeom>
            <a:noFill/>
            <a:ln w="6350" cap="rnd" cmpd="sng" algn="ctr">
              <a:solidFill>
                <a:srgbClr val="E9D6F2">
                  <a:alpha val="43922"/>
                </a:srgbClr>
              </a:solidFill>
              <a:prstDash val="solid"/>
              <a:round/>
            </a:ln>
            <a:effectLst/>
          </p:spPr>
        </p:cxnSp>
        <p:cxnSp>
          <p:nvCxnSpPr>
            <p:cNvPr id="286" name="小李PPT11-9">
              <a:extLst>
                <a:ext uri="{FF2B5EF4-FFF2-40B4-BE49-F238E27FC236}">
                  <a16:creationId xmlns:a16="http://schemas.microsoft.com/office/drawing/2014/main" id="{7DE0E073-233F-1CAC-DFD0-AE043F408038}"/>
                </a:ext>
              </a:extLst>
            </p:cNvPr>
            <p:cNvCxnSpPr/>
            <p:nvPr/>
          </p:nvCxnSpPr>
          <p:spPr>
            <a:xfrm>
              <a:off x="0" y="3085490"/>
              <a:ext cx="12192000" cy="0"/>
            </a:xfrm>
            <a:prstGeom prst="line">
              <a:avLst/>
            </a:prstGeom>
            <a:noFill/>
            <a:ln w="6350" cap="rnd" cmpd="sng" algn="ctr">
              <a:solidFill>
                <a:srgbClr val="E9D6F2">
                  <a:alpha val="43922"/>
                </a:srgbClr>
              </a:solidFill>
              <a:prstDash val="solid"/>
              <a:round/>
            </a:ln>
            <a:effectLst/>
          </p:spPr>
        </p:cxnSp>
        <p:cxnSp>
          <p:nvCxnSpPr>
            <p:cNvPr id="287" name="小李PPT11-10">
              <a:extLst>
                <a:ext uri="{FF2B5EF4-FFF2-40B4-BE49-F238E27FC236}">
                  <a16:creationId xmlns:a16="http://schemas.microsoft.com/office/drawing/2014/main" id="{EA56C2C0-43C0-D849-356F-9AB3E2465B9B}"/>
                </a:ext>
              </a:extLst>
            </p:cNvPr>
            <p:cNvCxnSpPr/>
            <p:nvPr/>
          </p:nvCxnSpPr>
          <p:spPr>
            <a:xfrm>
              <a:off x="0" y="3434791"/>
              <a:ext cx="12192000" cy="0"/>
            </a:xfrm>
            <a:prstGeom prst="line">
              <a:avLst/>
            </a:prstGeom>
            <a:noFill/>
            <a:ln w="6350" cap="rnd" cmpd="sng" algn="ctr">
              <a:solidFill>
                <a:srgbClr val="E9D6F2">
                  <a:alpha val="43922"/>
                </a:srgbClr>
              </a:solidFill>
              <a:prstDash val="solid"/>
              <a:round/>
            </a:ln>
            <a:effectLst/>
          </p:spPr>
        </p:cxnSp>
        <p:cxnSp>
          <p:nvCxnSpPr>
            <p:cNvPr id="288" name="小李PPT11-11">
              <a:extLst>
                <a:ext uri="{FF2B5EF4-FFF2-40B4-BE49-F238E27FC236}">
                  <a16:creationId xmlns:a16="http://schemas.microsoft.com/office/drawing/2014/main" id="{254E15E1-1941-52F8-7CAE-C9D37DFCA5AF}"/>
                </a:ext>
              </a:extLst>
            </p:cNvPr>
            <p:cNvCxnSpPr/>
            <p:nvPr/>
          </p:nvCxnSpPr>
          <p:spPr>
            <a:xfrm>
              <a:off x="0" y="3784091"/>
              <a:ext cx="12192000" cy="0"/>
            </a:xfrm>
            <a:prstGeom prst="line">
              <a:avLst/>
            </a:prstGeom>
            <a:noFill/>
            <a:ln w="6350" cap="rnd" cmpd="sng" algn="ctr">
              <a:solidFill>
                <a:srgbClr val="E9D6F2">
                  <a:alpha val="43922"/>
                </a:srgbClr>
              </a:solidFill>
              <a:prstDash val="solid"/>
              <a:round/>
            </a:ln>
            <a:effectLst/>
          </p:spPr>
        </p:cxnSp>
        <p:cxnSp>
          <p:nvCxnSpPr>
            <p:cNvPr id="289" name="小李PPT11-12">
              <a:extLst>
                <a:ext uri="{FF2B5EF4-FFF2-40B4-BE49-F238E27FC236}">
                  <a16:creationId xmlns:a16="http://schemas.microsoft.com/office/drawing/2014/main" id="{FC67DC33-8B06-C5A7-285A-18E9A62A83E3}"/>
                </a:ext>
              </a:extLst>
            </p:cNvPr>
            <p:cNvCxnSpPr/>
            <p:nvPr/>
          </p:nvCxnSpPr>
          <p:spPr>
            <a:xfrm>
              <a:off x="0" y="4133392"/>
              <a:ext cx="12192000" cy="0"/>
            </a:xfrm>
            <a:prstGeom prst="line">
              <a:avLst/>
            </a:prstGeom>
            <a:noFill/>
            <a:ln w="6350" cap="rnd" cmpd="sng" algn="ctr">
              <a:solidFill>
                <a:srgbClr val="E9D6F2">
                  <a:alpha val="43922"/>
                </a:srgbClr>
              </a:solidFill>
              <a:prstDash val="solid"/>
              <a:round/>
            </a:ln>
            <a:effectLst/>
          </p:spPr>
        </p:cxnSp>
        <p:cxnSp>
          <p:nvCxnSpPr>
            <p:cNvPr id="290" name="小李PPT11-13">
              <a:extLst>
                <a:ext uri="{FF2B5EF4-FFF2-40B4-BE49-F238E27FC236}">
                  <a16:creationId xmlns:a16="http://schemas.microsoft.com/office/drawing/2014/main" id="{C01CAF94-0D94-A0A5-CC17-8DA7676E27D4}"/>
                </a:ext>
              </a:extLst>
            </p:cNvPr>
            <p:cNvCxnSpPr/>
            <p:nvPr/>
          </p:nvCxnSpPr>
          <p:spPr>
            <a:xfrm>
              <a:off x="0" y="4482693"/>
              <a:ext cx="12192000" cy="0"/>
            </a:xfrm>
            <a:prstGeom prst="line">
              <a:avLst/>
            </a:prstGeom>
            <a:noFill/>
            <a:ln w="6350" cap="rnd" cmpd="sng" algn="ctr">
              <a:solidFill>
                <a:srgbClr val="E9D6F2">
                  <a:alpha val="43922"/>
                </a:srgbClr>
              </a:solidFill>
              <a:prstDash val="solid"/>
              <a:round/>
            </a:ln>
            <a:effectLst/>
          </p:spPr>
        </p:cxnSp>
        <p:cxnSp>
          <p:nvCxnSpPr>
            <p:cNvPr id="291" name="小李PPT11-14">
              <a:extLst>
                <a:ext uri="{FF2B5EF4-FFF2-40B4-BE49-F238E27FC236}">
                  <a16:creationId xmlns:a16="http://schemas.microsoft.com/office/drawing/2014/main" id="{3C424704-4D6B-B42A-4418-44F53C830A7C}"/>
                </a:ext>
              </a:extLst>
            </p:cNvPr>
            <p:cNvCxnSpPr/>
            <p:nvPr/>
          </p:nvCxnSpPr>
          <p:spPr>
            <a:xfrm>
              <a:off x="0" y="4831994"/>
              <a:ext cx="12192000" cy="0"/>
            </a:xfrm>
            <a:prstGeom prst="line">
              <a:avLst/>
            </a:prstGeom>
            <a:noFill/>
            <a:ln w="6350" cap="rnd" cmpd="sng" algn="ctr">
              <a:solidFill>
                <a:srgbClr val="E9D6F2">
                  <a:alpha val="43922"/>
                </a:srgbClr>
              </a:solidFill>
              <a:prstDash val="solid"/>
              <a:round/>
            </a:ln>
            <a:effectLst/>
          </p:spPr>
        </p:cxnSp>
        <p:cxnSp>
          <p:nvCxnSpPr>
            <p:cNvPr id="292" name="小李PPT11-15">
              <a:extLst>
                <a:ext uri="{FF2B5EF4-FFF2-40B4-BE49-F238E27FC236}">
                  <a16:creationId xmlns:a16="http://schemas.microsoft.com/office/drawing/2014/main" id="{1B0613AC-5DAE-A539-F142-5B4B136F0118}"/>
                </a:ext>
              </a:extLst>
            </p:cNvPr>
            <p:cNvCxnSpPr/>
            <p:nvPr/>
          </p:nvCxnSpPr>
          <p:spPr>
            <a:xfrm>
              <a:off x="0" y="5181294"/>
              <a:ext cx="12192000" cy="0"/>
            </a:xfrm>
            <a:prstGeom prst="line">
              <a:avLst/>
            </a:prstGeom>
            <a:noFill/>
            <a:ln w="6350" cap="rnd" cmpd="sng" algn="ctr">
              <a:solidFill>
                <a:srgbClr val="E9D6F2">
                  <a:alpha val="43922"/>
                </a:srgbClr>
              </a:solidFill>
              <a:prstDash val="solid"/>
              <a:round/>
            </a:ln>
            <a:effectLst/>
          </p:spPr>
        </p:cxnSp>
        <p:cxnSp>
          <p:nvCxnSpPr>
            <p:cNvPr id="293" name="小李PPT11-16">
              <a:extLst>
                <a:ext uri="{FF2B5EF4-FFF2-40B4-BE49-F238E27FC236}">
                  <a16:creationId xmlns:a16="http://schemas.microsoft.com/office/drawing/2014/main" id="{A82AC189-FB20-5A34-F29A-29BC661D40C1}"/>
                </a:ext>
              </a:extLst>
            </p:cNvPr>
            <p:cNvCxnSpPr/>
            <p:nvPr/>
          </p:nvCxnSpPr>
          <p:spPr>
            <a:xfrm>
              <a:off x="0" y="5530595"/>
              <a:ext cx="12192000" cy="0"/>
            </a:xfrm>
            <a:prstGeom prst="line">
              <a:avLst/>
            </a:prstGeom>
            <a:noFill/>
            <a:ln w="6350" cap="rnd" cmpd="sng" algn="ctr">
              <a:solidFill>
                <a:srgbClr val="E9D6F2">
                  <a:alpha val="43922"/>
                </a:srgbClr>
              </a:solidFill>
              <a:prstDash val="solid"/>
              <a:round/>
            </a:ln>
            <a:effectLst/>
          </p:spPr>
        </p:cxnSp>
        <p:cxnSp>
          <p:nvCxnSpPr>
            <p:cNvPr id="294" name="小李PPT11-17">
              <a:extLst>
                <a:ext uri="{FF2B5EF4-FFF2-40B4-BE49-F238E27FC236}">
                  <a16:creationId xmlns:a16="http://schemas.microsoft.com/office/drawing/2014/main" id="{76B83A31-2D9E-D7BD-CA39-2AE556A84190}"/>
                </a:ext>
              </a:extLst>
            </p:cNvPr>
            <p:cNvCxnSpPr/>
            <p:nvPr/>
          </p:nvCxnSpPr>
          <p:spPr>
            <a:xfrm rot="5400000">
              <a:off x="2180157" y="3429001"/>
              <a:ext cx="6857998" cy="0"/>
            </a:xfrm>
            <a:prstGeom prst="line">
              <a:avLst/>
            </a:prstGeom>
            <a:noFill/>
            <a:ln w="6350" cap="rnd" cmpd="sng" algn="ctr">
              <a:solidFill>
                <a:srgbClr val="E9D6F2">
                  <a:alpha val="43922"/>
                </a:srgbClr>
              </a:solidFill>
              <a:prstDash val="solid"/>
              <a:round/>
            </a:ln>
            <a:effectLst/>
          </p:spPr>
        </p:cxnSp>
        <p:cxnSp>
          <p:nvCxnSpPr>
            <p:cNvPr id="295" name="小李PPT11-18">
              <a:extLst>
                <a:ext uri="{FF2B5EF4-FFF2-40B4-BE49-F238E27FC236}">
                  <a16:creationId xmlns:a16="http://schemas.microsoft.com/office/drawing/2014/main" id="{895F1AE6-1ED3-945C-7DBD-11795EA54ABE}"/>
                </a:ext>
              </a:extLst>
            </p:cNvPr>
            <p:cNvCxnSpPr/>
            <p:nvPr/>
          </p:nvCxnSpPr>
          <p:spPr>
            <a:xfrm rot="5400000">
              <a:off x="1826337" y="3429001"/>
              <a:ext cx="6857998" cy="0"/>
            </a:xfrm>
            <a:prstGeom prst="line">
              <a:avLst/>
            </a:prstGeom>
            <a:noFill/>
            <a:ln w="6350" cap="rnd" cmpd="sng" algn="ctr">
              <a:solidFill>
                <a:srgbClr val="E9D6F2">
                  <a:alpha val="43922"/>
                </a:srgbClr>
              </a:solidFill>
              <a:prstDash val="solid"/>
              <a:round/>
            </a:ln>
            <a:effectLst/>
          </p:spPr>
        </p:cxnSp>
        <p:cxnSp>
          <p:nvCxnSpPr>
            <p:cNvPr id="296" name="小李PPT11-19">
              <a:extLst>
                <a:ext uri="{FF2B5EF4-FFF2-40B4-BE49-F238E27FC236}">
                  <a16:creationId xmlns:a16="http://schemas.microsoft.com/office/drawing/2014/main" id="{762323E0-65C1-CE4A-4F8F-B2AA3BD5F737}"/>
                </a:ext>
              </a:extLst>
            </p:cNvPr>
            <p:cNvCxnSpPr/>
            <p:nvPr/>
          </p:nvCxnSpPr>
          <p:spPr>
            <a:xfrm rot="5400000">
              <a:off x="1472518" y="3429001"/>
              <a:ext cx="6857998" cy="0"/>
            </a:xfrm>
            <a:prstGeom prst="line">
              <a:avLst/>
            </a:prstGeom>
            <a:noFill/>
            <a:ln w="6350" cap="rnd" cmpd="sng" algn="ctr">
              <a:solidFill>
                <a:srgbClr val="E9D6F2">
                  <a:alpha val="43922"/>
                </a:srgbClr>
              </a:solidFill>
              <a:prstDash val="solid"/>
              <a:round/>
            </a:ln>
            <a:effectLst/>
          </p:spPr>
        </p:cxnSp>
        <p:cxnSp>
          <p:nvCxnSpPr>
            <p:cNvPr id="297" name="小李PPT11-20">
              <a:extLst>
                <a:ext uri="{FF2B5EF4-FFF2-40B4-BE49-F238E27FC236}">
                  <a16:creationId xmlns:a16="http://schemas.microsoft.com/office/drawing/2014/main" id="{F16FA46A-61DA-8608-A3F1-EB417B6C7478}"/>
                </a:ext>
              </a:extLst>
            </p:cNvPr>
            <p:cNvCxnSpPr/>
            <p:nvPr/>
          </p:nvCxnSpPr>
          <p:spPr>
            <a:xfrm rot="5400000">
              <a:off x="1118698" y="3429001"/>
              <a:ext cx="6857998" cy="0"/>
            </a:xfrm>
            <a:prstGeom prst="line">
              <a:avLst/>
            </a:prstGeom>
            <a:noFill/>
            <a:ln w="6350" cap="rnd" cmpd="sng" algn="ctr">
              <a:solidFill>
                <a:srgbClr val="E9D6F2">
                  <a:alpha val="43922"/>
                </a:srgbClr>
              </a:solidFill>
              <a:prstDash val="solid"/>
              <a:round/>
            </a:ln>
            <a:effectLst/>
          </p:spPr>
        </p:cxnSp>
        <p:cxnSp>
          <p:nvCxnSpPr>
            <p:cNvPr id="298" name="小李PPT11-21">
              <a:extLst>
                <a:ext uri="{FF2B5EF4-FFF2-40B4-BE49-F238E27FC236}">
                  <a16:creationId xmlns:a16="http://schemas.microsoft.com/office/drawing/2014/main" id="{837CC4D4-E4DB-55F1-C903-5BAFBE536376}"/>
                </a:ext>
              </a:extLst>
            </p:cNvPr>
            <p:cNvCxnSpPr/>
            <p:nvPr/>
          </p:nvCxnSpPr>
          <p:spPr>
            <a:xfrm rot="5400000">
              <a:off x="764879" y="3429001"/>
              <a:ext cx="6857998" cy="0"/>
            </a:xfrm>
            <a:prstGeom prst="line">
              <a:avLst/>
            </a:prstGeom>
            <a:noFill/>
            <a:ln w="6350" cap="rnd" cmpd="sng" algn="ctr">
              <a:solidFill>
                <a:srgbClr val="E9D6F2">
                  <a:alpha val="43922"/>
                </a:srgbClr>
              </a:solidFill>
              <a:prstDash val="solid"/>
              <a:round/>
            </a:ln>
            <a:effectLst/>
          </p:spPr>
        </p:cxnSp>
        <p:cxnSp>
          <p:nvCxnSpPr>
            <p:cNvPr id="299" name="小李PPT11-22">
              <a:extLst>
                <a:ext uri="{FF2B5EF4-FFF2-40B4-BE49-F238E27FC236}">
                  <a16:creationId xmlns:a16="http://schemas.microsoft.com/office/drawing/2014/main" id="{A18F6059-82B4-C7AD-5331-2ACCF967110E}"/>
                </a:ext>
              </a:extLst>
            </p:cNvPr>
            <p:cNvCxnSpPr/>
            <p:nvPr/>
          </p:nvCxnSpPr>
          <p:spPr>
            <a:xfrm rot="5400000">
              <a:off x="411061" y="3429001"/>
              <a:ext cx="6857998" cy="0"/>
            </a:xfrm>
            <a:prstGeom prst="line">
              <a:avLst/>
            </a:prstGeom>
            <a:noFill/>
            <a:ln w="6350" cap="rnd" cmpd="sng" algn="ctr">
              <a:solidFill>
                <a:srgbClr val="E9D6F2">
                  <a:alpha val="43922"/>
                </a:srgbClr>
              </a:solidFill>
              <a:prstDash val="solid"/>
              <a:round/>
            </a:ln>
            <a:effectLst/>
          </p:spPr>
        </p:cxnSp>
        <p:cxnSp>
          <p:nvCxnSpPr>
            <p:cNvPr id="300" name="小李PPT11-23">
              <a:extLst>
                <a:ext uri="{FF2B5EF4-FFF2-40B4-BE49-F238E27FC236}">
                  <a16:creationId xmlns:a16="http://schemas.microsoft.com/office/drawing/2014/main" id="{A9A85CAC-8B8C-CFE6-AB4A-7F43E4A9D781}"/>
                </a:ext>
              </a:extLst>
            </p:cNvPr>
            <p:cNvCxnSpPr/>
            <p:nvPr/>
          </p:nvCxnSpPr>
          <p:spPr>
            <a:xfrm rot="5400000">
              <a:off x="57241" y="3429001"/>
              <a:ext cx="6857998" cy="0"/>
            </a:xfrm>
            <a:prstGeom prst="line">
              <a:avLst/>
            </a:prstGeom>
            <a:noFill/>
            <a:ln w="6350" cap="rnd" cmpd="sng" algn="ctr">
              <a:solidFill>
                <a:srgbClr val="E9D6F2">
                  <a:alpha val="43922"/>
                </a:srgbClr>
              </a:solidFill>
              <a:prstDash val="solid"/>
              <a:round/>
            </a:ln>
            <a:effectLst/>
          </p:spPr>
        </p:cxnSp>
        <p:cxnSp>
          <p:nvCxnSpPr>
            <p:cNvPr id="301" name="小李PPT11-24">
              <a:extLst>
                <a:ext uri="{FF2B5EF4-FFF2-40B4-BE49-F238E27FC236}">
                  <a16:creationId xmlns:a16="http://schemas.microsoft.com/office/drawing/2014/main" id="{A084D740-B9DB-BA65-905B-6C99371D7667}"/>
                </a:ext>
              </a:extLst>
            </p:cNvPr>
            <p:cNvCxnSpPr/>
            <p:nvPr/>
          </p:nvCxnSpPr>
          <p:spPr>
            <a:xfrm rot="5400000">
              <a:off x="-296578" y="3429001"/>
              <a:ext cx="6857998" cy="0"/>
            </a:xfrm>
            <a:prstGeom prst="line">
              <a:avLst/>
            </a:prstGeom>
            <a:noFill/>
            <a:ln w="6350" cap="rnd" cmpd="sng" algn="ctr">
              <a:solidFill>
                <a:srgbClr val="E9D6F2">
                  <a:alpha val="43922"/>
                </a:srgbClr>
              </a:solidFill>
              <a:prstDash val="solid"/>
              <a:round/>
            </a:ln>
            <a:effectLst/>
          </p:spPr>
        </p:cxnSp>
        <p:cxnSp>
          <p:nvCxnSpPr>
            <p:cNvPr id="302" name="小李PPT11-25">
              <a:extLst>
                <a:ext uri="{FF2B5EF4-FFF2-40B4-BE49-F238E27FC236}">
                  <a16:creationId xmlns:a16="http://schemas.microsoft.com/office/drawing/2014/main" id="{4BC52A2B-58EE-7F90-8026-B11F33CD56A7}"/>
                </a:ext>
              </a:extLst>
            </p:cNvPr>
            <p:cNvCxnSpPr/>
            <p:nvPr/>
          </p:nvCxnSpPr>
          <p:spPr>
            <a:xfrm rot="5400000">
              <a:off x="-650398" y="3429001"/>
              <a:ext cx="6857998" cy="0"/>
            </a:xfrm>
            <a:prstGeom prst="line">
              <a:avLst/>
            </a:prstGeom>
            <a:noFill/>
            <a:ln w="6350" cap="rnd" cmpd="sng" algn="ctr">
              <a:solidFill>
                <a:srgbClr val="E9D6F2">
                  <a:alpha val="43922"/>
                </a:srgbClr>
              </a:solidFill>
              <a:prstDash val="solid"/>
              <a:round/>
            </a:ln>
            <a:effectLst/>
          </p:spPr>
        </p:cxnSp>
        <p:cxnSp>
          <p:nvCxnSpPr>
            <p:cNvPr id="303" name="小李PPT11-26">
              <a:extLst>
                <a:ext uri="{FF2B5EF4-FFF2-40B4-BE49-F238E27FC236}">
                  <a16:creationId xmlns:a16="http://schemas.microsoft.com/office/drawing/2014/main" id="{A6CBAFE8-1219-FADF-D00C-CEF2C972633A}"/>
                </a:ext>
              </a:extLst>
            </p:cNvPr>
            <p:cNvCxnSpPr/>
            <p:nvPr/>
          </p:nvCxnSpPr>
          <p:spPr>
            <a:xfrm rot="5400000">
              <a:off x="-1004217" y="3429001"/>
              <a:ext cx="6857998" cy="0"/>
            </a:xfrm>
            <a:prstGeom prst="line">
              <a:avLst/>
            </a:prstGeom>
            <a:noFill/>
            <a:ln w="6350" cap="rnd" cmpd="sng" algn="ctr">
              <a:solidFill>
                <a:srgbClr val="E9D6F2">
                  <a:alpha val="43922"/>
                </a:srgbClr>
              </a:solidFill>
              <a:prstDash val="solid"/>
              <a:round/>
            </a:ln>
            <a:effectLst/>
          </p:spPr>
        </p:cxnSp>
        <p:cxnSp>
          <p:nvCxnSpPr>
            <p:cNvPr id="304" name="小李PPT11-27">
              <a:extLst>
                <a:ext uri="{FF2B5EF4-FFF2-40B4-BE49-F238E27FC236}">
                  <a16:creationId xmlns:a16="http://schemas.microsoft.com/office/drawing/2014/main" id="{DF86F9CC-48C5-E7C3-9A84-2BB52248DB1E}"/>
                </a:ext>
              </a:extLst>
            </p:cNvPr>
            <p:cNvCxnSpPr/>
            <p:nvPr/>
          </p:nvCxnSpPr>
          <p:spPr>
            <a:xfrm rot="5400000">
              <a:off x="-1358036" y="3429001"/>
              <a:ext cx="6857998" cy="0"/>
            </a:xfrm>
            <a:prstGeom prst="line">
              <a:avLst/>
            </a:prstGeom>
            <a:noFill/>
            <a:ln w="6350" cap="rnd" cmpd="sng" algn="ctr">
              <a:solidFill>
                <a:srgbClr val="E9D6F2">
                  <a:alpha val="43922"/>
                </a:srgbClr>
              </a:solidFill>
              <a:prstDash val="solid"/>
              <a:round/>
            </a:ln>
            <a:effectLst/>
          </p:spPr>
        </p:cxnSp>
        <p:cxnSp>
          <p:nvCxnSpPr>
            <p:cNvPr id="305" name="小李PPT11-28">
              <a:extLst>
                <a:ext uri="{FF2B5EF4-FFF2-40B4-BE49-F238E27FC236}">
                  <a16:creationId xmlns:a16="http://schemas.microsoft.com/office/drawing/2014/main" id="{634DDDD0-AD3A-E164-6A22-7EA73F0DF471}"/>
                </a:ext>
              </a:extLst>
            </p:cNvPr>
            <p:cNvCxnSpPr/>
            <p:nvPr/>
          </p:nvCxnSpPr>
          <p:spPr>
            <a:xfrm rot="5400000">
              <a:off x="-1711856" y="3429001"/>
              <a:ext cx="6857998" cy="0"/>
            </a:xfrm>
            <a:prstGeom prst="line">
              <a:avLst/>
            </a:prstGeom>
            <a:noFill/>
            <a:ln w="6350" cap="rnd" cmpd="sng" algn="ctr">
              <a:solidFill>
                <a:srgbClr val="E9D6F2">
                  <a:alpha val="43922"/>
                </a:srgbClr>
              </a:solidFill>
              <a:prstDash val="solid"/>
              <a:round/>
            </a:ln>
            <a:effectLst/>
          </p:spPr>
        </p:cxnSp>
        <p:cxnSp>
          <p:nvCxnSpPr>
            <p:cNvPr id="306" name="小李PPT11-29">
              <a:extLst>
                <a:ext uri="{FF2B5EF4-FFF2-40B4-BE49-F238E27FC236}">
                  <a16:creationId xmlns:a16="http://schemas.microsoft.com/office/drawing/2014/main" id="{E8411CF7-545D-7752-3880-A26682214D26}"/>
                </a:ext>
              </a:extLst>
            </p:cNvPr>
            <p:cNvCxnSpPr/>
            <p:nvPr/>
          </p:nvCxnSpPr>
          <p:spPr>
            <a:xfrm rot="5400000">
              <a:off x="-2065675" y="3429001"/>
              <a:ext cx="6857998" cy="0"/>
            </a:xfrm>
            <a:prstGeom prst="line">
              <a:avLst/>
            </a:prstGeom>
            <a:noFill/>
            <a:ln w="6350" cap="rnd" cmpd="sng" algn="ctr">
              <a:solidFill>
                <a:srgbClr val="E9D6F2">
                  <a:alpha val="43922"/>
                </a:srgbClr>
              </a:solidFill>
              <a:prstDash val="solid"/>
              <a:round/>
            </a:ln>
            <a:effectLst/>
          </p:spPr>
        </p:cxnSp>
        <p:cxnSp>
          <p:nvCxnSpPr>
            <p:cNvPr id="307" name="小李PPT11-30">
              <a:extLst>
                <a:ext uri="{FF2B5EF4-FFF2-40B4-BE49-F238E27FC236}">
                  <a16:creationId xmlns:a16="http://schemas.microsoft.com/office/drawing/2014/main" id="{9C9BE50B-BAF8-F983-8B86-ADF4C2A49155}"/>
                </a:ext>
              </a:extLst>
            </p:cNvPr>
            <p:cNvCxnSpPr/>
            <p:nvPr/>
          </p:nvCxnSpPr>
          <p:spPr>
            <a:xfrm rot="5400000">
              <a:off x="-2419495" y="3429001"/>
              <a:ext cx="6857998" cy="0"/>
            </a:xfrm>
            <a:prstGeom prst="line">
              <a:avLst/>
            </a:prstGeom>
            <a:noFill/>
            <a:ln w="6350" cap="rnd" cmpd="sng" algn="ctr">
              <a:solidFill>
                <a:srgbClr val="E9D6F2">
                  <a:alpha val="43922"/>
                </a:srgbClr>
              </a:solidFill>
              <a:prstDash val="solid"/>
              <a:round/>
            </a:ln>
            <a:effectLst/>
          </p:spPr>
        </p:cxnSp>
        <p:cxnSp>
          <p:nvCxnSpPr>
            <p:cNvPr id="308" name="小李PPT11-31">
              <a:extLst>
                <a:ext uri="{FF2B5EF4-FFF2-40B4-BE49-F238E27FC236}">
                  <a16:creationId xmlns:a16="http://schemas.microsoft.com/office/drawing/2014/main" id="{207652CB-EEE9-9E62-ED0C-C5538C2293AA}"/>
                </a:ext>
              </a:extLst>
            </p:cNvPr>
            <p:cNvCxnSpPr/>
            <p:nvPr/>
          </p:nvCxnSpPr>
          <p:spPr>
            <a:xfrm rot="5400000">
              <a:off x="-2773314" y="3429001"/>
              <a:ext cx="6857998" cy="0"/>
            </a:xfrm>
            <a:prstGeom prst="line">
              <a:avLst/>
            </a:prstGeom>
            <a:noFill/>
            <a:ln w="6350" cap="rnd" cmpd="sng" algn="ctr">
              <a:solidFill>
                <a:srgbClr val="E9D6F2">
                  <a:alpha val="43922"/>
                </a:srgbClr>
              </a:solidFill>
              <a:prstDash val="solid"/>
              <a:round/>
            </a:ln>
            <a:effectLst/>
          </p:spPr>
        </p:cxnSp>
        <p:cxnSp>
          <p:nvCxnSpPr>
            <p:cNvPr id="309" name="小李PPT11-32">
              <a:extLst>
                <a:ext uri="{FF2B5EF4-FFF2-40B4-BE49-F238E27FC236}">
                  <a16:creationId xmlns:a16="http://schemas.microsoft.com/office/drawing/2014/main" id="{6E042C72-6234-B5FE-0F29-46E45950958C}"/>
                </a:ext>
              </a:extLst>
            </p:cNvPr>
            <p:cNvCxnSpPr/>
            <p:nvPr/>
          </p:nvCxnSpPr>
          <p:spPr>
            <a:xfrm rot="5400000">
              <a:off x="-3127134" y="3429001"/>
              <a:ext cx="6857998" cy="0"/>
            </a:xfrm>
            <a:prstGeom prst="line">
              <a:avLst/>
            </a:prstGeom>
            <a:noFill/>
            <a:ln w="6350" cap="rnd" cmpd="sng" algn="ctr">
              <a:solidFill>
                <a:srgbClr val="E9D6F2">
                  <a:alpha val="43922"/>
                </a:srgbClr>
              </a:solidFill>
              <a:prstDash val="solid"/>
              <a:round/>
            </a:ln>
            <a:effectLst/>
          </p:spPr>
        </p:cxnSp>
        <p:cxnSp>
          <p:nvCxnSpPr>
            <p:cNvPr id="310" name="小李PPT11-33">
              <a:extLst>
                <a:ext uri="{FF2B5EF4-FFF2-40B4-BE49-F238E27FC236}">
                  <a16:creationId xmlns:a16="http://schemas.microsoft.com/office/drawing/2014/main" id="{049B3365-36B4-07A8-6740-9088C537C85B}"/>
                </a:ext>
              </a:extLst>
            </p:cNvPr>
            <p:cNvCxnSpPr/>
            <p:nvPr/>
          </p:nvCxnSpPr>
          <p:spPr>
            <a:xfrm rot="5400000">
              <a:off x="6781801" y="3429001"/>
              <a:ext cx="6857998" cy="0"/>
            </a:xfrm>
            <a:prstGeom prst="line">
              <a:avLst/>
            </a:prstGeom>
            <a:noFill/>
            <a:ln w="6350" cap="rnd" cmpd="sng" algn="ctr">
              <a:solidFill>
                <a:srgbClr val="E9D6F2">
                  <a:alpha val="43922"/>
                </a:srgbClr>
              </a:solidFill>
              <a:prstDash val="solid"/>
              <a:round/>
            </a:ln>
            <a:effectLst/>
          </p:spPr>
        </p:cxnSp>
        <p:cxnSp>
          <p:nvCxnSpPr>
            <p:cNvPr id="311" name="小李PPT11-34">
              <a:extLst>
                <a:ext uri="{FF2B5EF4-FFF2-40B4-BE49-F238E27FC236}">
                  <a16:creationId xmlns:a16="http://schemas.microsoft.com/office/drawing/2014/main" id="{420CD8AD-E89C-827A-ABCF-1CEBFF0419BA}"/>
                </a:ext>
              </a:extLst>
            </p:cNvPr>
            <p:cNvCxnSpPr/>
            <p:nvPr/>
          </p:nvCxnSpPr>
          <p:spPr>
            <a:xfrm rot="5400000">
              <a:off x="6427982" y="3429001"/>
              <a:ext cx="6857998" cy="0"/>
            </a:xfrm>
            <a:prstGeom prst="line">
              <a:avLst/>
            </a:prstGeom>
            <a:noFill/>
            <a:ln w="6350" cap="rnd" cmpd="sng" algn="ctr">
              <a:solidFill>
                <a:srgbClr val="E9D6F2">
                  <a:alpha val="43922"/>
                </a:srgbClr>
              </a:solidFill>
              <a:prstDash val="solid"/>
              <a:round/>
            </a:ln>
            <a:effectLst/>
          </p:spPr>
        </p:cxnSp>
        <p:cxnSp>
          <p:nvCxnSpPr>
            <p:cNvPr id="312" name="小李PPT11-35">
              <a:extLst>
                <a:ext uri="{FF2B5EF4-FFF2-40B4-BE49-F238E27FC236}">
                  <a16:creationId xmlns:a16="http://schemas.microsoft.com/office/drawing/2014/main" id="{137F6894-5BEE-7333-0AA7-51A1C2BAD20B}"/>
                </a:ext>
              </a:extLst>
            </p:cNvPr>
            <p:cNvCxnSpPr/>
            <p:nvPr/>
          </p:nvCxnSpPr>
          <p:spPr>
            <a:xfrm rot="5400000">
              <a:off x="6074162" y="3429001"/>
              <a:ext cx="6857998" cy="0"/>
            </a:xfrm>
            <a:prstGeom prst="line">
              <a:avLst/>
            </a:prstGeom>
            <a:noFill/>
            <a:ln w="6350" cap="rnd" cmpd="sng" algn="ctr">
              <a:solidFill>
                <a:srgbClr val="E9D6F2">
                  <a:alpha val="43922"/>
                </a:srgbClr>
              </a:solidFill>
              <a:prstDash val="solid"/>
              <a:round/>
            </a:ln>
            <a:effectLst/>
          </p:spPr>
        </p:cxnSp>
        <p:cxnSp>
          <p:nvCxnSpPr>
            <p:cNvPr id="313" name="小李PPT11-36">
              <a:extLst>
                <a:ext uri="{FF2B5EF4-FFF2-40B4-BE49-F238E27FC236}">
                  <a16:creationId xmlns:a16="http://schemas.microsoft.com/office/drawing/2014/main" id="{277488F4-28EB-DBB0-868B-C75D2ED71605}"/>
                </a:ext>
              </a:extLst>
            </p:cNvPr>
            <p:cNvCxnSpPr/>
            <p:nvPr/>
          </p:nvCxnSpPr>
          <p:spPr>
            <a:xfrm rot="5400000">
              <a:off x="5720343" y="3429001"/>
              <a:ext cx="6857998" cy="0"/>
            </a:xfrm>
            <a:prstGeom prst="line">
              <a:avLst/>
            </a:prstGeom>
            <a:noFill/>
            <a:ln w="6350" cap="rnd" cmpd="sng" algn="ctr">
              <a:solidFill>
                <a:srgbClr val="E9D6F2">
                  <a:alpha val="43922"/>
                </a:srgbClr>
              </a:solidFill>
              <a:prstDash val="solid"/>
              <a:round/>
            </a:ln>
            <a:effectLst/>
          </p:spPr>
        </p:cxnSp>
        <p:cxnSp>
          <p:nvCxnSpPr>
            <p:cNvPr id="314" name="小李PPT11-37">
              <a:extLst>
                <a:ext uri="{FF2B5EF4-FFF2-40B4-BE49-F238E27FC236}">
                  <a16:creationId xmlns:a16="http://schemas.microsoft.com/office/drawing/2014/main" id="{87F177A2-A3F1-22FA-9DBD-ABFD01923873}"/>
                </a:ext>
              </a:extLst>
            </p:cNvPr>
            <p:cNvCxnSpPr/>
            <p:nvPr/>
          </p:nvCxnSpPr>
          <p:spPr>
            <a:xfrm rot="5400000">
              <a:off x="5366523" y="3429001"/>
              <a:ext cx="6857998" cy="0"/>
            </a:xfrm>
            <a:prstGeom prst="line">
              <a:avLst/>
            </a:prstGeom>
            <a:noFill/>
            <a:ln w="6350" cap="sq" cmpd="dbl" algn="ctr">
              <a:solidFill>
                <a:srgbClr val="E9D6F2">
                  <a:alpha val="43922"/>
                </a:srgbClr>
              </a:solidFill>
              <a:prstDash val="solid"/>
              <a:round/>
            </a:ln>
            <a:effectLst/>
          </p:spPr>
        </p:cxnSp>
        <p:cxnSp>
          <p:nvCxnSpPr>
            <p:cNvPr id="315" name="小李PPT11-38">
              <a:extLst>
                <a:ext uri="{FF2B5EF4-FFF2-40B4-BE49-F238E27FC236}">
                  <a16:creationId xmlns:a16="http://schemas.microsoft.com/office/drawing/2014/main" id="{0AECCCE5-CE1D-767C-75D0-BAF3B6E005EE}"/>
                </a:ext>
              </a:extLst>
            </p:cNvPr>
            <p:cNvCxnSpPr/>
            <p:nvPr/>
          </p:nvCxnSpPr>
          <p:spPr>
            <a:xfrm rot="5400000">
              <a:off x="5012704" y="3429001"/>
              <a:ext cx="6857998" cy="0"/>
            </a:xfrm>
            <a:prstGeom prst="line">
              <a:avLst/>
            </a:prstGeom>
            <a:noFill/>
            <a:ln w="6350" cap="rnd" cmpd="sng" algn="ctr">
              <a:solidFill>
                <a:srgbClr val="E9D6F2">
                  <a:alpha val="43922"/>
                </a:srgbClr>
              </a:solidFill>
              <a:prstDash val="solid"/>
              <a:round/>
            </a:ln>
            <a:effectLst/>
          </p:spPr>
        </p:cxnSp>
        <p:cxnSp>
          <p:nvCxnSpPr>
            <p:cNvPr id="316" name="小李PPT11-39">
              <a:extLst>
                <a:ext uri="{FF2B5EF4-FFF2-40B4-BE49-F238E27FC236}">
                  <a16:creationId xmlns:a16="http://schemas.microsoft.com/office/drawing/2014/main" id="{CB7F1A7A-E6A0-7A68-3F2B-34A01BDAC13B}"/>
                </a:ext>
              </a:extLst>
            </p:cNvPr>
            <p:cNvCxnSpPr/>
            <p:nvPr/>
          </p:nvCxnSpPr>
          <p:spPr>
            <a:xfrm rot="5400000">
              <a:off x="4658885" y="3429001"/>
              <a:ext cx="6857998" cy="0"/>
            </a:xfrm>
            <a:prstGeom prst="line">
              <a:avLst/>
            </a:prstGeom>
            <a:noFill/>
            <a:ln w="6350" cap="rnd" cmpd="sng" algn="ctr">
              <a:solidFill>
                <a:srgbClr val="E9D6F2">
                  <a:alpha val="43922"/>
                </a:srgbClr>
              </a:solidFill>
              <a:prstDash val="solid"/>
              <a:round/>
            </a:ln>
            <a:effectLst/>
          </p:spPr>
        </p:cxnSp>
        <p:cxnSp>
          <p:nvCxnSpPr>
            <p:cNvPr id="317" name="小李PPT11-40">
              <a:extLst>
                <a:ext uri="{FF2B5EF4-FFF2-40B4-BE49-F238E27FC236}">
                  <a16:creationId xmlns:a16="http://schemas.microsoft.com/office/drawing/2014/main" id="{9E312751-11DF-6422-C789-4B449ADC5DE9}"/>
                </a:ext>
              </a:extLst>
            </p:cNvPr>
            <p:cNvCxnSpPr/>
            <p:nvPr/>
          </p:nvCxnSpPr>
          <p:spPr>
            <a:xfrm rot="5400000">
              <a:off x="4305065" y="3429001"/>
              <a:ext cx="6857998" cy="0"/>
            </a:xfrm>
            <a:prstGeom prst="line">
              <a:avLst/>
            </a:prstGeom>
            <a:noFill/>
            <a:ln w="6350" cap="rnd" cmpd="sng" algn="ctr">
              <a:solidFill>
                <a:srgbClr val="E9D6F2">
                  <a:alpha val="43922"/>
                </a:srgbClr>
              </a:solidFill>
              <a:prstDash val="solid"/>
              <a:round/>
            </a:ln>
            <a:effectLst/>
          </p:spPr>
        </p:cxnSp>
        <p:cxnSp>
          <p:nvCxnSpPr>
            <p:cNvPr id="318" name="小李PPT11-41">
              <a:extLst>
                <a:ext uri="{FF2B5EF4-FFF2-40B4-BE49-F238E27FC236}">
                  <a16:creationId xmlns:a16="http://schemas.microsoft.com/office/drawing/2014/main" id="{F61C06DF-F39E-C689-56B9-7D96478DB0A2}"/>
                </a:ext>
              </a:extLst>
            </p:cNvPr>
            <p:cNvCxnSpPr/>
            <p:nvPr/>
          </p:nvCxnSpPr>
          <p:spPr>
            <a:xfrm rot="5400000">
              <a:off x="3951246" y="3429001"/>
              <a:ext cx="6857998" cy="0"/>
            </a:xfrm>
            <a:prstGeom prst="line">
              <a:avLst/>
            </a:prstGeom>
            <a:noFill/>
            <a:ln w="6350" cap="rnd" cmpd="sng" algn="ctr">
              <a:solidFill>
                <a:srgbClr val="E9D6F2">
                  <a:alpha val="43922"/>
                </a:srgbClr>
              </a:solidFill>
              <a:prstDash val="solid"/>
              <a:round/>
            </a:ln>
            <a:effectLst/>
          </p:spPr>
        </p:cxnSp>
        <p:cxnSp>
          <p:nvCxnSpPr>
            <p:cNvPr id="319" name="小李PPT11-42">
              <a:extLst>
                <a:ext uri="{FF2B5EF4-FFF2-40B4-BE49-F238E27FC236}">
                  <a16:creationId xmlns:a16="http://schemas.microsoft.com/office/drawing/2014/main" id="{821DE1F9-6A60-BD97-B7F4-92D265C76E6E}"/>
                </a:ext>
              </a:extLst>
            </p:cNvPr>
            <p:cNvCxnSpPr/>
            <p:nvPr/>
          </p:nvCxnSpPr>
          <p:spPr>
            <a:xfrm rot="5400000">
              <a:off x="3597426" y="3429001"/>
              <a:ext cx="6857998" cy="0"/>
            </a:xfrm>
            <a:prstGeom prst="line">
              <a:avLst/>
            </a:prstGeom>
            <a:noFill/>
            <a:ln w="6350" cap="rnd" cmpd="sng" algn="ctr">
              <a:solidFill>
                <a:srgbClr val="E9D6F2">
                  <a:alpha val="43922"/>
                </a:srgbClr>
              </a:solidFill>
              <a:prstDash val="solid"/>
              <a:round/>
            </a:ln>
            <a:effectLst/>
          </p:spPr>
        </p:cxnSp>
        <p:cxnSp>
          <p:nvCxnSpPr>
            <p:cNvPr id="320" name="小李PPT11-43">
              <a:extLst>
                <a:ext uri="{FF2B5EF4-FFF2-40B4-BE49-F238E27FC236}">
                  <a16:creationId xmlns:a16="http://schemas.microsoft.com/office/drawing/2014/main" id="{4DC49DD9-18C9-B5B1-AFC4-AAECE95C9F41}"/>
                </a:ext>
              </a:extLst>
            </p:cNvPr>
            <p:cNvCxnSpPr/>
            <p:nvPr/>
          </p:nvCxnSpPr>
          <p:spPr>
            <a:xfrm rot="5400000">
              <a:off x="3243607" y="3429001"/>
              <a:ext cx="6857998" cy="0"/>
            </a:xfrm>
            <a:prstGeom prst="line">
              <a:avLst/>
            </a:prstGeom>
            <a:noFill/>
            <a:ln w="6350" cap="rnd" cmpd="sng" algn="ctr">
              <a:solidFill>
                <a:srgbClr val="E9D6F2">
                  <a:alpha val="43922"/>
                </a:srgbClr>
              </a:solidFill>
              <a:prstDash val="solid"/>
              <a:round/>
            </a:ln>
            <a:effectLst/>
          </p:spPr>
        </p:cxnSp>
        <p:cxnSp>
          <p:nvCxnSpPr>
            <p:cNvPr id="321" name="小李PPT11-44">
              <a:extLst>
                <a:ext uri="{FF2B5EF4-FFF2-40B4-BE49-F238E27FC236}">
                  <a16:creationId xmlns:a16="http://schemas.microsoft.com/office/drawing/2014/main" id="{7F79D255-A1F0-9774-6C70-8389D2C97FDF}"/>
                </a:ext>
              </a:extLst>
            </p:cNvPr>
            <p:cNvCxnSpPr/>
            <p:nvPr/>
          </p:nvCxnSpPr>
          <p:spPr>
            <a:xfrm rot="5400000">
              <a:off x="2889789" y="3429001"/>
              <a:ext cx="6857998" cy="0"/>
            </a:xfrm>
            <a:prstGeom prst="line">
              <a:avLst/>
            </a:prstGeom>
            <a:noFill/>
            <a:ln w="6350" cap="rnd" cmpd="sng" algn="ctr">
              <a:solidFill>
                <a:srgbClr val="E9D6F2">
                  <a:alpha val="43922"/>
                </a:srgbClr>
              </a:solidFill>
              <a:prstDash val="solid"/>
              <a:round/>
            </a:ln>
            <a:effectLst/>
          </p:spPr>
        </p:cxnSp>
        <p:cxnSp>
          <p:nvCxnSpPr>
            <p:cNvPr id="322" name="小李PPT11-45">
              <a:extLst>
                <a:ext uri="{FF2B5EF4-FFF2-40B4-BE49-F238E27FC236}">
                  <a16:creationId xmlns:a16="http://schemas.microsoft.com/office/drawing/2014/main" id="{AF475B96-315D-746A-65A7-19DC016186CA}"/>
                </a:ext>
              </a:extLst>
            </p:cNvPr>
            <p:cNvCxnSpPr/>
            <p:nvPr/>
          </p:nvCxnSpPr>
          <p:spPr>
            <a:xfrm rot="5400000">
              <a:off x="2535969" y="3429001"/>
              <a:ext cx="6857998" cy="0"/>
            </a:xfrm>
            <a:prstGeom prst="line">
              <a:avLst/>
            </a:prstGeom>
            <a:noFill/>
            <a:ln w="6350" cap="rnd" cmpd="sng" algn="ctr">
              <a:solidFill>
                <a:srgbClr val="E9D6F2">
                  <a:alpha val="43922"/>
                </a:srgbClr>
              </a:solidFill>
              <a:prstDash val="solid"/>
              <a:round/>
            </a:ln>
            <a:effectLst/>
          </p:spPr>
        </p:cxnSp>
        <p:cxnSp>
          <p:nvCxnSpPr>
            <p:cNvPr id="323" name="小李PPT11-46">
              <a:extLst>
                <a:ext uri="{FF2B5EF4-FFF2-40B4-BE49-F238E27FC236}">
                  <a16:creationId xmlns:a16="http://schemas.microsoft.com/office/drawing/2014/main" id="{781B8F5A-DC8E-1A21-CDAF-9A4AC6FE1570}"/>
                </a:ext>
              </a:extLst>
            </p:cNvPr>
            <p:cNvCxnSpPr/>
            <p:nvPr/>
          </p:nvCxnSpPr>
          <p:spPr>
            <a:xfrm>
              <a:off x="0" y="5868315"/>
              <a:ext cx="12192000" cy="0"/>
            </a:xfrm>
            <a:prstGeom prst="line">
              <a:avLst/>
            </a:prstGeom>
            <a:noFill/>
            <a:ln w="6350" cap="rnd" cmpd="sng" algn="ctr">
              <a:solidFill>
                <a:srgbClr val="E9D6F2">
                  <a:alpha val="43922"/>
                </a:srgbClr>
              </a:solidFill>
              <a:prstDash val="solid"/>
              <a:round/>
            </a:ln>
            <a:effectLst/>
          </p:spPr>
        </p:cxnSp>
        <p:cxnSp>
          <p:nvCxnSpPr>
            <p:cNvPr id="324" name="小李PPT11-47">
              <a:extLst>
                <a:ext uri="{FF2B5EF4-FFF2-40B4-BE49-F238E27FC236}">
                  <a16:creationId xmlns:a16="http://schemas.microsoft.com/office/drawing/2014/main" id="{96479C3C-8F94-6780-E275-3B6ACB320E08}"/>
                </a:ext>
              </a:extLst>
            </p:cNvPr>
            <p:cNvCxnSpPr/>
            <p:nvPr/>
          </p:nvCxnSpPr>
          <p:spPr>
            <a:xfrm>
              <a:off x="0" y="6217616"/>
              <a:ext cx="12192000" cy="0"/>
            </a:xfrm>
            <a:prstGeom prst="line">
              <a:avLst/>
            </a:prstGeom>
            <a:noFill/>
            <a:ln w="6350" cap="rnd" cmpd="sng" algn="ctr">
              <a:solidFill>
                <a:srgbClr val="E9D6F2">
                  <a:alpha val="43922"/>
                </a:srgbClr>
              </a:solidFill>
              <a:prstDash val="solid"/>
              <a:round/>
            </a:ln>
            <a:effectLst/>
          </p:spPr>
        </p:cxnSp>
        <p:cxnSp>
          <p:nvCxnSpPr>
            <p:cNvPr id="325" name="小李PPT11-48">
              <a:extLst>
                <a:ext uri="{FF2B5EF4-FFF2-40B4-BE49-F238E27FC236}">
                  <a16:creationId xmlns:a16="http://schemas.microsoft.com/office/drawing/2014/main" id="{E1E294E3-8556-D46B-FF78-3E32C6CFAC92}"/>
                </a:ext>
              </a:extLst>
            </p:cNvPr>
            <p:cNvCxnSpPr/>
            <p:nvPr/>
          </p:nvCxnSpPr>
          <p:spPr>
            <a:xfrm>
              <a:off x="0" y="6566917"/>
              <a:ext cx="12192000" cy="0"/>
            </a:xfrm>
            <a:prstGeom prst="line">
              <a:avLst/>
            </a:prstGeom>
            <a:noFill/>
            <a:ln w="6350" cap="rnd" cmpd="sng" algn="ctr">
              <a:solidFill>
                <a:srgbClr val="E9D6F2">
                  <a:alpha val="43922"/>
                </a:srgbClr>
              </a:solidFill>
              <a:prstDash val="solid"/>
              <a:round/>
            </a:ln>
            <a:effectLst/>
          </p:spPr>
        </p:cxnSp>
        <p:cxnSp>
          <p:nvCxnSpPr>
            <p:cNvPr id="326" name="小李PPT11-49">
              <a:extLst>
                <a:ext uri="{FF2B5EF4-FFF2-40B4-BE49-F238E27FC236}">
                  <a16:creationId xmlns:a16="http://schemas.microsoft.com/office/drawing/2014/main" id="{7346756B-3873-E60D-A288-7E9A8DFEA634}"/>
                </a:ext>
              </a:extLst>
            </p:cNvPr>
            <p:cNvCxnSpPr/>
            <p:nvPr/>
          </p:nvCxnSpPr>
          <p:spPr>
            <a:xfrm rot="5400000">
              <a:off x="8532255" y="3429001"/>
              <a:ext cx="6857998" cy="0"/>
            </a:xfrm>
            <a:prstGeom prst="line">
              <a:avLst/>
            </a:prstGeom>
            <a:noFill/>
            <a:ln w="6350" cap="rnd" cmpd="sng" algn="ctr">
              <a:solidFill>
                <a:srgbClr val="E9D6F2">
                  <a:alpha val="43922"/>
                </a:srgbClr>
              </a:solidFill>
              <a:prstDash val="solid"/>
              <a:round/>
            </a:ln>
            <a:effectLst/>
          </p:spPr>
        </p:cxnSp>
        <p:cxnSp>
          <p:nvCxnSpPr>
            <p:cNvPr id="327" name="小李PPT11-50">
              <a:extLst>
                <a:ext uri="{FF2B5EF4-FFF2-40B4-BE49-F238E27FC236}">
                  <a16:creationId xmlns:a16="http://schemas.microsoft.com/office/drawing/2014/main" id="{0A6E9455-03E3-BADC-DDE6-9A8E6C11EF94}"/>
                </a:ext>
              </a:extLst>
            </p:cNvPr>
            <p:cNvCxnSpPr/>
            <p:nvPr/>
          </p:nvCxnSpPr>
          <p:spPr>
            <a:xfrm rot="5400000">
              <a:off x="8178436" y="3429001"/>
              <a:ext cx="6857998" cy="0"/>
            </a:xfrm>
            <a:prstGeom prst="line">
              <a:avLst/>
            </a:prstGeom>
            <a:noFill/>
            <a:ln w="6350" cap="rnd" cmpd="sng" algn="ctr">
              <a:solidFill>
                <a:srgbClr val="E9D6F2">
                  <a:alpha val="43922"/>
                </a:srgbClr>
              </a:solidFill>
              <a:prstDash val="solid"/>
              <a:round/>
            </a:ln>
            <a:effectLst/>
          </p:spPr>
        </p:cxnSp>
        <p:cxnSp>
          <p:nvCxnSpPr>
            <p:cNvPr id="328" name="小李PPT11-51">
              <a:extLst>
                <a:ext uri="{FF2B5EF4-FFF2-40B4-BE49-F238E27FC236}">
                  <a16:creationId xmlns:a16="http://schemas.microsoft.com/office/drawing/2014/main" id="{2225C28C-74AF-D02A-A946-AF945155C451}"/>
                </a:ext>
              </a:extLst>
            </p:cNvPr>
            <p:cNvCxnSpPr/>
            <p:nvPr/>
          </p:nvCxnSpPr>
          <p:spPr>
            <a:xfrm rot="5400000">
              <a:off x="7824616" y="3429001"/>
              <a:ext cx="6857998" cy="0"/>
            </a:xfrm>
            <a:prstGeom prst="line">
              <a:avLst/>
            </a:prstGeom>
            <a:noFill/>
            <a:ln w="6350" cap="rnd" cmpd="sng" algn="ctr">
              <a:solidFill>
                <a:srgbClr val="E9D6F2">
                  <a:alpha val="43922"/>
                </a:srgbClr>
              </a:solidFill>
              <a:prstDash val="solid"/>
              <a:round/>
            </a:ln>
            <a:effectLst/>
          </p:spPr>
        </p:cxnSp>
        <p:cxnSp>
          <p:nvCxnSpPr>
            <p:cNvPr id="329" name="小李PPT11-52">
              <a:extLst>
                <a:ext uri="{FF2B5EF4-FFF2-40B4-BE49-F238E27FC236}">
                  <a16:creationId xmlns:a16="http://schemas.microsoft.com/office/drawing/2014/main" id="{36812C8E-00B0-954B-26D4-E52E0009D8D6}"/>
                </a:ext>
              </a:extLst>
            </p:cNvPr>
            <p:cNvCxnSpPr/>
            <p:nvPr/>
          </p:nvCxnSpPr>
          <p:spPr>
            <a:xfrm rot="5400000">
              <a:off x="7470797" y="3429001"/>
              <a:ext cx="6857998" cy="0"/>
            </a:xfrm>
            <a:prstGeom prst="line">
              <a:avLst/>
            </a:prstGeom>
            <a:noFill/>
            <a:ln w="6350" cap="rnd" cmpd="sng" algn="ctr">
              <a:solidFill>
                <a:srgbClr val="E9D6F2">
                  <a:alpha val="43922"/>
                </a:srgbClr>
              </a:solidFill>
              <a:prstDash val="solid"/>
              <a:round/>
            </a:ln>
            <a:effectLst/>
          </p:spPr>
        </p:cxnSp>
        <p:cxnSp>
          <p:nvCxnSpPr>
            <p:cNvPr id="330" name="小李PPT11-53">
              <a:extLst>
                <a:ext uri="{FF2B5EF4-FFF2-40B4-BE49-F238E27FC236}">
                  <a16:creationId xmlns:a16="http://schemas.microsoft.com/office/drawing/2014/main" id="{AAA0CBAD-C7A5-2E8C-B487-49E82FAF197F}"/>
                </a:ext>
              </a:extLst>
            </p:cNvPr>
            <p:cNvCxnSpPr/>
            <p:nvPr/>
          </p:nvCxnSpPr>
          <p:spPr>
            <a:xfrm rot="5400000">
              <a:off x="7116978" y="3429001"/>
              <a:ext cx="6857998" cy="0"/>
            </a:xfrm>
            <a:prstGeom prst="line">
              <a:avLst/>
            </a:prstGeom>
            <a:noFill/>
            <a:ln w="6350" cap="rnd" cmpd="sng" algn="ctr">
              <a:solidFill>
                <a:srgbClr val="E9D6F2">
                  <a:alpha val="43922"/>
                </a:srgbClr>
              </a:solidFill>
              <a:prstDash val="solid"/>
              <a:round/>
            </a:ln>
            <a:effectLst/>
          </p:spPr>
        </p:cxnSp>
      </p:grpSp>
      <p:sp>
        <p:nvSpPr>
          <p:cNvPr id="274" name="小李PPT1"/>
          <p:cNvSpPr/>
          <p:nvPr>
            <p:custDataLst>
              <p:tags r:id="rId2"/>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3"/>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4"/>
            </p:custDataLst>
          </p:nvPr>
        </p:nvSpPr>
        <p:spPr>
          <a:xfrm>
            <a:off x="4000500" y="-914400"/>
            <a:ext cx="635000" cy="635000"/>
          </a:xfrm>
          <a:prstGeom prst="rect">
            <a:avLst/>
          </a:prstGeom>
          <a:solidFill>
            <a:srgbClr val="F5BEF0"/>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5"/>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6"/>
            </p:custDataLst>
          </p:nvPr>
        </p:nvSpPr>
        <p:spPr>
          <a:xfrm>
            <a:off x="5778500" y="-914400"/>
            <a:ext cx="635000" cy="635000"/>
          </a:xfrm>
          <a:prstGeom prst="rect">
            <a:avLst/>
          </a:prstGeom>
          <a:solidFill>
            <a:srgbClr val="8FE6FC"/>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7"/>
            </p:custDataLst>
          </p:nvPr>
        </p:nvSpPr>
        <p:spPr>
          <a:xfrm>
            <a:off x="6540500" y="-946659"/>
            <a:ext cx="635000" cy="635000"/>
          </a:xfrm>
          <a:prstGeom prst="rect">
            <a:avLst/>
          </a:prstGeom>
          <a:solidFill>
            <a:srgbClr val="E0132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8"/>
            </p:custDataLst>
          </p:nvPr>
        </p:nvSpPr>
        <p:spPr>
          <a:xfrm>
            <a:off x="7302500" y="-914400"/>
            <a:ext cx="635000" cy="635000"/>
          </a:xfrm>
          <a:prstGeom prst="rect">
            <a:avLst/>
          </a:prstGeom>
          <a:solidFill>
            <a:srgbClr val="3F4BD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9"/>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10"/>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1"/>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332" name="组合 331">
            <a:extLst>
              <a:ext uri="{FF2B5EF4-FFF2-40B4-BE49-F238E27FC236}">
                <a16:creationId xmlns:a16="http://schemas.microsoft.com/office/drawing/2014/main" id="{48CB0609-70FF-2A70-3406-9F56BA4134F6}"/>
              </a:ext>
            </a:extLst>
          </p:cNvPr>
          <p:cNvGrpSpPr/>
          <p:nvPr/>
        </p:nvGrpSpPr>
        <p:grpSpPr>
          <a:xfrm>
            <a:off x="192793" y="185088"/>
            <a:ext cx="5541145" cy="731415"/>
            <a:chOff x="412929" y="337490"/>
            <a:chExt cx="5638629" cy="779029"/>
          </a:xfrm>
        </p:grpSpPr>
        <p:grpSp>
          <p:nvGrpSpPr>
            <p:cNvPr id="68" name="组合 67">
              <a:extLst>
                <a:ext uri="{FF2B5EF4-FFF2-40B4-BE49-F238E27FC236}">
                  <a16:creationId xmlns:a16="http://schemas.microsoft.com/office/drawing/2014/main" id="{DEAD473B-E94B-4204-C07D-2B71699982A3}"/>
                </a:ext>
              </a:extLst>
            </p:cNvPr>
            <p:cNvGrpSpPr/>
            <p:nvPr/>
          </p:nvGrpSpPr>
          <p:grpSpPr>
            <a:xfrm>
              <a:off x="412929" y="337490"/>
              <a:ext cx="5638629" cy="779029"/>
              <a:chOff x="392813" y="373931"/>
              <a:chExt cx="3163915" cy="483849"/>
            </a:xfrm>
          </p:grpSpPr>
          <p:sp>
            <p:nvSpPr>
              <p:cNvPr id="27" name="任意多边形: 形状 61">
                <a:extLst>
                  <a:ext uri="{FF2B5EF4-FFF2-40B4-BE49-F238E27FC236}">
                    <a16:creationId xmlns:a16="http://schemas.microsoft.com/office/drawing/2014/main" id="{4568F332-B380-6EC4-9315-8C954162131A}"/>
                  </a:ext>
                </a:extLst>
              </p:cNvPr>
              <p:cNvSpPr/>
              <p:nvPr/>
            </p:nvSpPr>
            <p:spPr>
              <a:xfrm>
                <a:off x="522287" y="427864"/>
                <a:ext cx="3034441" cy="375982"/>
              </a:xfrm>
              <a:prstGeom prst="parallelogram">
                <a:avLst>
                  <a:gd name="adj" fmla="val 52926"/>
                </a:avLst>
              </a:prstGeom>
              <a:gradFill flip="none" rotWithShape="1">
                <a:gsLst>
                  <a:gs pos="0">
                    <a:srgbClr val="FFFFFF"/>
                  </a:gs>
                  <a:gs pos="100000">
                    <a:srgbClr val="BB39A0">
                      <a:alpha val="84000"/>
                    </a:srgbClr>
                  </a:gs>
                </a:gsLst>
                <a:lin ang="10800000" scaled="1"/>
                <a:tileRect/>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2" name="任意多边形: 形状 61">
                <a:extLst>
                  <a:ext uri="{FF2B5EF4-FFF2-40B4-BE49-F238E27FC236}">
                    <a16:creationId xmlns:a16="http://schemas.microsoft.com/office/drawing/2014/main" id="{B4D704B6-5055-FA81-4A4E-ED7DBFD438E4}"/>
                  </a:ext>
                </a:extLst>
              </p:cNvPr>
              <p:cNvSpPr/>
              <p:nvPr/>
            </p:nvSpPr>
            <p:spPr>
              <a:xfrm>
                <a:off x="392813" y="399042"/>
                <a:ext cx="221149" cy="260109"/>
              </a:xfrm>
              <a:prstGeom prst="parallelogram">
                <a:avLst>
                  <a:gd name="adj" fmla="val 64309"/>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任意多边形: 形状 61">
                <a:extLst>
                  <a:ext uri="{FF2B5EF4-FFF2-40B4-BE49-F238E27FC236}">
                    <a16:creationId xmlns:a16="http://schemas.microsoft.com/office/drawing/2014/main" id="{A5B511BF-BB56-51CC-5CE5-FD63596A28A8}"/>
                  </a:ext>
                </a:extLst>
              </p:cNvPr>
              <p:cNvSpPr/>
              <p:nvPr/>
            </p:nvSpPr>
            <p:spPr>
              <a:xfrm>
                <a:off x="407458" y="373931"/>
                <a:ext cx="413280" cy="483849"/>
              </a:xfrm>
              <a:prstGeom prst="parallelogram">
                <a:avLst>
                  <a:gd name="adj" fmla="val 61503"/>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331" name="小李PPT1">
              <a:extLst>
                <a:ext uri="{FF2B5EF4-FFF2-40B4-BE49-F238E27FC236}">
                  <a16:creationId xmlns:a16="http://schemas.microsoft.com/office/drawing/2014/main" id="{60296E81-9909-1F74-9C79-5EB97E854FAC}"/>
                </a:ext>
              </a:extLst>
            </p:cNvPr>
            <p:cNvSpPr txBox="1"/>
            <p:nvPr/>
          </p:nvSpPr>
          <p:spPr>
            <a:xfrm>
              <a:off x="1033485" y="401778"/>
              <a:ext cx="3521030" cy="667385"/>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200" dirty="0">
                  <a:solidFill>
                    <a:schemeClr val="tx1">
                      <a:lumMod val="95000"/>
                      <a:lumOff val="5000"/>
                    </a:schemeClr>
                  </a:solidFill>
                  <a:latin typeface="汉仪劲楷简" panose="00020600040101010101" charset="-122"/>
                  <a:ea typeface="汉仪劲楷简" panose="00020600040101010101" charset="-122"/>
                  <a:sym typeface="+mn-ea"/>
                </a:rPr>
                <a:t>3.2 </a:t>
              </a:r>
              <a:r>
                <a:rPr lang="zh-CN" altLang="en-US" sz="3200" dirty="0">
                  <a:solidFill>
                    <a:schemeClr val="tx1">
                      <a:lumMod val="95000"/>
                      <a:lumOff val="5000"/>
                    </a:schemeClr>
                  </a:solidFill>
                  <a:latin typeface="汉仪劲楷简" panose="00020600040101010101" charset="-122"/>
                  <a:ea typeface="汉仪劲楷简" panose="00020600040101010101" charset="-122"/>
                  <a:sym typeface="+mn-ea"/>
                </a:rPr>
                <a:t>潜在空间模型</a:t>
              </a:r>
              <a:endParaRPr lang="zh-CN" altLang="en-US" sz="3200" noProof="0" dirty="0">
                <a:ln>
                  <a:noFill/>
                </a:ln>
                <a:solidFill>
                  <a:schemeClr val="tx1">
                    <a:lumMod val="95000"/>
                    <a:lumOff val="5000"/>
                  </a:schemeClr>
                </a:solidFill>
                <a:effectLst/>
                <a:uLnTx/>
                <a:uFillTx/>
                <a:latin typeface="汉仪劲楷简" panose="00020600040101010101" charset="-122"/>
                <a:ea typeface="汉仪劲楷简" panose="00020600040101010101" charset="-122"/>
                <a:sym typeface="+mn-ea"/>
              </a:endParaRPr>
            </a:p>
          </p:txBody>
        </p:sp>
      </p:grpSp>
      <p:pic>
        <p:nvPicPr>
          <p:cNvPr id="18" name="图片 17" descr="图片包含 桌子, 小, 蛋糕, 蓝色&#10;&#10;描述已自动生成">
            <a:extLst>
              <a:ext uri="{FF2B5EF4-FFF2-40B4-BE49-F238E27FC236}">
                <a16:creationId xmlns:a16="http://schemas.microsoft.com/office/drawing/2014/main" id="{AB1D1039-27DB-2B41-FBFE-19FF976D648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618230" y="223047"/>
            <a:ext cx="1334417" cy="667209"/>
          </a:xfrm>
          <a:prstGeom prst="rect">
            <a:avLst/>
          </a:prstGeom>
        </p:spPr>
      </p:pic>
      <p:pic>
        <p:nvPicPr>
          <p:cNvPr id="334" name="图片 333" descr="e4f8873b48c92a912ad2b76d31d4d59">
            <a:extLst>
              <a:ext uri="{FF2B5EF4-FFF2-40B4-BE49-F238E27FC236}">
                <a16:creationId xmlns:a16="http://schemas.microsoft.com/office/drawing/2014/main" id="{BCB23CF7-1F66-1D05-9CE3-30C4BBFA903D}"/>
              </a:ext>
            </a:extLst>
          </p:cNvPr>
          <p:cNvPicPr>
            <a:picLocks noChangeAspect="1"/>
          </p:cNvPicPr>
          <p:nvPr/>
        </p:nvPicPr>
        <p:blipFill>
          <a:blip r:embed="rId16"/>
          <a:stretch>
            <a:fillRect/>
          </a:stretch>
        </p:blipFill>
        <p:spPr>
          <a:xfrm>
            <a:off x="9728122" y="193111"/>
            <a:ext cx="708660" cy="708660"/>
          </a:xfrm>
          <a:prstGeom prst="rect">
            <a:avLst/>
          </a:prstGeom>
        </p:spPr>
      </p:pic>
      <p:grpSp>
        <p:nvGrpSpPr>
          <p:cNvPr id="335" name="组合 334">
            <a:extLst>
              <a:ext uri="{FF2B5EF4-FFF2-40B4-BE49-F238E27FC236}">
                <a16:creationId xmlns:a16="http://schemas.microsoft.com/office/drawing/2014/main" id="{3FCA09F8-FBF9-D014-4D7A-7578A8F09146}"/>
              </a:ext>
            </a:extLst>
          </p:cNvPr>
          <p:cNvGrpSpPr/>
          <p:nvPr/>
        </p:nvGrpSpPr>
        <p:grpSpPr>
          <a:xfrm>
            <a:off x="7354620" y="305784"/>
            <a:ext cx="2162937" cy="506745"/>
            <a:chOff x="7239" y="4557"/>
            <a:chExt cx="3500" cy="820"/>
          </a:xfrm>
          <a:gradFill>
            <a:gsLst>
              <a:gs pos="0">
                <a:srgbClr val="923EBA"/>
              </a:gs>
              <a:gs pos="96000">
                <a:srgbClr val="F7F0FA"/>
              </a:gs>
            </a:gsLst>
            <a:lin ang="10800000" scaled="0"/>
          </a:gradFill>
        </p:grpSpPr>
        <p:sp>
          <p:nvSpPr>
            <p:cNvPr id="336" name="燕尾形 25">
              <a:extLst>
                <a:ext uri="{FF2B5EF4-FFF2-40B4-BE49-F238E27FC236}">
                  <a16:creationId xmlns:a16="http://schemas.microsoft.com/office/drawing/2014/main" id="{AF22FDF5-8757-453D-6866-D0167DB67BC3}"/>
                </a:ext>
              </a:extLst>
            </p:cNvPr>
            <p:cNvSpPr/>
            <p:nvPr/>
          </p:nvSpPr>
          <p:spPr>
            <a:xfrm>
              <a:off x="72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7" name="燕尾形 67">
              <a:extLst>
                <a:ext uri="{FF2B5EF4-FFF2-40B4-BE49-F238E27FC236}">
                  <a16:creationId xmlns:a16="http://schemas.microsoft.com/office/drawing/2014/main" id="{3D9A2FEE-E11C-54D3-7206-76A4D85A3C86}"/>
                </a:ext>
              </a:extLst>
            </p:cNvPr>
            <p:cNvSpPr/>
            <p:nvPr/>
          </p:nvSpPr>
          <p:spPr>
            <a:xfrm>
              <a:off x="79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8" name="燕尾形 68">
              <a:extLst>
                <a:ext uri="{FF2B5EF4-FFF2-40B4-BE49-F238E27FC236}">
                  <a16:creationId xmlns:a16="http://schemas.microsoft.com/office/drawing/2014/main" id="{12C0406F-FBDA-2A3F-CEB6-3AA17989E84D}"/>
                </a:ext>
              </a:extLst>
            </p:cNvPr>
            <p:cNvSpPr/>
            <p:nvPr/>
          </p:nvSpPr>
          <p:spPr>
            <a:xfrm>
              <a:off x="86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9" name="燕尾形 69">
              <a:extLst>
                <a:ext uri="{FF2B5EF4-FFF2-40B4-BE49-F238E27FC236}">
                  <a16:creationId xmlns:a16="http://schemas.microsoft.com/office/drawing/2014/main" id="{8BC960A3-4D4E-BF0F-1275-02E83D81B554}"/>
                </a:ext>
              </a:extLst>
            </p:cNvPr>
            <p:cNvSpPr/>
            <p:nvPr/>
          </p:nvSpPr>
          <p:spPr>
            <a:xfrm>
              <a:off x="93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40" name="燕尾形 77">
              <a:extLst>
                <a:ext uri="{FF2B5EF4-FFF2-40B4-BE49-F238E27FC236}">
                  <a16:creationId xmlns:a16="http://schemas.microsoft.com/office/drawing/2014/main" id="{53C60A93-71F9-9093-80FE-03C8C04849D1}"/>
                </a:ext>
              </a:extLst>
            </p:cNvPr>
            <p:cNvSpPr/>
            <p:nvPr/>
          </p:nvSpPr>
          <p:spPr>
            <a:xfrm>
              <a:off x="100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pic>
        <p:nvPicPr>
          <p:cNvPr id="2" name="图片 1">
            <a:extLst>
              <a:ext uri="{FF2B5EF4-FFF2-40B4-BE49-F238E27FC236}">
                <a16:creationId xmlns:a16="http://schemas.microsoft.com/office/drawing/2014/main" id="{1681F908-EEAA-FF98-4DE2-F96EC8997190}"/>
              </a:ext>
            </a:extLst>
          </p:cNvPr>
          <p:cNvPicPr>
            <a:picLocks noChangeAspect="1"/>
          </p:cNvPicPr>
          <p:nvPr/>
        </p:nvPicPr>
        <p:blipFill>
          <a:blip r:embed="rId17"/>
          <a:stretch>
            <a:fillRect/>
          </a:stretch>
        </p:blipFill>
        <p:spPr>
          <a:xfrm>
            <a:off x="2678542" y="964026"/>
            <a:ext cx="1840473" cy="418731"/>
          </a:xfrm>
          <a:prstGeom prst="rect">
            <a:avLst/>
          </a:prstGeom>
        </p:spPr>
      </p:pic>
      <p:pic>
        <p:nvPicPr>
          <p:cNvPr id="4" name="图片 3">
            <a:extLst>
              <a:ext uri="{FF2B5EF4-FFF2-40B4-BE49-F238E27FC236}">
                <a16:creationId xmlns:a16="http://schemas.microsoft.com/office/drawing/2014/main" id="{D9F53AA7-C622-2128-AFCD-B0CEA0B48DCD}"/>
              </a:ext>
            </a:extLst>
          </p:cNvPr>
          <p:cNvPicPr>
            <a:picLocks noChangeAspect="1"/>
          </p:cNvPicPr>
          <p:nvPr/>
        </p:nvPicPr>
        <p:blipFill>
          <a:blip r:embed="rId18"/>
          <a:stretch>
            <a:fillRect/>
          </a:stretch>
        </p:blipFill>
        <p:spPr>
          <a:xfrm>
            <a:off x="2632288" y="1854495"/>
            <a:ext cx="9359586" cy="766107"/>
          </a:xfrm>
          <a:prstGeom prst="rect">
            <a:avLst/>
          </a:prstGeom>
        </p:spPr>
      </p:pic>
      <p:pic>
        <p:nvPicPr>
          <p:cNvPr id="6" name="图片 5">
            <a:extLst>
              <a:ext uri="{FF2B5EF4-FFF2-40B4-BE49-F238E27FC236}">
                <a16:creationId xmlns:a16="http://schemas.microsoft.com/office/drawing/2014/main" id="{993457EE-0F90-5BD4-B8A1-31A3E32D0C08}"/>
              </a:ext>
            </a:extLst>
          </p:cNvPr>
          <p:cNvPicPr>
            <a:picLocks noChangeAspect="1"/>
          </p:cNvPicPr>
          <p:nvPr/>
        </p:nvPicPr>
        <p:blipFill>
          <a:blip r:embed="rId19"/>
          <a:stretch>
            <a:fillRect/>
          </a:stretch>
        </p:blipFill>
        <p:spPr>
          <a:xfrm>
            <a:off x="2698387" y="5933733"/>
            <a:ext cx="5452206" cy="649447"/>
          </a:xfrm>
          <a:prstGeom prst="rect">
            <a:avLst/>
          </a:prstGeom>
        </p:spPr>
      </p:pic>
      <p:sp>
        <p:nvSpPr>
          <p:cNvPr id="7" name="文本框 6">
            <a:extLst>
              <a:ext uri="{FF2B5EF4-FFF2-40B4-BE49-F238E27FC236}">
                <a16:creationId xmlns:a16="http://schemas.microsoft.com/office/drawing/2014/main" id="{3FEE74F6-0AEF-89F5-9D7B-C11B36714A48}"/>
              </a:ext>
            </a:extLst>
          </p:cNvPr>
          <p:cNvSpPr txBox="1"/>
          <p:nvPr/>
        </p:nvSpPr>
        <p:spPr>
          <a:xfrm>
            <a:off x="984329" y="857316"/>
            <a:ext cx="1377448" cy="610041"/>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nSpc>
                <a:spcPct val="100000"/>
              </a:lnSpc>
            </a:pPr>
            <a:r>
              <a:rPr lang="zh-CN" altLang="en-US" sz="2200" dirty="0">
                <a:solidFill>
                  <a:schemeClr val="tx1">
                    <a:lumMod val="95000"/>
                    <a:lumOff val="5000"/>
                  </a:schemeClr>
                </a:solidFill>
                <a:latin typeface="汉仪劲楷简" panose="00020600040101010101" charset="-122"/>
                <a:ea typeface="汉仪劲楷简" panose="00020600040101010101" charset="-122"/>
              </a:rPr>
              <a:t>影响力   ：   </a:t>
            </a:r>
          </a:p>
        </p:txBody>
      </p:sp>
      <p:pic>
        <p:nvPicPr>
          <p:cNvPr id="9" name="图片 8">
            <a:extLst>
              <a:ext uri="{FF2B5EF4-FFF2-40B4-BE49-F238E27FC236}">
                <a16:creationId xmlns:a16="http://schemas.microsoft.com/office/drawing/2014/main" id="{AA4486CF-A836-129F-0F39-B68687B0801C}"/>
              </a:ext>
            </a:extLst>
          </p:cNvPr>
          <p:cNvPicPr>
            <a:picLocks noChangeAspect="1"/>
          </p:cNvPicPr>
          <p:nvPr/>
        </p:nvPicPr>
        <p:blipFill>
          <a:blip r:embed="rId20"/>
          <a:stretch>
            <a:fillRect/>
          </a:stretch>
        </p:blipFill>
        <p:spPr>
          <a:xfrm>
            <a:off x="1883505" y="1001172"/>
            <a:ext cx="387193" cy="339644"/>
          </a:xfrm>
          <a:prstGeom prst="rect">
            <a:avLst/>
          </a:prstGeom>
        </p:spPr>
      </p:pic>
      <p:sp>
        <p:nvSpPr>
          <p:cNvPr id="10" name="文本框 9">
            <a:extLst>
              <a:ext uri="{FF2B5EF4-FFF2-40B4-BE49-F238E27FC236}">
                <a16:creationId xmlns:a16="http://schemas.microsoft.com/office/drawing/2014/main" id="{C98904C1-2D79-2C33-C621-72B13B7006C2}"/>
              </a:ext>
            </a:extLst>
          </p:cNvPr>
          <p:cNvSpPr txBox="1"/>
          <p:nvPr/>
        </p:nvSpPr>
        <p:spPr>
          <a:xfrm>
            <a:off x="989650" y="1347614"/>
            <a:ext cx="1223146" cy="610041"/>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nSpc>
                <a:spcPct val="100000"/>
              </a:lnSpc>
            </a:pPr>
            <a:r>
              <a:rPr lang="zh-CN" altLang="en-US" sz="2200" dirty="0">
                <a:solidFill>
                  <a:schemeClr val="tx1">
                    <a:lumMod val="95000"/>
                    <a:lumOff val="5000"/>
                  </a:schemeClr>
                </a:solidFill>
                <a:latin typeface="汉仪劲楷简" panose="00020600040101010101" charset="-122"/>
                <a:ea typeface="汉仪劲楷简" panose="00020600040101010101" charset="-122"/>
              </a:rPr>
              <a:t>边生成概率：   </a:t>
            </a:r>
          </a:p>
        </p:txBody>
      </p:sp>
      <p:sp>
        <p:nvSpPr>
          <p:cNvPr id="11" name="文本框 10">
            <a:extLst>
              <a:ext uri="{FF2B5EF4-FFF2-40B4-BE49-F238E27FC236}">
                <a16:creationId xmlns:a16="http://schemas.microsoft.com/office/drawing/2014/main" id="{5FD4C6D1-168B-B37E-8DF4-342B1E3B1C16}"/>
              </a:ext>
            </a:extLst>
          </p:cNvPr>
          <p:cNvSpPr txBox="1"/>
          <p:nvPr/>
        </p:nvSpPr>
        <p:spPr>
          <a:xfrm>
            <a:off x="1138631" y="1896607"/>
            <a:ext cx="1223146" cy="610041"/>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nSpc>
                <a:spcPct val="100000"/>
              </a:lnSpc>
            </a:pPr>
            <a:r>
              <a:rPr lang="zh-CN" altLang="en-US" sz="2200" dirty="0">
                <a:solidFill>
                  <a:schemeClr val="tx1">
                    <a:lumMod val="95000"/>
                    <a:lumOff val="5000"/>
                  </a:schemeClr>
                </a:solidFill>
                <a:latin typeface="汉仪劲楷简" panose="00020600040101010101" charset="-122"/>
                <a:ea typeface="汉仪劲楷简" panose="00020600040101010101" charset="-122"/>
              </a:rPr>
              <a:t>传递性：   </a:t>
            </a:r>
          </a:p>
        </p:txBody>
      </p:sp>
      <p:sp>
        <p:nvSpPr>
          <p:cNvPr id="13" name="文本框 12">
            <a:extLst>
              <a:ext uri="{FF2B5EF4-FFF2-40B4-BE49-F238E27FC236}">
                <a16:creationId xmlns:a16="http://schemas.microsoft.com/office/drawing/2014/main" id="{2EDEA7AE-DB95-817C-058E-074B930C56D2}"/>
              </a:ext>
            </a:extLst>
          </p:cNvPr>
          <p:cNvSpPr txBox="1"/>
          <p:nvPr/>
        </p:nvSpPr>
        <p:spPr>
          <a:xfrm>
            <a:off x="912140" y="5465782"/>
            <a:ext cx="1223146" cy="610041"/>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nSpc>
                <a:spcPct val="100000"/>
              </a:lnSpc>
            </a:pPr>
            <a:r>
              <a:rPr lang="zh-CN" altLang="en-US" sz="2200" dirty="0">
                <a:solidFill>
                  <a:schemeClr val="tx1">
                    <a:lumMod val="95000"/>
                    <a:lumOff val="5000"/>
                  </a:schemeClr>
                </a:solidFill>
                <a:latin typeface="汉仪劲楷简" panose="00020600040101010101" charset="-122"/>
                <a:ea typeface="汉仪劲楷简" panose="00020600040101010101" charset="-122"/>
              </a:rPr>
              <a:t>参数估计：   </a:t>
            </a:r>
          </a:p>
        </p:txBody>
      </p:sp>
      <p:pic>
        <p:nvPicPr>
          <p:cNvPr id="3" name="图片 2">
            <a:extLst>
              <a:ext uri="{FF2B5EF4-FFF2-40B4-BE49-F238E27FC236}">
                <a16:creationId xmlns:a16="http://schemas.microsoft.com/office/drawing/2014/main" id="{FE7E500E-9199-3313-4AEE-B8AE8050E802}"/>
              </a:ext>
            </a:extLst>
          </p:cNvPr>
          <p:cNvPicPr>
            <a:picLocks noChangeAspect="1"/>
          </p:cNvPicPr>
          <p:nvPr/>
        </p:nvPicPr>
        <p:blipFill>
          <a:blip r:embed="rId21"/>
          <a:stretch>
            <a:fillRect/>
          </a:stretch>
        </p:blipFill>
        <p:spPr>
          <a:xfrm>
            <a:off x="2676833" y="1394526"/>
            <a:ext cx="6003685" cy="541861"/>
          </a:xfrm>
          <a:prstGeom prst="rect">
            <a:avLst/>
          </a:prstGeom>
        </p:spPr>
      </p:pic>
      <p:pic>
        <p:nvPicPr>
          <p:cNvPr id="5" name="图片 4">
            <a:extLst>
              <a:ext uri="{FF2B5EF4-FFF2-40B4-BE49-F238E27FC236}">
                <a16:creationId xmlns:a16="http://schemas.microsoft.com/office/drawing/2014/main" id="{1D0A6157-77DD-DE49-377D-F49E163814F6}"/>
              </a:ext>
            </a:extLst>
          </p:cNvPr>
          <p:cNvPicPr>
            <a:picLocks noChangeAspect="1"/>
          </p:cNvPicPr>
          <p:nvPr/>
        </p:nvPicPr>
        <p:blipFill>
          <a:blip r:embed="rId22"/>
          <a:stretch>
            <a:fillRect/>
          </a:stretch>
        </p:blipFill>
        <p:spPr>
          <a:xfrm>
            <a:off x="2616867" y="5200255"/>
            <a:ext cx="7431719" cy="873350"/>
          </a:xfrm>
          <a:prstGeom prst="rect">
            <a:avLst/>
          </a:prstGeom>
        </p:spPr>
      </p:pic>
      <p:pic>
        <p:nvPicPr>
          <p:cNvPr id="20" name="图片 19">
            <a:extLst>
              <a:ext uri="{FF2B5EF4-FFF2-40B4-BE49-F238E27FC236}">
                <a16:creationId xmlns:a16="http://schemas.microsoft.com/office/drawing/2014/main" id="{1EC5E3A8-A4FB-3C84-9C95-5B6D4BD09A72}"/>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2996514" y="2723397"/>
            <a:ext cx="1098585" cy="1098585"/>
          </a:xfrm>
          <a:prstGeom prst="rect">
            <a:avLst/>
          </a:prstGeom>
        </p:spPr>
      </p:pic>
      <p:pic>
        <p:nvPicPr>
          <p:cNvPr id="21" name="图片 20">
            <a:extLst>
              <a:ext uri="{FF2B5EF4-FFF2-40B4-BE49-F238E27FC236}">
                <a16:creationId xmlns:a16="http://schemas.microsoft.com/office/drawing/2014/main" id="{68D2C5DA-347A-89AE-4056-4EC5DD354DF6}"/>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5520580" y="4038055"/>
            <a:ext cx="1098585" cy="1098585"/>
          </a:xfrm>
          <a:prstGeom prst="rect">
            <a:avLst/>
          </a:prstGeom>
        </p:spPr>
      </p:pic>
      <p:pic>
        <p:nvPicPr>
          <p:cNvPr id="29" name="图片 28">
            <a:extLst>
              <a:ext uri="{FF2B5EF4-FFF2-40B4-BE49-F238E27FC236}">
                <a16:creationId xmlns:a16="http://schemas.microsoft.com/office/drawing/2014/main" id="{2325B0B1-4CC8-FC13-8813-995EF8D78B9D}"/>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7895825" y="2764872"/>
            <a:ext cx="1098585" cy="1098585"/>
          </a:xfrm>
          <a:prstGeom prst="rect">
            <a:avLst/>
          </a:prstGeom>
        </p:spPr>
      </p:pic>
      <p:cxnSp>
        <p:nvCxnSpPr>
          <p:cNvPr id="31" name="直接箭头连接符 30">
            <a:extLst>
              <a:ext uri="{FF2B5EF4-FFF2-40B4-BE49-F238E27FC236}">
                <a16:creationId xmlns:a16="http://schemas.microsoft.com/office/drawing/2014/main" id="{25B102B0-D426-184D-FC19-337FB71A918C}"/>
              </a:ext>
            </a:extLst>
          </p:cNvPr>
          <p:cNvCxnSpPr>
            <a:cxnSpLocks/>
            <a:stCxn id="20" idx="3"/>
            <a:endCxn id="29" idx="1"/>
          </p:cNvCxnSpPr>
          <p:nvPr/>
        </p:nvCxnSpPr>
        <p:spPr>
          <a:xfrm>
            <a:off x="4095099" y="3272690"/>
            <a:ext cx="3800726" cy="41475"/>
          </a:xfrm>
          <a:prstGeom prst="straightConnector1">
            <a:avLst/>
          </a:prstGeom>
          <a:ln w="38100">
            <a:solidFill>
              <a:srgbClr val="B07BD7"/>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BCB7829F-5F81-F48C-CB08-F435DCC77CC5}"/>
              </a:ext>
            </a:extLst>
          </p:cNvPr>
          <p:cNvCxnSpPr>
            <a:cxnSpLocks/>
            <a:stCxn id="20" idx="3"/>
            <a:endCxn id="21" idx="1"/>
          </p:cNvCxnSpPr>
          <p:nvPr/>
        </p:nvCxnSpPr>
        <p:spPr>
          <a:xfrm>
            <a:off x="4095099" y="3272690"/>
            <a:ext cx="1425481" cy="1314658"/>
          </a:xfrm>
          <a:prstGeom prst="straightConnector1">
            <a:avLst/>
          </a:prstGeom>
          <a:ln w="38100">
            <a:solidFill>
              <a:srgbClr val="B07BD7"/>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5DE3E029-B85C-BEB6-A731-9A7A30AC6229}"/>
              </a:ext>
            </a:extLst>
          </p:cNvPr>
          <p:cNvCxnSpPr>
            <a:cxnSpLocks/>
            <a:stCxn id="21" idx="3"/>
            <a:endCxn id="29" idx="1"/>
          </p:cNvCxnSpPr>
          <p:nvPr/>
        </p:nvCxnSpPr>
        <p:spPr>
          <a:xfrm flipV="1">
            <a:off x="6619165" y="3314165"/>
            <a:ext cx="1276660" cy="1273183"/>
          </a:xfrm>
          <a:prstGeom prst="straightConnector1">
            <a:avLst/>
          </a:prstGeom>
          <a:ln w="38100">
            <a:solidFill>
              <a:srgbClr val="B07BD7"/>
            </a:solidFill>
            <a:tailEnd type="triangle"/>
          </a:ln>
        </p:spPr>
        <p:style>
          <a:lnRef idx="1">
            <a:schemeClr val="accent1"/>
          </a:lnRef>
          <a:fillRef idx="0">
            <a:schemeClr val="accent1"/>
          </a:fillRef>
          <a:effectRef idx="0">
            <a:schemeClr val="accent1"/>
          </a:effectRef>
          <a:fontRef idx="minor">
            <a:schemeClr val="tx1"/>
          </a:fontRef>
        </p:style>
      </p:cxnSp>
      <p:pic>
        <p:nvPicPr>
          <p:cNvPr id="40" name="图片 39">
            <a:extLst>
              <a:ext uri="{FF2B5EF4-FFF2-40B4-BE49-F238E27FC236}">
                <a16:creationId xmlns:a16="http://schemas.microsoft.com/office/drawing/2014/main" id="{8C4B7FA7-A953-65D6-F1CC-768E0B0D9815}"/>
              </a:ext>
            </a:extLst>
          </p:cNvPr>
          <p:cNvPicPr>
            <a:picLocks noChangeAspect="1"/>
          </p:cNvPicPr>
          <p:nvPr/>
        </p:nvPicPr>
        <p:blipFill>
          <a:blip r:embed="rId24"/>
          <a:stretch>
            <a:fillRect/>
          </a:stretch>
        </p:blipFill>
        <p:spPr>
          <a:xfrm>
            <a:off x="2716456" y="3449150"/>
            <a:ext cx="435952" cy="431462"/>
          </a:xfrm>
          <a:prstGeom prst="rect">
            <a:avLst/>
          </a:prstGeom>
        </p:spPr>
      </p:pic>
      <p:pic>
        <p:nvPicPr>
          <p:cNvPr id="41" name="图片 40">
            <a:extLst>
              <a:ext uri="{FF2B5EF4-FFF2-40B4-BE49-F238E27FC236}">
                <a16:creationId xmlns:a16="http://schemas.microsoft.com/office/drawing/2014/main" id="{7A30523D-B7E8-7960-3D89-C3B678A2F09F}"/>
              </a:ext>
            </a:extLst>
          </p:cNvPr>
          <p:cNvPicPr>
            <a:picLocks noChangeAspect="1"/>
          </p:cNvPicPr>
          <p:nvPr/>
        </p:nvPicPr>
        <p:blipFill>
          <a:blip r:embed="rId25"/>
          <a:stretch>
            <a:fillRect/>
          </a:stretch>
        </p:blipFill>
        <p:spPr>
          <a:xfrm>
            <a:off x="6535375" y="4786502"/>
            <a:ext cx="437608" cy="414372"/>
          </a:xfrm>
          <a:prstGeom prst="rect">
            <a:avLst/>
          </a:prstGeom>
        </p:spPr>
      </p:pic>
      <p:pic>
        <p:nvPicPr>
          <p:cNvPr id="42" name="图片 41">
            <a:extLst>
              <a:ext uri="{FF2B5EF4-FFF2-40B4-BE49-F238E27FC236}">
                <a16:creationId xmlns:a16="http://schemas.microsoft.com/office/drawing/2014/main" id="{A7A91B33-9874-7330-640A-236FF873FE35}"/>
              </a:ext>
            </a:extLst>
          </p:cNvPr>
          <p:cNvPicPr>
            <a:picLocks noChangeAspect="1"/>
          </p:cNvPicPr>
          <p:nvPr/>
        </p:nvPicPr>
        <p:blipFill>
          <a:blip r:embed="rId26"/>
          <a:stretch>
            <a:fillRect/>
          </a:stretch>
        </p:blipFill>
        <p:spPr>
          <a:xfrm>
            <a:off x="8675571" y="3444125"/>
            <a:ext cx="459172" cy="441512"/>
          </a:xfrm>
          <a:prstGeom prst="rect">
            <a:avLst/>
          </a:prstGeom>
        </p:spPr>
      </p:pic>
    </p:spTree>
    <p:extLst>
      <p:ext uri="{BB962C8B-B14F-4D97-AF65-F5344CB8AC3E}">
        <p14:creationId xmlns:p14="http://schemas.microsoft.com/office/powerpoint/2010/main" val="214075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7" name="think-cell data - do not delete" hidden="1">
            <a:extLst>
              <a:ext uri="{FF2B5EF4-FFF2-40B4-BE49-F238E27FC236}">
                <a16:creationId xmlns:a16="http://schemas.microsoft.com/office/drawing/2014/main" id="{65F4BBA6-28D3-AD30-8ECB-A072861D92E4}"/>
              </a:ext>
            </a:extLst>
          </p:cNvPr>
          <p:cNvGraphicFramePr>
            <a:graphicFrameLocks noChangeAspect="1"/>
          </p:cNvGraphicFramePr>
          <p:nvPr>
            <p:custDataLst>
              <p:tags r:id="rId1"/>
            </p:custDataLst>
            <p:extLst>
              <p:ext uri="{D42A27DB-BD31-4B8C-83A1-F6EECF244321}">
                <p14:modId xmlns:p14="http://schemas.microsoft.com/office/powerpoint/2010/main" val="2007317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3" imgW="471" imgH="473" progId="TCLayout.ActiveDocument.1">
                  <p:embed/>
                </p:oleObj>
              </mc:Choice>
              <mc:Fallback>
                <p:oleObj name="think-cell 幻灯片" r:id="rId13" imgW="471" imgH="473" progId="TCLayout.ActiveDocument.1">
                  <p:embed/>
                  <p:pic>
                    <p:nvPicPr>
                      <p:cNvPr id="67" name="think-cell data - do not delete" hidden="1">
                        <a:extLst>
                          <a:ext uri="{FF2B5EF4-FFF2-40B4-BE49-F238E27FC236}">
                            <a16:creationId xmlns:a16="http://schemas.microsoft.com/office/drawing/2014/main" id="{65F4BBA6-28D3-AD30-8ECB-A072861D92E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74" name="小李PPT1"/>
          <p:cNvSpPr/>
          <p:nvPr>
            <p:custDataLst>
              <p:tags r:id="rId2"/>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3"/>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4"/>
            </p:custDataLst>
          </p:nvPr>
        </p:nvSpPr>
        <p:spPr>
          <a:xfrm>
            <a:off x="4000500" y="-914400"/>
            <a:ext cx="635000" cy="635000"/>
          </a:xfrm>
          <a:prstGeom prst="rect">
            <a:avLst/>
          </a:prstGeom>
          <a:solidFill>
            <a:srgbClr val="F5BEF0"/>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5"/>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6"/>
            </p:custDataLst>
          </p:nvPr>
        </p:nvSpPr>
        <p:spPr>
          <a:xfrm>
            <a:off x="5778500" y="-914400"/>
            <a:ext cx="635000" cy="635000"/>
          </a:xfrm>
          <a:prstGeom prst="rect">
            <a:avLst/>
          </a:prstGeom>
          <a:solidFill>
            <a:srgbClr val="8FE6FC"/>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7"/>
            </p:custDataLst>
          </p:nvPr>
        </p:nvSpPr>
        <p:spPr>
          <a:xfrm>
            <a:off x="6540500" y="-946659"/>
            <a:ext cx="635000" cy="635000"/>
          </a:xfrm>
          <a:prstGeom prst="rect">
            <a:avLst/>
          </a:prstGeom>
          <a:solidFill>
            <a:srgbClr val="E0132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8"/>
            </p:custDataLst>
          </p:nvPr>
        </p:nvSpPr>
        <p:spPr>
          <a:xfrm>
            <a:off x="7302500" y="-914400"/>
            <a:ext cx="635000" cy="635000"/>
          </a:xfrm>
          <a:prstGeom prst="rect">
            <a:avLst/>
          </a:prstGeom>
          <a:solidFill>
            <a:srgbClr val="3F4BD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9"/>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10"/>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1"/>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267" name="小李PPT11">
            <a:extLst>
              <a:ext uri="{FF2B5EF4-FFF2-40B4-BE49-F238E27FC236}">
                <a16:creationId xmlns:a16="http://schemas.microsoft.com/office/drawing/2014/main" id="{E00CE3F1-5B45-F7C7-D558-CF4D4E540D70}"/>
              </a:ext>
            </a:extLst>
          </p:cNvPr>
          <p:cNvGrpSpPr/>
          <p:nvPr/>
        </p:nvGrpSpPr>
        <p:grpSpPr>
          <a:xfrm>
            <a:off x="20600" y="14504"/>
            <a:ext cx="12192000" cy="6857998"/>
            <a:chOff x="0" y="2"/>
            <a:chExt cx="12192000" cy="6857998"/>
          </a:xfrm>
          <a:effectLst/>
        </p:grpSpPr>
        <p:cxnSp>
          <p:nvCxnSpPr>
            <p:cNvPr id="268" name="小李PPT11-1">
              <a:extLst>
                <a:ext uri="{FF2B5EF4-FFF2-40B4-BE49-F238E27FC236}">
                  <a16:creationId xmlns:a16="http://schemas.microsoft.com/office/drawing/2014/main" id="{D149A8DE-5D70-5480-002D-8DB8EA561DD2}"/>
                </a:ext>
              </a:extLst>
            </p:cNvPr>
            <p:cNvCxnSpPr/>
            <p:nvPr/>
          </p:nvCxnSpPr>
          <p:spPr>
            <a:xfrm>
              <a:off x="0" y="291084"/>
              <a:ext cx="12192000" cy="0"/>
            </a:xfrm>
            <a:prstGeom prst="line">
              <a:avLst/>
            </a:prstGeom>
            <a:noFill/>
            <a:ln w="6350" cap="rnd" cmpd="sng" algn="ctr">
              <a:solidFill>
                <a:srgbClr val="E9D6F2">
                  <a:alpha val="43922"/>
                </a:srgbClr>
              </a:solidFill>
              <a:prstDash val="solid"/>
              <a:round/>
            </a:ln>
            <a:effectLst/>
          </p:spPr>
        </p:cxnSp>
        <p:cxnSp>
          <p:nvCxnSpPr>
            <p:cNvPr id="269" name="小李PPT11-2">
              <a:extLst>
                <a:ext uri="{FF2B5EF4-FFF2-40B4-BE49-F238E27FC236}">
                  <a16:creationId xmlns:a16="http://schemas.microsoft.com/office/drawing/2014/main" id="{12405815-2BB6-8915-822D-91905D766527}"/>
                </a:ext>
              </a:extLst>
            </p:cNvPr>
            <p:cNvCxnSpPr/>
            <p:nvPr/>
          </p:nvCxnSpPr>
          <p:spPr>
            <a:xfrm>
              <a:off x="0" y="640385"/>
              <a:ext cx="12192000" cy="0"/>
            </a:xfrm>
            <a:prstGeom prst="line">
              <a:avLst/>
            </a:prstGeom>
            <a:noFill/>
            <a:ln w="6350" cap="rnd" cmpd="sng" algn="ctr">
              <a:solidFill>
                <a:srgbClr val="E9D6F2">
                  <a:alpha val="43922"/>
                </a:srgbClr>
              </a:solidFill>
              <a:prstDash val="solid"/>
              <a:round/>
            </a:ln>
            <a:effectLst/>
          </p:spPr>
        </p:cxnSp>
        <p:cxnSp>
          <p:nvCxnSpPr>
            <p:cNvPr id="270" name="小李PPT11-3">
              <a:extLst>
                <a:ext uri="{FF2B5EF4-FFF2-40B4-BE49-F238E27FC236}">
                  <a16:creationId xmlns:a16="http://schemas.microsoft.com/office/drawing/2014/main" id="{142F80B8-DE7C-9802-AED4-8B9E3CC242BA}"/>
                </a:ext>
              </a:extLst>
            </p:cNvPr>
            <p:cNvCxnSpPr/>
            <p:nvPr/>
          </p:nvCxnSpPr>
          <p:spPr>
            <a:xfrm>
              <a:off x="0" y="989685"/>
              <a:ext cx="12192000" cy="0"/>
            </a:xfrm>
            <a:prstGeom prst="line">
              <a:avLst/>
            </a:prstGeom>
            <a:noFill/>
            <a:ln w="6350" cap="rnd" cmpd="sng" algn="ctr">
              <a:solidFill>
                <a:srgbClr val="E9D6F2">
                  <a:alpha val="43922"/>
                </a:srgbClr>
              </a:solidFill>
              <a:prstDash val="solid"/>
              <a:round/>
            </a:ln>
            <a:effectLst/>
          </p:spPr>
        </p:cxnSp>
        <p:cxnSp>
          <p:nvCxnSpPr>
            <p:cNvPr id="271" name="小李PPT11-4">
              <a:extLst>
                <a:ext uri="{FF2B5EF4-FFF2-40B4-BE49-F238E27FC236}">
                  <a16:creationId xmlns:a16="http://schemas.microsoft.com/office/drawing/2014/main" id="{7ACFC8FC-0E7C-6E37-2D81-F22516A9C047}"/>
                </a:ext>
              </a:extLst>
            </p:cNvPr>
            <p:cNvCxnSpPr/>
            <p:nvPr/>
          </p:nvCxnSpPr>
          <p:spPr>
            <a:xfrm>
              <a:off x="0" y="1338986"/>
              <a:ext cx="12192000" cy="0"/>
            </a:xfrm>
            <a:prstGeom prst="line">
              <a:avLst/>
            </a:prstGeom>
            <a:noFill/>
            <a:ln w="6350" cap="rnd" cmpd="sng" algn="ctr">
              <a:solidFill>
                <a:srgbClr val="E9D6F2">
                  <a:alpha val="43922"/>
                </a:srgbClr>
              </a:solidFill>
              <a:prstDash val="solid"/>
              <a:round/>
            </a:ln>
            <a:effectLst/>
          </p:spPr>
        </p:cxnSp>
        <p:cxnSp>
          <p:nvCxnSpPr>
            <p:cNvPr id="272" name="小李PPT11-5">
              <a:extLst>
                <a:ext uri="{FF2B5EF4-FFF2-40B4-BE49-F238E27FC236}">
                  <a16:creationId xmlns:a16="http://schemas.microsoft.com/office/drawing/2014/main" id="{4B1541F3-583D-3A73-E035-4135F1592316}"/>
                </a:ext>
              </a:extLst>
            </p:cNvPr>
            <p:cNvCxnSpPr/>
            <p:nvPr/>
          </p:nvCxnSpPr>
          <p:spPr>
            <a:xfrm>
              <a:off x="0" y="1688287"/>
              <a:ext cx="12192000" cy="0"/>
            </a:xfrm>
            <a:prstGeom prst="line">
              <a:avLst/>
            </a:prstGeom>
            <a:noFill/>
            <a:ln w="6350" cap="rnd" cmpd="sng" algn="ctr">
              <a:solidFill>
                <a:srgbClr val="E9D6F2">
                  <a:alpha val="43922"/>
                </a:srgbClr>
              </a:solidFill>
              <a:prstDash val="solid"/>
              <a:round/>
            </a:ln>
            <a:effectLst/>
          </p:spPr>
        </p:cxnSp>
        <p:cxnSp>
          <p:nvCxnSpPr>
            <p:cNvPr id="273" name="小李PPT11-6">
              <a:extLst>
                <a:ext uri="{FF2B5EF4-FFF2-40B4-BE49-F238E27FC236}">
                  <a16:creationId xmlns:a16="http://schemas.microsoft.com/office/drawing/2014/main" id="{66E042A9-2D0E-3B84-6BB9-F016B7AEEA7C}"/>
                </a:ext>
              </a:extLst>
            </p:cNvPr>
            <p:cNvCxnSpPr/>
            <p:nvPr/>
          </p:nvCxnSpPr>
          <p:spPr>
            <a:xfrm>
              <a:off x="0" y="2037588"/>
              <a:ext cx="12192000" cy="0"/>
            </a:xfrm>
            <a:prstGeom prst="line">
              <a:avLst/>
            </a:prstGeom>
            <a:noFill/>
            <a:ln w="6350" cap="rnd" cmpd="sng" algn="ctr">
              <a:solidFill>
                <a:srgbClr val="E9D6F2">
                  <a:alpha val="43922"/>
                </a:srgbClr>
              </a:solidFill>
              <a:prstDash val="solid"/>
              <a:round/>
            </a:ln>
            <a:effectLst/>
          </p:spPr>
        </p:cxnSp>
        <p:cxnSp>
          <p:nvCxnSpPr>
            <p:cNvPr id="284" name="小李PPT11-7">
              <a:extLst>
                <a:ext uri="{FF2B5EF4-FFF2-40B4-BE49-F238E27FC236}">
                  <a16:creationId xmlns:a16="http://schemas.microsoft.com/office/drawing/2014/main" id="{06D7C7DA-C60C-6A00-79B5-33A5EB452FC6}"/>
                </a:ext>
              </a:extLst>
            </p:cNvPr>
            <p:cNvCxnSpPr/>
            <p:nvPr/>
          </p:nvCxnSpPr>
          <p:spPr>
            <a:xfrm>
              <a:off x="0" y="2386888"/>
              <a:ext cx="12192000" cy="0"/>
            </a:xfrm>
            <a:prstGeom prst="line">
              <a:avLst/>
            </a:prstGeom>
            <a:noFill/>
            <a:ln w="6350" cap="rnd" cmpd="sng" algn="ctr">
              <a:solidFill>
                <a:srgbClr val="E9D6F2">
                  <a:alpha val="43922"/>
                </a:srgbClr>
              </a:solidFill>
              <a:prstDash val="solid"/>
              <a:round/>
            </a:ln>
            <a:effectLst/>
          </p:spPr>
        </p:cxnSp>
        <p:cxnSp>
          <p:nvCxnSpPr>
            <p:cNvPr id="285" name="小李PPT11-8">
              <a:extLst>
                <a:ext uri="{FF2B5EF4-FFF2-40B4-BE49-F238E27FC236}">
                  <a16:creationId xmlns:a16="http://schemas.microsoft.com/office/drawing/2014/main" id="{6D0C7100-34C7-043F-36DA-67E2864B1E77}"/>
                </a:ext>
              </a:extLst>
            </p:cNvPr>
            <p:cNvCxnSpPr/>
            <p:nvPr/>
          </p:nvCxnSpPr>
          <p:spPr>
            <a:xfrm>
              <a:off x="0" y="2736189"/>
              <a:ext cx="12192000" cy="0"/>
            </a:xfrm>
            <a:prstGeom prst="line">
              <a:avLst/>
            </a:prstGeom>
            <a:noFill/>
            <a:ln w="6350" cap="rnd" cmpd="sng" algn="ctr">
              <a:solidFill>
                <a:srgbClr val="E9D6F2">
                  <a:alpha val="43922"/>
                </a:srgbClr>
              </a:solidFill>
              <a:prstDash val="solid"/>
              <a:round/>
            </a:ln>
            <a:effectLst/>
          </p:spPr>
        </p:cxnSp>
        <p:cxnSp>
          <p:nvCxnSpPr>
            <p:cNvPr id="286" name="小李PPT11-9">
              <a:extLst>
                <a:ext uri="{FF2B5EF4-FFF2-40B4-BE49-F238E27FC236}">
                  <a16:creationId xmlns:a16="http://schemas.microsoft.com/office/drawing/2014/main" id="{7DE0E073-233F-1CAC-DFD0-AE043F408038}"/>
                </a:ext>
              </a:extLst>
            </p:cNvPr>
            <p:cNvCxnSpPr/>
            <p:nvPr/>
          </p:nvCxnSpPr>
          <p:spPr>
            <a:xfrm>
              <a:off x="0" y="3085490"/>
              <a:ext cx="12192000" cy="0"/>
            </a:xfrm>
            <a:prstGeom prst="line">
              <a:avLst/>
            </a:prstGeom>
            <a:noFill/>
            <a:ln w="6350" cap="rnd" cmpd="sng" algn="ctr">
              <a:solidFill>
                <a:srgbClr val="E9D6F2">
                  <a:alpha val="43922"/>
                </a:srgbClr>
              </a:solidFill>
              <a:prstDash val="solid"/>
              <a:round/>
            </a:ln>
            <a:effectLst/>
          </p:spPr>
        </p:cxnSp>
        <p:cxnSp>
          <p:nvCxnSpPr>
            <p:cNvPr id="287" name="小李PPT11-10">
              <a:extLst>
                <a:ext uri="{FF2B5EF4-FFF2-40B4-BE49-F238E27FC236}">
                  <a16:creationId xmlns:a16="http://schemas.microsoft.com/office/drawing/2014/main" id="{EA56C2C0-43C0-D849-356F-9AB3E2465B9B}"/>
                </a:ext>
              </a:extLst>
            </p:cNvPr>
            <p:cNvCxnSpPr/>
            <p:nvPr/>
          </p:nvCxnSpPr>
          <p:spPr>
            <a:xfrm>
              <a:off x="0" y="3434791"/>
              <a:ext cx="12192000" cy="0"/>
            </a:xfrm>
            <a:prstGeom prst="line">
              <a:avLst/>
            </a:prstGeom>
            <a:noFill/>
            <a:ln w="6350" cap="rnd" cmpd="sng" algn="ctr">
              <a:solidFill>
                <a:srgbClr val="E9D6F2">
                  <a:alpha val="43922"/>
                </a:srgbClr>
              </a:solidFill>
              <a:prstDash val="solid"/>
              <a:round/>
            </a:ln>
            <a:effectLst/>
          </p:spPr>
        </p:cxnSp>
        <p:cxnSp>
          <p:nvCxnSpPr>
            <p:cNvPr id="288" name="小李PPT11-11">
              <a:extLst>
                <a:ext uri="{FF2B5EF4-FFF2-40B4-BE49-F238E27FC236}">
                  <a16:creationId xmlns:a16="http://schemas.microsoft.com/office/drawing/2014/main" id="{254E15E1-1941-52F8-7CAE-C9D37DFCA5AF}"/>
                </a:ext>
              </a:extLst>
            </p:cNvPr>
            <p:cNvCxnSpPr/>
            <p:nvPr/>
          </p:nvCxnSpPr>
          <p:spPr>
            <a:xfrm>
              <a:off x="0" y="3784091"/>
              <a:ext cx="12192000" cy="0"/>
            </a:xfrm>
            <a:prstGeom prst="line">
              <a:avLst/>
            </a:prstGeom>
            <a:noFill/>
            <a:ln w="6350" cap="rnd" cmpd="sng" algn="ctr">
              <a:solidFill>
                <a:srgbClr val="E9D6F2">
                  <a:alpha val="43922"/>
                </a:srgbClr>
              </a:solidFill>
              <a:prstDash val="solid"/>
              <a:round/>
            </a:ln>
            <a:effectLst/>
          </p:spPr>
        </p:cxnSp>
        <p:cxnSp>
          <p:nvCxnSpPr>
            <p:cNvPr id="289" name="小李PPT11-12">
              <a:extLst>
                <a:ext uri="{FF2B5EF4-FFF2-40B4-BE49-F238E27FC236}">
                  <a16:creationId xmlns:a16="http://schemas.microsoft.com/office/drawing/2014/main" id="{FC67DC33-8B06-C5A7-285A-18E9A62A83E3}"/>
                </a:ext>
              </a:extLst>
            </p:cNvPr>
            <p:cNvCxnSpPr/>
            <p:nvPr/>
          </p:nvCxnSpPr>
          <p:spPr>
            <a:xfrm>
              <a:off x="0" y="4133392"/>
              <a:ext cx="12192000" cy="0"/>
            </a:xfrm>
            <a:prstGeom prst="line">
              <a:avLst/>
            </a:prstGeom>
            <a:noFill/>
            <a:ln w="6350" cap="rnd" cmpd="sng" algn="ctr">
              <a:solidFill>
                <a:srgbClr val="E9D6F2">
                  <a:alpha val="43922"/>
                </a:srgbClr>
              </a:solidFill>
              <a:prstDash val="solid"/>
              <a:round/>
            </a:ln>
            <a:effectLst/>
          </p:spPr>
        </p:cxnSp>
        <p:cxnSp>
          <p:nvCxnSpPr>
            <p:cNvPr id="290" name="小李PPT11-13">
              <a:extLst>
                <a:ext uri="{FF2B5EF4-FFF2-40B4-BE49-F238E27FC236}">
                  <a16:creationId xmlns:a16="http://schemas.microsoft.com/office/drawing/2014/main" id="{C01CAF94-0D94-A0A5-CC17-8DA7676E27D4}"/>
                </a:ext>
              </a:extLst>
            </p:cNvPr>
            <p:cNvCxnSpPr/>
            <p:nvPr/>
          </p:nvCxnSpPr>
          <p:spPr>
            <a:xfrm>
              <a:off x="0" y="4482693"/>
              <a:ext cx="12192000" cy="0"/>
            </a:xfrm>
            <a:prstGeom prst="line">
              <a:avLst/>
            </a:prstGeom>
            <a:noFill/>
            <a:ln w="6350" cap="rnd" cmpd="sng" algn="ctr">
              <a:solidFill>
                <a:srgbClr val="E9D6F2">
                  <a:alpha val="43922"/>
                </a:srgbClr>
              </a:solidFill>
              <a:prstDash val="solid"/>
              <a:round/>
            </a:ln>
            <a:effectLst/>
          </p:spPr>
        </p:cxnSp>
        <p:cxnSp>
          <p:nvCxnSpPr>
            <p:cNvPr id="291" name="小李PPT11-14">
              <a:extLst>
                <a:ext uri="{FF2B5EF4-FFF2-40B4-BE49-F238E27FC236}">
                  <a16:creationId xmlns:a16="http://schemas.microsoft.com/office/drawing/2014/main" id="{3C424704-4D6B-B42A-4418-44F53C830A7C}"/>
                </a:ext>
              </a:extLst>
            </p:cNvPr>
            <p:cNvCxnSpPr/>
            <p:nvPr/>
          </p:nvCxnSpPr>
          <p:spPr>
            <a:xfrm>
              <a:off x="0" y="4831994"/>
              <a:ext cx="12192000" cy="0"/>
            </a:xfrm>
            <a:prstGeom prst="line">
              <a:avLst/>
            </a:prstGeom>
            <a:noFill/>
            <a:ln w="6350" cap="rnd" cmpd="sng" algn="ctr">
              <a:solidFill>
                <a:srgbClr val="E9D6F2">
                  <a:alpha val="43922"/>
                </a:srgbClr>
              </a:solidFill>
              <a:prstDash val="solid"/>
              <a:round/>
            </a:ln>
            <a:effectLst/>
          </p:spPr>
        </p:cxnSp>
        <p:cxnSp>
          <p:nvCxnSpPr>
            <p:cNvPr id="292" name="小李PPT11-15">
              <a:extLst>
                <a:ext uri="{FF2B5EF4-FFF2-40B4-BE49-F238E27FC236}">
                  <a16:creationId xmlns:a16="http://schemas.microsoft.com/office/drawing/2014/main" id="{1B0613AC-5DAE-A539-F142-5B4B136F0118}"/>
                </a:ext>
              </a:extLst>
            </p:cNvPr>
            <p:cNvCxnSpPr/>
            <p:nvPr/>
          </p:nvCxnSpPr>
          <p:spPr>
            <a:xfrm>
              <a:off x="0" y="5181294"/>
              <a:ext cx="12192000" cy="0"/>
            </a:xfrm>
            <a:prstGeom prst="line">
              <a:avLst/>
            </a:prstGeom>
            <a:noFill/>
            <a:ln w="6350" cap="rnd" cmpd="sng" algn="ctr">
              <a:solidFill>
                <a:srgbClr val="E9D6F2">
                  <a:alpha val="43922"/>
                </a:srgbClr>
              </a:solidFill>
              <a:prstDash val="solid"/>
              <a:round/>
            </a:ln>
            <a:effectLst/>
          </p:spPr>
        </p:cxnSp>
        <p:cxnSp>
          <p:nvCxnSpPr>
            <p:cNvPr id="293" name="小李PPT11-16">
              <a:extLst>
                <a:ext uri="{FF2B5EF4-FFF2-40B4-BE49-F238E27FC236}">
                  <a16:creationId xmlns:a16="http://schemas.microsoft.com/office/drawing/2014/main" id="{A82AC189-FB20-5A34-F29A-29BC661D40C1}"/>
                </a:ext>
              </a:extLst>
            </p:cNvPr>
            <p:cNvCxnSpPr/>
            <p:nvPr/>
          </p:nvCxnSpPr>
          <p:spPr>
            <a:xfrm>
              <a:off x="0" y="5530595"/>
              <a:ext cx="12192000" cy="0"/>
            </a:xfrm>
            <a:prstGeom prst="line">
              <a:avLst/>
            </a:prstGeom>
            <a:noFill/>
            <a:ln w="6350" cap="rnd" cmpd="sng" algn="ctr">
              <a:solidFill>
                <a:srgbClr val="E9D6F2">
                  <a:alpha val="43922"/>
                </a:srgbClr>
              </a:solidFill>
              <a:prstDash val="solid"/>
              <a:round/>
            </a:ln>
            <a:effectLst/>
          </p:spPr>
        </p:cxnSp>
        <p:cxnSp>
          <p:nvCxnSpPr>
            <p:cNvPr id="294" name="小李PPT11-17">
              <a:extLst>
                <a:ext uri="{FF2B5EF4-FFF2-40B4-BE49-F238E27FC236}">
                  <a16:creationId xmlns:a16="http://schemas.microsoft.com/office/drawing/2014/main" id="{76B83A31-2D9E-D7BD-CA39-2AE556A84190}"/>
                </a:ext>
              </a:extLst>
            </p:cNvPr>
            <p:cNvCxnSpPr/>
            <p:nvPr/>
          </p:nvCxnSpPr>
          <p:spPr>
            <a:xfrm rot="5400000">
              <a:off x="2180157" y="3429001"/>
              <a:ext cx="6857998" cy="0"/>
            </a:xfrm>
            <a:prstGeom prst="line">
              <a:avLst/>
            </a:prstGeom>
            <a:noFill/>
            <a:ln w="6350" cap="rnd" cmpd="sng" algn="ctr">
              <a:solidFill>
                <a:srgbClr val="E9D6F2">
                  <a:alpha val="43922"/>
                </a:srgbClr>
              </a:solidFill>
              <a:prstDash val="solid"/>
              <a:round/>
            </a:ln>
            <a:effectLst/>
          </p:spPr>
        </p:cxnSp>
        <p:cxnSp>
          <p:nvCxnSpPr>
            <p:cNvPr id="295" name="小李PPT11-18">
              <a:extLst>
                <a:ext uri="{FF2B5EF4-FFF2-40B4-BE49-F238E27FC236}">
                  <a16:creationId xmlns:a16="http://schemas.microsoft.com/office/drawing/2014/main" id="{895F1AE6-1ED3-945C-7DBD-11795EA54ABE}"/>
                </a:ext>
              </a:extLst>
            </p:cNvPr>
            <p:cNvCxnSpPr/>
            <p:nvPr/>
          </p:nvCxnSpPr>
          <p:spPr>
            <a:xfrm rot="5400000">
              <a:off x="1826337" y="3429001"/>
              <a:ext cx="6857998" cy="0"/>
            </a:xfrm>
            <a:prstGeom prst="line">
              <a:avLst/>
            </a:prstGeom>
            <a:noFill/>
            <a:ln w="6350" cap="rnd" cmpd="sng" algn="ctr">
              <a:solidFill>
                <a:srgbClr val="E9D6F2">
                  <a:alpha val="43922"/>
                </a:srgbClr>
              </a:solidFill>
              <a:prstDash val="solid"/>
              <a:round/>
            </a:ln>
            <a:effectLst/>
          </p:spPr>
        </p:cxnSp>
        <p:cxnSp>
          <p:nvCxnSpPr>
            <p:cNvPr id="296" name="小李PPT11-19">
              <a:extLst>
                <a:ext uri="{FF2B5EF4-FFF2-40B4-BE49-F238E27FC236}">
                  <a16:creationId xmlns:a16="http://schemas.microsoft.com/office/drawing/2014/main" id="{762323E0-65C1-CE4A-4F8F-B2AA3BD5F737}"/>
                </a:ext>
              </a:extLst>
            </p:cNvPr>
            <p:cNvCxnSpPr/>
            <p:nvPr/>
          </p:nvCxnSpPr>
          <p:spPr>
            <a:xfrm rot="5400000">
              <a:off x="1472518" y="3429001"/>
              <a:ext cx="6857998" cy="0"/>
            </a:xfrm>
            <a:prstGeom prst="line">
              <a:avLst/>
            </a:prstGeom>
            <a:noFill/>
            <a:ln w="6350" cap="rnd" cmpd="sng" algn="ctr">
              <a:solidFill>
                <a:srgbClr val="E9D6F2">
                  <a:alpha val="43922"/>
                </a:srgbClr>
              </a:solidFill>
              <a:prstDash val="solid"/>
              <a:round/>
            </a:ln>
            <a:effectLst/>
          </p:spPr>
        </p:cxnSp>
        <p:cxnSp>
          <p:nvCxnSpPr>
            <p:cNvPr id="297" name="小李PPT11-20">
              <a:extLst>
                <a:ext uri="{FF2B5EF4-FFF2-40B4-BE49-F238E27FC236}">
                  <a16:creationId xmlns:a16="http://schemas.microsoft.com/office/drawing/2014/main" id="{F16FA46A-61DA-8608-A3F1-EB417B6C7478}"/>
                </a:ext>
              </a:extLst>
            </p:cNvPr>
            <p:cNvCxnSpPr/>
            <p:nvPr/>
          </p:nvCxnSpPr>
          <p:spPr>
            <a:xfrm rot="5400000">
              <a:off x="1118698" y="3429001"/>
              <a:ext cx="6857998" cy="0"/>
            </a:xfrm>
            <a:prstGeom prst="line">
              <a:avLst/>
            </a:prstGeom>
            <a:noFill/>
            <a:ln w="6350" cap="rnd" cmpd="sng" algn="ctr">
              <a:solidFill>
                <a:srgbClr val="E9D6F2">
                  <a:alpha val="43922"/>
                </a:srgbClr>
              </a:solidFill>
              <a:prstDash val="solid"/>
              <a:round/>
            </a:ln>
            <a:effectLst/>
          </p:spPr>
        </p:cxnSp>
        <p:cxnSp>
          <p:nvCxnSpPr>
            <p:cNvPr id="298" name="小李PPT11-21">
              <a:extLst>
                <a:ext uri="{FF2B5EF4-FFF2-40B4-BE49-F238E27FC236}">
                  <a16:creationId xmlns:a16="http://schemas.microsoft.com/office/drawing/2014/main" id="{837CC4D4-E4DB-55F1-C903-5BAFBE536376}"/>
                </a:ext>
              </a:extLst>
            </p:cNvPr>
            <p:cNvCxnSpPr/>
            <p:nvPr/>
          </p:nvCxnSpPr>
          <p:spPr>
            <a:xfrm rot="5400000">
              <a:off x="764879" y="3429001"/>
              <a:ext cx="6857998" cy="0"/>
            </a:xfrm>
            <a:prstGeom prst="line">
              <a:avLst/>
            </a:prstGeom>
            <a:noFill/>
            <a:ln w="6350" cap="rnd" cmpd="sng" algn="ctr">
              <a:solidFill>
                <a:srgbClr val="E9D6F2">
                  <a:alpha val="43922"/>
                </a:srgbClr>
              </a:solidFill>
              <a:prstDash val="solid"/>
              <a:round/>
            </a:ln>
            <a:effectLst/>
          </p:spPr>
        </p:cxnSp>
        <p:cxnSp>
          <p:nvCxnSpPr>
            <p:cNvPr id="299" name="小李PPT11-22">
              <a:extLst>
                <a:ext uri="{FF2B5EF4-FFF2-40B4-BE49-F238E27FC236}">
                  <a16:creationId xmlns:a16="http://schemas.microsoft.com/office/drawing/2014/main" id="{A18F6059-82B4-C7AD-5331-2ACCF967110E}"/>
                </a:ext>
              </a:extLst>
            </p:cNvPr>
            <p:cNvCxnSpPr/>
            <p:nvPr/>
          </p:nvCxnSpPr>
          <p:spPr>
            <a:xfrm rot="5400000">
              <a:off x="411061" y="3429001"/>
              <a:ext cx="6857998" cy="0"/>
            </a:xfrm>
            <a:prstGeom prst="line">
              <a:avLst/>
            </a:prstGeom>
            <a:noFill/>
            <a:ln w="6350" cap="rnd" cmpd="sng" algn="ctr">
              <a:solidFill>
                <a:srgbClr val="E9D6F2">
                  <a:alpha val="43922"/>
                </a:srgbClr>
              </a:solidFill>
              <a:prstDash val="solid"/>
              <a:round/>
            </a:ln>
            <a:effectLst/>
          </p:spPr>
        </p:cxnSp>
        <p:cxnSp>
          <p:nvCxnSpPr>
            <p:cNvPr id="300" name="小李PPT11-23">
              <a:extLst>
                <a:ext uri="{FF2B5EF4-FFF2-40B4-BE49-F238E27FC236}">
                  <a16:creationId xmlns:a16="http://schemas.microsoft.com/office/drawing/2014/main" id="{A9A85CAC-8B8C-CFE6-AB4A-7F43E4A9D781}"/>
                </a:ext>
              </a:extLst>
            </p:cNvPr>
            <p:cNvCxnSpPr/>
            <p:nvPr/>
          </p:nvCxnSpPr>
          <p:spPr>
            <a:xfrm rot="5400000">
              <a:off x="57241" y="3429001"/>
              <a:ext cx="6857998" cy="0"/>
            </a:xfrm>
            <a:prstGeom prst="line">
              <a:avLst/>
            </a:prstGeom>
            <a:noFill/>
            <a:ln w="6350" cap="rnd" cmpd="sng" algn="ctr">
              <a:solidFill>
                <a:srgbClr val="E9D6F2">
                  <a:alpha val="43922"/>
                </a:srgbClr>
              </a:solidFill>
              <a:prstDash val="solid"/>
              <a:round/>
            </a:ln>
            <a:effectLst/>
          </p:spPr>
        </p:cxnSp>
        <p:cxnSp>
          <p:nvCxnSpPr>
            <p:cNvPr id="301" name="小李PPT11-24">
              <a:extLst>
                <a:ext uri="{FF2B5EF4-FFF2-40B4-BE49-F238E27FC236}">
                  <a16:creationId xmlns:a16="http://schemas.microsoft.com/office/drawing/2014/main" id="{A084D740-B9DB-BA65-905B-6C99371D7667}"/>
                </a:ext>
              </a:extLst>
            </p:cNvPr>
            <p:cNvCxnSpPr/>
            <p:nvPr/>
          </p:nvCxnSpPr>
          <p:spPr>
            <a:xfrm rot="5400000">
              <a:off x="-296578" y="3429001"/>
              <a:ext cx="6857998" cy="0"/>
            </a:xfrm>
            <a:prstGeom prst="line">
              <a:avLst/>
            </a:prstGeom>
            <a:noFill/>
            <a:ln w="6350" cap="rnd" cmpd="sng" algn="ctr">
              <a:solidFill>
                <a:srgbClr val="E9D6F2">
                  <a:alpha val="43922"/>
                </a:srgbClr>
              </a:solidFill>
              <a:prstDash val="solid"/>
              <a:round/>
            </a:ln>
            <a:effectLst/>
          </p:spPr>
        </p:cxnSp>
        <p:cxnSp>
          <p:nvCxnSpPr>
            <p:cNvPr id="302" name="小李PPT11-25">
              <a:extLst>
                <a:ext uri="{FF2B5EF4-FFF2-40B4-BE49-F238E27FC236}">
                  <a16:creationId xmlns:a16="http://schemas.microsoft.com/office/drawing/2014/main" id="{4BC52A2B-58EE-7F90-8026-B11F33CD56A7}"/>
                </a:ext>
              </a:extLst>
            </p:cNvPr>
            <p:cNvCxnSpPr/>
            <p:nvPr/>
          </p:nvCxnSpPr>
          <p:spPr>
            <a:xfrm rot="5400000">
              <a:off x="-650398" y="3429001"/>
              <a:ext cx="6857998" cy="0"/>
            </a:xfrm>
            <a:prstGeom prst="line">
              <a:avLst/>
            </a:prstGeom>
            <a:noFill/>
            <a:ln w="6350" cap="rnd" cmpd="sng" algn="ctr">
              <a:solidFill>
                <a:srgbClr val="E9D6F2">
                  <a:alpha val="43922"/>
                </a:srgbClr>
              </a:solidFill>
              <a:prstDash val="solid"/>
              <a:round/>
            </a:ln>
            <a:effectLst/>
          </p:spPr>
        </p:cxnSp>
        <p:cxnSp>
          <p:nvCxnSpPr>
            <p:cNvPr id="303" name="小李PPT11-26">
              <a:extLst>
                <a:ext uri="{FF2B5EF4-FFF2-40B4-BE49-F238E27FC236}">
                  <a16:creationId xmlns:a16="http://schemas.microsoft.com/office/drawing/2014/main" id="{A6CBAFE8-1219-FADF-D00C-CEF2C972633A}"/>
                </a:ext>
              </a:extLst>
            </p:cNvPr>
            <p:cNvCxnSpPr/>
            <p:nvPr/>
          </p:nvCxnSpPr>
          <p:spPr>
            <a:xfrm rot="5400000">
              <a:off x="-1004217" y="3429001"/>
              <a:ext cx="6857998" cy="0"/>
            </a:xfrm>
            <a:prstGeom prst="line">
              <a:avLst/>
            </a:prstGeom>
            <a:noFill/>
            <a:ln w="6350" cap="rnd" cmpd="sng" algn="ctr">
              <a:solidFill>
                <a:srgbClr val="E9D6F2">
                  <a:alpha val="43922"/>
                </a:srgbClr>
              </a:solidFill>
              <a:prstDash val="solid"/>
              <a:round/>
            </a:ln>
            <a:effectLst/>
          </p:spPr>
        </p:cxnSp>
        <p:cxnSp>
          <p:nvCxnSpPr>
            <p:cNvPr id="304" name="小李PPT11-27">
              <a:extLst>
                <a:ext uri="{FF2B5EF4-FFF2-40B4-BE49-F238E27FC236}">
                  <a16:creationId xmlns:a16="http://schemas.microsoft.com/office/drawing/2014/main" id="{DF86F9CC-48C5-E7C3-9A84-2BB52248DB1E}"/>
                </a:ext>
              </a:extLst>
            </p:cNvPr>
            <p:cNvCxnSpPr/>
            <p:nvPr/>
          </p:nvCxnSpPr>
          <p:spPr>
            <a:xfrm rot="5400000">
              <a:off x="-1358036" y="3429001"/>
              <a:ext cx="6857998" cy="0"/>
            </a:xfrm>
            <a:prstGeom prst="line">
              <a:avLst/>
            </a:prstGeom>
            <a:noFill/>
            <a:ln w="6350" cap="rnd" cmpd="sng" algn="ctr">
              <a:solidFill>
                <a:srgbClr val="E9D6F2">
                  <a:alpha val="43922"/>
                </a:srgbClr>
              </a:solidFill>
              <a:prstDash val="solid"/>
              <a:round/>
            </a:ln>
            <a:effectLst/>
          </p:spPr>
        </p:cxnSp>
        <p:cxnSp>
          <p:nvCxnSpPr>
            <p:cNvPr id="305" name="小李PPT11-28">
              <a:extLst>
                <a:ext uri="{FF2B5EF4-FFF2-40B4-BE49-F238E27FC236}">
                  <a16:creationId xmlns:a16="http://schemas.microsoft.com/office/drawing/2014/main" id="{634DDDD0-AD3A-E164-6A22-7EA73F0DF471}"/>
                </a:ext>
              </a:extLst>
            </p:cNvPr>
            <p:cNvCxnSpPr/>
            <p:nvPr/>
          </p:nvCxnSpPr>
          <p:spPr>
            <a:xfrm rot="5400000">
              <a:off x="-1711856" y="3429001"/>
              <a:ext cx="6857998" cy="0"/>
            </a:xfrm>
            <a:prstGeom prst="line">
              <a:avLst/>
            </a:prstGeom>
            <a:noFill/>
            <a:ln w="6350" cap="rnd" cmpd="sng" algn="ctr">
              <a:solidFill>
                <a:srgbClr val="E9D6F2">
                  <a:alpha val="43922"/>
                </a:srgbClr>
              </a:solidFill>
              <a:prstDash val="solid"/>
              <a:round/>
            </a:ln>
            <a:effectLst/>
          </p:spPr>
        </p:cxnSp>
        <p:cxnSp>
          <p:nvCxnSpPr>
            <p:cNvPr id="306" name="小李PPT11-29">
              <a:extLst>
                <a:ext uri="{FF2B5EF4-FFF2-40B4-BE49-F238E27FC236}">
                  <a16:creationId xmlns:a16="http://schemas.microsoft.com/office/drawing/2014/main" id="{E8411CF7-545D-7752-3880-A26682214D26}"/>
                </a:ext>
              </a:extLst>
            </p:cNvPr>
            <p:cNvCxnSpPr/>
            <p:nvPr/>
          </p:nvCxnSpPr>
          <p:spPr>
            <a:xfrm rot="5400000">
              <a:off x="-2065675" y="3429001"/>
              <a:ext cx="6857998" cy="0"/>
            </a:xfrm>
            <a:prstGeom prst="line">
              <a:avLst/>
            </a:prstGeom>
            <a:noFill/>
            <a:ln w="6350" cap="rnd" cmpd="sng" algn="ctr">
              <a:solidFill>
                <a:srgbClr val="E9D6F2">
                  <a:alpha val="43922"/>
                </a:srgbClr>
              </a:solidFill>
              <a:prstDash val="solid"/>
              <a:round/>
            </a:ln>
            <a:effectLst/>
          </p:spPr>
        </p:cxnSp>
        <p:cxnSp>
          <p:nvCxnSpPr>
            <p:cNvPr id="307" name="小李PPT11-30">
              <a:extLst>
                <a:ext uri="{FF2B5EF4-FFF2-40B4-BE49-F238E27FC236}">
                  <a16:creationId xmlns:a16="http://schemas.microsoft.com/office/drawing/2014/main" id="{9C9BE50B-BAF8-F983-8B86-ADF4C2A49155}"/>
                </a:ext>
              </a:extLst>
            </p:cNvPr>
            <p:cNvCxnSpPr/>
            <p:nvPr/>
          </p:nvCxnSpPr>
          <p:spPr>
            <a:xfrm rot="5400000">
              <a:off x="-2419495" y="3429001"/>
              <a:ext cx="6857998" cy="0"/>
            </a:xfrm>
            <a:prstGeom prst="line">
              <a:avLst/>
            </a:prstGeom>
            <a:noFill/>
            <a:ln w="6350" cap="rnd" cmpd="sng" algn="ctr">
              <a:solidFill>
                <a:srgbClr val="E9D6F2">
                  <a:alpha val="43922"/>
                </a:srgbClr>
              </a:solidFill>
              <a:prstDash val="solid"/>
              <a:round/>
            </a:ln>
            <a:effectLst/>
          </p:spPr>
        </p:cxnSp>
        <p:cxnSp>
          <p:nvCxnSpPr>
            <p:cNvPr id="308" name="小李PPT11-31">
              <a:extLst>
                <a:ext uri="{FF2B5EF4-FFF2-40B4-BE49-F238E27FC236}">
                  <a16:creationId xmlns:a16="http://schemas.microsoft.com/office/drawing/2014/main" id="{207652CB-EEE9-9E62-ED0C-C5538C2293AA}"/>
                </a:ext>
              </a:extLst>
            </p:cNvPr>
            <p:cNvCxnSpPr/>
            <p:nvPr/>
          </p:nvCxnSpPr>
          <p:spPr>
            <a:xfrm rot="5400000">
              <a:off x="-2773314" y="3429001"/>
              <a:ext cx="6857998" cy="0"/>
            </a:xfrm>
            <a:prstGeom prst="line">
              <a:avLst/>
            </a:prstGeom>
            <a:noFill/>
            <a:ln w="6350" cap="rnd" cmpd="sng" algn="ctr">
              <a:solidFill>
                <a:srgbClr val="E9D6F2">
                  <a:alpha val="43922"/>
                </a:srgbClr>
              </a:solidFill>
              <a:prstDash val="solid"/>
              <a:round/>
            </a:ln>
            <a:effectLst/>
          </p:spPr>
        </p:cxnSp>
        <p:cxnSp>
          <p:nvCxnSpPr>
            <p:cNvPr id="309" name="小李PPT11-32">
              <a:extLst>
                <a:ext uri="{FF2B5EF4-FFF2-40B4-BE49-F238E27FC236}">
                  <a16:creationId xmlns:a16="http://schemas.microsoft.com/office/drawing/2014/main" id="{6E042C72-6234-B5FE-0F29-46E45950958C}"/>
                </a:ext>
              </a:extLst>
            </p:cNvPr>
            <p:cNvCxnSpPr/>
            <p:nvPr/>
          </p:nvCxnSpPr>
          <p:spPr>
            <a:xfrm rot="5400000">
              <a:off x="-3127134" y="3429001"/>
              <a:ext cx="6857998" cy="0"/>
            </a:xfrm>
            <a:prstGeom prst="line">
              <a:avLst/>
            </a:prstGeom>
            <a:noFill/>
            <a:ln w="6350" cap="rnd" cmpd="sng" algn="ctr">
              <a:solidFill>
                <a:srgbClr val="E9D6F2">
                  <a:alpha val="43922"/>
                </a:srgbClr>
              </a:solidFill>
              <a:prstDash val="solid"/>
              <a:round/>
            </a:ln>
            <a:effectLst/>
          </p:spPr>
        </p:cxnSp>
        <p:cxnSp>
          <p:nvCxnSpPr>
            <p:cNvPr id="310" name="小李PPT11-33">
              <a:extLst>
                <a:ext uri="{FF2B5EF4-FFF2-40B4-BE49-F238E27FC236}">
                  <a16:creationId xmlns:a16="http://schemas.microsoft.com/office/drawing/2014/main" id="{049B3365-36B4-07A8-6740-9088C537C85B}"/>
                </a:ext>
              </a:extLst>
            </p:cNvPr>
            <p:cNvCxnSpPr/>
            <p:nvPr/>
          </p:nvCxnSpPr>
          <p:spPr>
            <a:xfrm rot="5400000">
              <a:off x="6781801" y="3429001"/>
              <a:ext cx="6857998" cy="0"/>
            </a:xfrm>
            <a:prstGeom prst="line">
              <a:avLst/>
            </a:prstGeom>
            <a:noFill/>
            <a:ln w="6350" cap="rnd" cmpd="sng" algn="ctr">
              <a:solidFill>
                <a:srgbClr val="E9D6F2">
                  <a:alpha val="43922"/>
                </a:srgbClr>
              </a:solidFill>
              <a:prstDash val="solid"/>
              <a:round/>
            </a:ln>
            <a:effectLst/>
          </p:spPr>
        </p:cxnSp>
        <p:cxnSp>
          <p:nvCxnSpPr>
            <p:cNvPr id="311" name="小李PPT11-34">
              <a:extLst>
                <a:ext uri="{FF2B5EF4-FFF2-40B4-BE49-F238E27FC236}">
                  <a16:creationId xmlns:a16="http://schemas.microsoft.com/office/drawing/2014/main" id="{420CD8AD-E89C-827A-ABCF-1CEBFF0419BA}"/>
                </a:ext>
              </a:extLst>
            </p:cNvPr>
            <p:cNvCxnSpPr/>
            <p:nvPr/>
          </p:nvCxnSpPr>
          <p:spPr>
            <a:xfrm rot="5400000">
              <a:off x="6427982" y="3429001"/>
              <a:ext cx="6857998" cy="0"/>
            </a:xfrm>
            <a:prstGeom prst="line">
              <a:avLst/>
            </a:prstGeom>
            <a:noFill/>
            <a:ln w="6350" cap="rnd" cmpd="sng" algn="ctr">
              <a:solidFill>
                <a:srgbClr val="E9D6F2">
                  <a:alpha val="43922"/>
                </a:srgbClr>
              </a:solidFill>
              <a:prstDash val="solid"/>
              <a:round/>
            </a:ln>
            <a:effectLst/>
          </p:spPr>
        </p:cxnSp>
        <p:cxnSp>
          <p:nvCxnSpPr>
            <p:cNvPr id="312" name="小李PPT11-35">
              <a:extLst>
                <a:ext uri="{FF2B5EF4-FFF2-40B4-BE49-F238E27FC236}">
                  <a16:creationId xmlns:a16="http://schemas.microsoft.com/office/drawing/2014/main" id="{137F6894-5BEE-7333-0AA7-51A1C2BAD20B}"/>
                </a:ext>
              </a:extLst>
            </p:cNvPr>
            <p:cNvCxnSpPr/>
            <p:nvPr/>
          </p:nvCxnSpPr>
          <p:spPr>
            <a:xfrm rot="5400000">
              <a:off x="6074162" y="3429001"/>
              <a:ext cx="6857998" cy="0"/>
            </a:xfrm>
            <a:prstGeom prst="line">
              <a:avLst/>
            </a:prstGeom>
            <a:noFill/>
            <a:ln w="6350" cap="rnd" cmpd="sng" algn="ctr">
              <a:solidFill>
                <a:srgbClr val="E9D6F2">
                  <a:alpha val="43922"/>
                </a:srgbClr>
              </a:solidFill>
              <a:prstDash val="solid"/>
              <a:round/>
            </a:ln>
            <a:effectLst/>
          </p:spPr>
        </p:cxnSp>
        <p:cxnSp>
          <p:nvCxnSpPr>
            <p:cNvPr id="313" name="小李PPT11-36">
              <a:extLst>
                <a:ext uri="{FF2B5EF4-FFF2-40B4-BE49-F238E27FC236}">
                  <a16:creationId xmlns:a16="http://schemas.microsoft.com/office/drawing/2014/main" id="{277488F4-28EB-DBB0-868B-C75D2ED71605}"/>
                </a:ext>
              </a:extLst>
            </p:cNvPr>
            <p:cNvCxnSpPr/>
            <p:nvPr/>
          </p:nvCxnSpPr>
          <p:spPr>
            <a:xfrm rot="5400000">
              <a:off x="5720343" y="3429001"/>
              <a:ext cx="6857998" cy="0"/>
            </a:xfrm>
            <a:prstGeom prst="line">
              <a:avLst/>
            </a:prstGeom>
            <a:noFill/>
            <a:ln w="6350" cap="rnd" cmpd="sng" algn="ctr">
              <a:solidFill>
                <a:srgbClr val="E9D6F2">
                  <a:alpha val="43922"/>
                </a:srgbClr>
              </a:solidFill>
              <a:prstDash val="solid"/>
              <a:round/>
            </a:ln>
            <a:effectLst/>
          </p:spPr>
        </p:cxnSp>
        <p:cxnSp>
          <p:nvCxnSpPr>
            <p:cNvPr id="314" name="小李PPT11-37">
              <a:extLst>
                <a:ext uri="{FF2B5EF4-FFF2-40B4-BE49-F238E27FC236}">
                  <a16:creationId xmlns:a16="http://schemas.microsoft.com/office/drawing/2014/main" id="{87F177A2-A3F1-22FA-9DBD-ABFD01923873}"/>
                </a:ext>
              </a:extLst>
            </p:cNvPr>
            <p:cNvCxnSpPr/>
            <p:nvPr/>
          </p:nvCxnSpPr>
          <p:spPr>
            <a:xfrm rot="5400000">
              <a:off x="5366523" y="3429001"/>
              <a:ext cx="6857998" cy="0"/>
            </a:xfrm>
            <a:prstGeom prst="line">
              <a:avLst/>
            </a:prstGeom>
            <a:noFill/>
            <a:ln w="6350" cap="sq" cmpd="dbl" algn="ctr">
              <a:solidFill>
                <a:srgbClr val="E9D6F2">
                  <a:alpha val="43922"/>
                </a:srgbClr>
              </a:solidFill>
              <a:prstDash val="solid"/>
              <a:round/>
            </a:ln>
            <a:effectLst/>
          </p:spPr>
        </p:cxnSp>
        <p:cxnSp>
          <p:nvCxnSpPr>
            <p:cNvPr id="315" name="小李PPT11-38">
              <a:extLst>
                <a:ext uri="{FF2B5EF4-FFF2-40B4-BE49-F238E27FC236}">
                  <a16:creationId xmlns:a16="http://schemas.microsoft.com/office/drawing/2014/main" id="{0AECCCE5-CE1D-767C-75D0-BAF3B6E005EE}"/>
                </a:ext>
              </a:extLst>
            </p:cNvPr>
            <p:cNvCxnSpPr/>
            <p:nvPr/>
          </p:nvCxnSpPr>
          <p:spPr>
            <a:xfrm rot="5400000">
              <a:off x="5012704" y="3429001"/>
              <a:ext cx="6857998" cy="0"/>
            </a:xfrm>
            <a:prstGeom prst="line">
              <a:avLst/>
            </a:prstGeom>
            <a:noFill/>
            <a:ln w="6350" cap="rnd" cmpd="sng" algn="ctr">
              <a:solidFill>
                <a:srgbClr val="E9D6F2">
                  <a:alpha val="43922"/>
                </a:srgbClr>
              </a:solidFill>
              <a:prstDash val="solid"/>
              <a:round/>
            </a:ln>
            <a:effectLst/>
          </p:spPr>
        </p:cxnSp>
        <p:cxnSp>
          <p:nvCxnSpPr>
            <p:cNvPr id="316" name="小李PPT11-39">
              <a:extLst>
                <a:ext uri="{FF2B5EF4-FFF2-40B4-BE49-F238E27FC236}">
                  <a16:creationId xmlns:a16="http://schemas.microsoft.com/office/drawing/2014/main" id="{CB7F1A7A-E6A0-7A68-3F2B-34A01BDAC13B}"/>
                </a:ext>
              </a:extLst>
            </p:cNvPr>
            <p:cNvCxnSpPr/>
            <p:nvPr/>
          </p:nvCxnSpPr>
          <p:spPr>
            <a:xfrm rot="5400000">
              <a:off x="4658885" y="3429001"/>
              <a:ext cx="6857998" cy="0"/>
            </a:xfrm>
            <a:prstGeom prst="line">
              <a:avLst/>
            </a:prstGeom>
            <a:noFill/>
            <a:ln w="6350" cap="rnd" cmpd="sng" algn="ctr">
              <a:solidFill>
                <a:srgbClr val="E9D6F2">
                  <a:alpha val="43922"/>
                </a:srgbClr>
              </a:solidFill>
              <a:prstDash val="solid"/>
              <a:round/>
            </a:ln>
            <a:effectLst/>
          </p:spPr>
        </p:cxnSp>
        <p:cxnSp>
          <p:nvCxnSpPr>
            <p:cNvPr id="317" name="小李PPT11-40">
              <a:extLst>
                <a:ext uri="{FF2B5EF4-FFF2-40B4-BE49-F238E27FC236}">
                  <a16:creationId xmlns:a16="http://schemas.microsoft.com/office/drawing/2014/main" id="{9E312751-11DF-6422-C789-4B449ADC5DE9}"/>
                </a:ext>
              </a:extLst>
            </p:cNvPr>
            <p:cNvCxnSpPr/>
            <p:nvPr/>
          </p:nvCxnSpPr>
          <p:spPr>
            <a:xfrm rot="5400000">
              <a:off x="4305065" y="3429001"/>
              <a:ext cx="6857998" cy="0"/>
            </a:xfrm>
            <a:prstGeom prst="line">
              <a:avLst/>
            </a:prstGeom>
            <a:noFill/>
            <a:ln w="6350" cap="rnd" cmpd="sng" algn="ctr">
              <a:solidFill>
                <a:srgbClr val="E9D6F2">
                  <a:alpha val="43922"/>
                </a:srgbClr>
              </a:solidFill>
              <a:prstDash val="solid"/>
              <a:round/>
            </a:ln>
            <a:effectLst/>
          </p:spPr>
        </p:cxnSp>
        <p:cxnSp>
          <p:nvCxnSpPr>
            <p:cNvPr id="318" name="小李PPT11-41">
              <a:extLst>
                <a:ext uri="{FF2B5EF4-FFF2-40B4-BE49-F238E27FC236}">
                  <a16:creationId xmlns:a16="http://schemas.microsoft.com/office/drawing/2014/main" id="{F61C06DF-F39E-C689-56B9-7D96478DB0A2}"/>
                </a:ext>
              </a:extLst>
            </p:cNvPr>
            <p:cNvCxnSpPr/>
            <p:nvPr/>
          </p:nvCxnSpPr>
          <p:spPr>
            <a:xfrm rot="5400000">
              <a:off x="3951246" y="3429001"/>
              <a:ext cx="6857998" cy="0"/>
            </a:xfrm>
            <a:prstGeom prst="line">
              <a:avLst/>
            </a:prstGeom>
            <a:noFill/>
            <a:ln w="6350" cap="rnd" cmpd="sng" algn="ctr">
              <a:solidFill>
                <a:srgbClr val="E9D6F2">
                  <a:alpha val="43922"/>
                </a:srgbClr>
              </a:solidFill>
              <a:prstDash val="solid"/>
              <a:round/>
            </a:ln>
            <a:effectLst/>
          </p:spPr>
        </p:cxnSp>
        <p:cxnSp>
          <p:nvCxnSpPr>
            <p:cNvPr id="319" name="小李PPT11-42">
              <a:extLst>
                <a:ext uri="{FF2B5EF4-FFF2-40B4-BE49-F238E27FC236}">
                  <a16:creationId xmlns:a16="http://schemas.microsoft.com/office/drawing/2014/main" id="{821DE1F9-6A60-BD97-B7F4-92D265C76E6E}"/>
                </a:ext>
              </a:extLst>
            </p:cNvPr>
            <p:cNvCxnSpPr/>
            <p:nvPr/>
          </p:nvCxnSpPr>
          <p:spPr>
            <a:xfrm rot="5400000">
              <a:off x="3597426" y="3429001"/>
              <a:ext cx="6857998" cy="0"/>
            </a:xfrm>
            <a:prstGeom prst="line">
              <a:avLst/>
            </a:prstGeom>
            <a:noFill/>
            <a:ln w="6350" cap="rnd" cmpd="sng" algn="ctr">
              <a:solidFill>
                <a:srgbClr val="E9D6F2">
                  <a:alpha val="43922"/>
                </a:srgbClr>
              </a:solidFill>
              <a:prstDash val="solid"/>
              <a:round/>
            </a:ln>
            <a:effectLst/>
          </p:spPr>
        </p:cxnSp>
        <p:cxnSp>
          <p:nvCxnSpPr>
            <p:cNvPr id="320" name="小李PPT11-43">
              <a:extLst>
                <a:ext uri="{FF2B5EF4-FFF2-40B4-BE49-F238E27FC236}">
                  <a16:creationId xmlns:a16="http://schemas.microsoft.com/office/drawing/2014/main" id="{4DC49DD9-18C9-B5B1-AFC4-AAECE95C9F41}"/>
                </a:ext>
              </a:extLst>
            </p:cNvPr>
            <p:cNvCxnSpPr/>
            <p:nvPr/>
          </p:nvCxnSpPr>
          <p:spPr>
            <a:xfrm rot="5400000">
              <a:off x="3243607" y="3429001"/>
              <a:ext cx="6857998" cy="0"/>
            </a:xfrm>
            <a:prstGeom prst="line">
              <a:avLst/>
            </a:prstGeom>
            <a:noFill/>
            <a:ln w="6350" cap="rnd" cmpd="sng" algn="ctr">
              <a:solidFill>
                <a:srgbClr val="E9D6F2">
                  <a:alpha val="43922"/>
                </a:srgbClr>
              </a:solidFill>
              <a:prstDash val="solid"/>
              <a:round/>
            </a:ln>
            <a:effectLst/>
          </p:spPr>
        </p:cxnSp>
        <p:cxnSp>
          <p:nvCxnSpPr>
            <p:cNvPr id="321" name="小李PPT11-44">
              <a:extLst>
                <a:ext uri="{FF2B5EF4-FFF2-40B4-BE49-F238E27FC236}">
                  <a16:creationId xmlns:a16="http://schemas.microsoft.com/office/drawing/2014/main" id="{7F79D255-A1F0-9774-6C70-8389D2C97FDF}"/>
                </a:ext>
              </a:extLst>
            </p:cNvPr>
            <p:cNvCxnSpPr/>
            <p:nvPr/>
          </p:nvCxnSpPr>
          <p:spPr>
            <a:xfrm rot="5400000">
              <a:off x="2889789" y="3429001"/>
              <a:ext cx="6857998" cy="0"/>
            </a:xfrm>
            <a:prstGeom prst="line">
              <a:avLst/>
            </a:prstGeom>
            <a:noFill/>
            <a:ln w="6350" cap="rnd" cmpd="sng" algn="ctr">
              <a:solidFill>
                <a:srgbClr val="E9D6F2">
                  <a:alpha val="43922"/>
                </a:srgbClr>
              </a:solidFill>
              <a:prstDash val="solid"/>
              <a:round/>
            </a:ln>
            <a:effectLst/>
          </p:spPr>
        </p:cxnSp>
        <p:cxnSp>
          <p:nvCxnSpPr>
            <p:cNvPr id="322" name="小李PPT11-45">
              <a:extLst>
                <a:ext uri="{FF2B5EF4-FFF2-40B4-BE49-F238E27FC236}">
                  <a16:creationId xmlns:a16="http://schemas.microsoft.com/office/drawing/2014/main" id="{AF475B96-315D-746A-65A7-19DC016186CA}"/>
                </a:ext>
              </a:extLst>
            </p:cNvPr>
            <p:cNvCxnSpPr/>
            <p:nvPr/>
          </p:nvCxnSpPr>
          <p:spPr>
            <a:xfrm rot="5400000">
              <a:off x="2535969" y="3429001"/>
              <a:ext cx="6857998" cy="0"/>
            </a:xfrm>
            <a:prstGeom prst="line">
              <a:avLst/>
            </a:prstGeom>
            <a:noFill/>
            <a:ln w="6350" cap="rnd" cmpd="sng" algn="ctr">
              <a:solidFill>
                <a:srgbClr val="E9D6F2">
                  <a:alpha val="43922"/>
                </a:srgbClr>
              </a:solidFill>
              <a:prstDash val="solid"/>
              <a:round/>
            </a:ln>
            <a:effectLst/>
          </p:spPr>
        </p:cxnSp>
        <p:cxnSp>
          <p:nvCxnSpPr>
            <p:cNvPr id="323" name="小李PPT11-46">
              <a:extLst>
                <a:ext uri="{FF2B5EF4-FFF2-40B4-BE49-F238E27FC236}">
                  <a16:creationId xmlns:a16="http://schemas.microsoft.com/office/drawing/2014/main" id="{781B8F5A-DC8E-1A21-CDAF-9A4AC6FE1570}"/>
                </a:ext>
              </a:extLst>
            </p:cNvPr>
            <p:cNvCxnSpPr/>
            <p:nvPr/>
          </p:nvCxnSpPr>
          <p:spPr>
            <a:xfrm>
              <a:off x="0" y="5868315"/>
              <a:ext cx="12192000" cy="0"/>
            </a:xfrm>
            <a:prstGeom prst="line">
              <a:avLst/>
            </a:prstGeom>
            <a:noFill/>
            <a:ln w="6350" cap="rnd" cmpd="sng" algn="ctr">
              <a:solidFill>
                <a:srgbClr val="E9D6F2">
                  <a:alpha val="43922"/>
                </a:srgbClr>
              </a:solidFill>
              <a:prstDash val="solid"/>
              <a:round/>
            </a:ln>
            <a:effectLst/>
          </p:spPr>
        </p:cxnSp>
        <p:cxnSp>
          <p:nvCxnSpPr>
            <p:cNvPr id="324" name="小李PPT11-47">
              <a:extLst>
                <a:ext uri="{FF2B5EF4-FFF2-40B4-BE49-F238E27FC236}">
                  <a16:creationId xmlns:a16="http://schemas.microsoft.com/office/drawing/2014/main" id="{96479C3C-8F94-6780-E275-3B6ACB320E08}"/>
                </a:ext>
              </a:extLst>
            </p:cNvPr>
            <p:cNvCxnSpPr/>
            <p:nvPr/>
          </p:nvCxnSpPr>
          <p:spPr>
            <a:xfrm>
              <a:off x="0" y="6217616"/>
              <a:ext cx="12192000" cy="0"/>
            </a:xfrm>
            <a:prstGeom prst="line">
              <a:avLst/>
            </a:prstGeom>
            <a:noFill/>
            <a:ln w="6350" cap="rnd" cmpd="sng" algn="ctr">
              <a:solidFill>
                <a:srgbClr val="E9D6F2">
                  <a:alpha val="43922"/>
                </a:srgbClr>
              </a:solidFill>
              <a:prstDash val="solid"/>
              <a:round/>
            </a:ln>
            <a:effectLst/>
          </p:spPr>
        </p:cxnSp>
        <p:cxnSp>
          <p:nvCxnSpPr>
            <p:cNvPr id="325" name="小李PPT11-48">
              <a:extLst>
                <a:ext uri="{FF2B5EF4-FFF2-40B4-BE49-F238E27FC236}">
                  <a16:creationId xmlns:a16="http://schemas.microsoft.com/office/drawing/2014/main" id="{E1E294E3-8556-D46B-FF78-3E32C6CFAC92}"/>
                </a:ext>
              </a:extLst>
            </p:cNvPr>
            <p:cNvCxnSpPr/>
            <p:nvPr/>
          </p:nvCxnSpPr>
          <p:spPr>
            <a:xfrm>
              <a:off x="0" y="6566917"/>
              <a:ext cx="12192000" cy="0"/>
            </a:xfrm>
            <a:prstGeom prst="line">
              <a:avLst/>
            </a:prstGeom>
            <a:noFill/>
            <a:ln w="6350" cap="rnd" cmpd="sng" algn="ctr">
              <a:solidFill>
                <a:srgbClr val="E9D6F2">
                  <a:alpha val="43922"/>
                </a:srgbClr>
              </a:solidFill>
              <a:prstDash val="solid"/>
              <a:round/>
            </a:ln>
            <a:effectLst/>
          </p:spPr>
        </p:cxnSp>
        <p:cxnSp>
          <p:nvCxnSpPr>
            <p:cNvPr id="326" name="小李PPT11-49">
              <a:extLst>
                <a:ext uri="{FF2B5EF4-FFF2-40B4-BE49-F238E27FC236}">
                  <a16:creationId xmlns:a16="http://schemas.microsoft.com/office/drawing/2014/main" id="{7346756B-3873-E60D-A288-7E9A8DFEA634}"/>
                </a:ext>
              </a:extLst>
            </p:cNvPr>
            <p:cNvCxnSpPr/>
            <p:nvPr/>
          </p:nvCxnSpPr>
          <p:spPr>
            <a:xfrm rot="5400000">
              <a:off x="8532255" y="3429001"/>
              <a:ext cx="6857998" cy="0"/>
            </a:xfrm>
            <a:prstGeom prst="line">
              <a:avLst/>
            </a:prstGeom>
            <a:noFill/>
            <a:ln w="6350" cap="rnd" cmpd="sng" algn="ctr">
              <a:solidFill>
                <a:srgbClr val="E9D6F2">
                  <a:alpha val="43922"/>
                </a:srgbClr>
              </a:solidFill>
              <a:prstDash val="solid"/>
              <a:round/>
            </a:ln>
            <a:effectLst/>
          </p:spPr>
        </p:cxnSp>
        <p:cxnSp>
          <p:nvCxnSpPr>
            <p:cNvPr id="327" name="小李PPT11-50">
              <a:extLst>
                <a:ext uri="{FF2B5EF4-FFF2-40B4-BE49-F238E27FC236}">
                  <a16:creationId xmlns:a16="http://schemas.microsoft.com/office/drawing/2014/main" id="{0A6E9455-03E3-BADC-DDE6-9A8E6C11EF94}"/>
                </a:ext>
              </a:extLst>
            </p:cNvPr>
            <p:cNvCxnSpPr/>
            <p:nvPr/>
          </p:nvCxnSpPr>
          <p:spPr>
            <a:xfrm rot="5400000">
              <a:off x="8178436" y="3429001"/>
              <a:ext cx="6857998" cy="0"/>
            </a:xfrm>
            <a:prstGeom prst="line">
              <a:avLst/>
            </a:prstGeom>
            <a:noFill/>
            <a:ln w="6350" cap="rnd" cmpd="sng" algn="ctr">
              <a:solidFill>
                <a:srgbClr val="E9D6F2">
                  <a:alpha val="43922"/>
                </a:srgbClr>
              </a:solidFill>
              <a:prstDash val="solid"/>
              <a:round/>
            </a:ln>
            <a:effectLst/>
          </p:spPr>
        </p:cxnSp>
        <p:cxnSp>
          <p:nvCxnSpPr>
            <p:cNvPr id="328" name="小李PPT11-51">
              <a:extLst>
                <a:ext uri="{FF2B5EF4-FFF2-40B4-BE49-F238E27FC236}">
                  <a16:creationId xmlns:a16="http://schemas.microsoft.com/office/drawing/2014/main" id="{2225C28C-74AF-D02A-A946-AF945155C451}"/>
                </a:ext>
              </a:extLst>
            </p:cNvPr>
            <p:cNvCxnSpPr/>
            <p:nvPr/>
          </p:nvCxnSpPr>
          <p:spPr>
            <a:xfrm rot="5400000">
              <a:off x="7824616" y="3429001"/>
              <a:ext cx="6857998" cy="0"/>
            </a:xfrm>
            <a:prstGeom prst="line">
              <a:avLst/>
            </a:prstGeom>
            <a:noFill/>
            <a:ln w="6350" cap="rnd" cmpd="sng" algn="ctr">
              <a:solidFill>
                <a:srgbClr val="E9D6F2">
                  <a:alpha val="43922"/>
                </a:srgbClr>
              </a:solidFill>
              <a:prstDash val="solid"/>
              <a:round/>
            </a:ln>
            <a:effectLst/>
          </p:spPr>
        </p:cxnSp>
        <p:cxnSp>
          <p:nvCxnSpPr>
            <p:cNvPr id="329" name="小李PPT11-52">
              <a:extLst>
                <a:ext uri="{FF2B5EF4-FFF2-40B4-BE49-F238E27FC236}">
                  <a16:creationId xmlns:a16="http://schemas.microsoft.com/office/drawing/2014/main" id="{36812C8E-00B0-954B-26D4-E52E0009D8D6}"/>
                </a:ext>
              </a:extLst>
            </p:cNvPr>
            <p:cNvCxnSpPr/>
            <p:nvPr/>
          </p:nvCxnSpPr>
          <p:spPr>
            <a:xfrm rot="5400000">
              <a:off x="7470797" y="3429001"/>
              <a:ext cx="6857998" cy="0"/>
            </a:xfrm>
            <a:prstGeom prst="line">
              <a:avLst/>
            </a:prstGeom>
            <a:noFill/>
            <a:ln w="6350" cap="rnd" cmpd="sng" algn="ctr">
              <a:solidFill>
                <a:srgbClr val="E9D6F2">
                  <a:alpha val="43922"/>
                </a:srgbClr>
              </a:solidFill>
              <a:prstDash val="solid"/>
              <a:round/>
            </a:ln>
            <a:effectLst/>
          </p:spPr>
        </p:cxnSp>
        <p:cxnSp>
          <p:nvCxnSpPr>
            <p:cNvPr id="330" name="小李PPT11-53">
              <a:extLst>
                <a:ext uri="{FF2B5EF4-FFF2-40B4-BE49-F238E27FC236}">
                  <a16:creationId xmlns:a16="http://schemas.microsoft.com/office/drawing/2014/main" id="{AAA0CBAD-C7A5-2E8C-B487-49E82FAF197F}"/>
                </a:ext>
              </a:extLst>
            </p:cNvPr>
            <p:cNvCxnSpPr/>
            <p:nvPr/>
          </p:nvCxnSpPr>
          <p:spPr>
            <a:xfrm rot="5400000">
              <a:off x="7116978" y="3429001"/>
              <a:ext cx="6857998" cy="0"/>
            </a:xfrm>
            <a:prstGeom prst="line">
              <a:avLst/>
            </a:prstGeom>
            <a:noFill/>
            <a:ln w="6350" cap="rnd" cmpd="sng" algn="ctr">
              <a:solidFill>
                <a:srgbClr val="E9D6F2">
                  <a:alpha val="43922"/>
                </a:srgbClr>
              </a:solidFill>
              <a:prstDash val="solid"/>
              <a:round/>
            </a:ln>
            <a:effectLst/>
          </p:spPr>
        </p:cxnSp>
      </p:grpSp>
      <p:grpSp>
        <p:nvGrpSpPr>
          <p:cNvPr id="332" name="组合 331">
            <a:extLst>
              <a:ext uri="{FF2B5EF4-FFF2-40B4-BE49-F238E27FC236}">
                <a16:creationId xmlns:a16="http://schemas.microsoft.com/office/drawing/2014/main" id="{48CB0609-70FF-2A70-3406-9F56BA4134F6}"/>
              </a:ext>
            </a:extLst>
          </p:cNvPr>
          <p:cNvGrpSpPr/>
          <p:nvPr/>
        </p:nvGrpSpPr>
        <p:grpSpPr>
          <a:xfrm>
            <a:off x="192793" y="185088"/>
            <a:ext cx="5541145" cy="731415"/>
            <a:chOff x="412929" y="337490"/>
            <a:chExt cx="5638629" cy="779029"/>
          </a:xfrm>
        </p:grpSpPr>
        <p:grpSp>
          <p:nvGrpSpPr>
            <p:cNvPr id="68" name="组合 67">
              <a:extLst>
                <a:ext uri="{FF2B5EF4-FFF2-40B4-BE49-F238E27FC236}">
                  <a16:creationId xmlns:a16="http://schemas.microsoft.com/office/drawing/2014/main" id="{DEAD473B-E94B-4204-C07D-2B71699982A3}"/>
                </a:ext>
              </a:extLst>
            </p:cNvPr>
            <p:cNvGrpSpPr/>
            <p:nvPr/>
          </p:nvGrpSpPr>
          <p:grpSpPr>
            <a:xfrm>
              <a:off x="412929" y="337490"/>
              <a:ext cx="5638629" cy="779029"/>
              <a:chOff x="392813" y="373931"/>
              <a:chExt cx="3163915" cy="483849"/>
            </a:xfrm>
          </p:grpSpPr>
          <p:sp>
            <p:nvSpPr>
              <p:cNvPr id="27" name="任意多边形: 形状 61">
                <a:extLst>
                  <a:ext uri="{FF2B5EF4-FFF2-40B4-BE49-F238E27FC236}">
                    <a16:creationId xmlns:a16="http://schemas.microsoft.com/office/drawing/2014/main" id="{4568F332-B380-6EC4-9315-8C954162131A}"/>
                  </a:ext>
                </a:extLst>
              </p:cNvPr>
              <p:cNvSpPr/>
              <p:nvPr/>
            </p:nvSpPr>
            <p:spPr>
              <a:xfrm>
                <a:off x="522287" y="427864"/>
                <a:ext cx="3034441" cy="375982"/>
              </a:xfrm>
              <a:prstGeom prst="parallelogram">
                <a:avLst>
                  <a:gd name="adj" fmla="val 52926"/>
                </a:avLst>
              </a:prstGeom>
              <a:gradFill flip="none" rotWithShape="1">
                <a:gsLst>
                  <a:gs pos="0">
                    <a:srgbClr val="FFFFFF"/>
                  </a:gs>
                  <a:gs pos="100000">
                    <a:srgbClr val="BB39A0">
                      <a:alpha val="84000"/>
                    </a:srgbClr>
                  </a:gs>
                </a:gsLst>
                <a:lin ang="10800000" scaled="1"/>
                <a:tileRect/>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2" name="任意多边形: 形状 61">
                <a:extLst>
                  <a:ext uri="{FF2B5EF4-FFF2-40B4-BE49-F238E27FC236}">
                    <a16:creationId xmlns:a16="http://schemas.microsoft.com/office/drawing/2014/main" id="{B4D704B6-5055-FA81-4A4E-ED7DBFD438E4}"/>
                  </a:ext>
                </a:extLst>
              </p:cNvPr>
              <p:cNvSpPr/>
              <p:nvPr/>
            </p:nvSpPr>
            <p:spPr>
              <a:xfrm>
                <a:off x="392813" y="399042"/>
                <a:ext cx="221149" cy="260109"/>
              </a:xfrm>
              <a:prstGeom prst="parallelogram">
                <a:avLst>
                  <a:gd name="adj" fmla="val 64309"/>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任意多边形: 形状 61">
                <a:extLst>
                  <a:ext uri="{FF2B5EF4-FFF2-40B4-BE49-F238E27FC236}">
                    <a16:creationId xmlns:a16="http://schemas.microsoft.com/office/drawing/2014/main" id="{A5B511BF-BB56-51CC-5CE5-FD63596A28A8}"/>
                  </a:ext>
                </a:extLst>
              </p:cNvPr>
              <p:cNvSpPr/>
              <p:nvPr/>
            </p:nvSpPr>
            <p:spPr>
              <a:xfrm>
                <a:off x="407458" y="373931"/>
                <a:ext cx="413280" cy="483849"/>
              </a:xfrm>
              <a:prstGeom prst="parallelogram">
                <a:avLst>
                  <a:gd name="adj" fmla="val 61503"/>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331" name="小李PPT1">
              <a:extLst>
                <a:ext uri="{FF2B5EF4-FFF2-40B4-BE49-F238E27FC236}">
                  <a16:creationId xmlns:a16="http://schemas.microsoft.com/office/drawing/2014/main" id="{60296E81-9909-1F74-9C79-5EB97E854FAC}"/>
                </a:ext>
              </a:extLst>
            </p:cNvPr>
            <p:cNvSpPr txBox="1"/>
            <p:nvPr/>
          </p:nvSpPr>
          <p:spPr>
            <a:xfrm>
              <a:off x="1033485" y="401778"/>
              <a:ext cx="3521030" cy="667385"/>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200" dirty="0">
                  <a:solidFill>
                    <a:schemeClr val="tx1">
                      <a:lumMod val="95000"/>
                      <a:lumOff val="5000"/>
                    </a:schemeClr>
                  </a:solidFill>
                  <a:latin typeface="汉仪劲楷简" panose="00020600040101010101" charset="-122"/>
                  <a:ea typeface="汉仪劲楷简" panose="00020600040101010101" charset="-122"/>
                  <a:sym typeface="+mn-ea"/>
                </a:rPr>
                <a:t>3.3 Rubin </a:t>
              </a:r>
              <a:r>
                <a:rPr lang="zh-CN" altLang="en-US" sz="3200" dirty="0">
                  <a:solidFill>
                    <a:schemeClr val="tx1">
                      <a:lumMod val="95000"/>
                      <a:lumOff val="5000"/>
                    </a:schemeClr>
                  </a:solidFill>
                  <a:latin typeface="汉仪劲楷简" panose="00020600040101010101" charset="-122"/>
                  <a:ea typeface="汉仪劲楷简" panose="00020600040101010101" charset="-122"/>
                  <a:sym typeface="+mn-ea"/>
                </a:rPr>
                <a:t>因果模型</a:t>
              </a:r>
              <a:endParaRPr lang="zh-CN" altLang="en-US" sz="3200" noProof="0" dirty="0">
                <a:ln>
                  <a:noFill/>
                </a:ln>
                <a:solidFill>
                  <a:schemeClr val="tx1">
                    <a:lumMod val="95000"/>
                    <a:lumOff val="5000"/>
                  </a:schemeClr>
                </a:solidFill>
                <a:effectLst/>
                <a:uLnTx/>
                <a:uFillTx/>
                <a:latin typeface="汉仪劲楷简" panose="00020600040101010101" charset="-122"/>
                <a:ea typeface="汉仪劲楷简" panose="00020600040101010101" charset="-122"/>
                <a:sym typeface="+mn-ea"/>
              </a:endParaRPr>
            </a:p>
          </p:txBody>
        </p:sp>
      </p:grpSp>
      <p:pic>
        <p:nvPicPr>
          <p:cNvPr id="18" name="图片 17" descr="图片包含 桌子, 小, 蛋糕, 蓝色&#10;&#10;描述已自动生成">
            <a:extLst>
              <a:ext uri="{FF2B5EF4-FFF2-40B4-BE49-F238E27FC236}">
                <a16:creationId xmlns:a16="http://schemas.microsoft.com/office/drawing/2014/main" id="{AB1D1039-27DB-2B41-FBFE-19FF976D648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618230" y="223047"/>
            <a:ext cx="1334417" cy="667209"/>
          </a:xfrm>
          <a:prstGeom prst="rect">
            <a:avLst/>
          </a:prstGeom>
        </p:spPr>
      </p:pic>
      <p:pic>
        <p:nvPicPr>
          <p:cNvPr id="334" name="图片 333" descr="e4f8873b48c92a912ad2b76d31d4d59">
            <a:extLst>
              <a:ext uri="{FF2B5EF4-FFF2-40B4-BE49-F238E27FC236}">
                <a16:creationId xmlns:a16="http://schemas.microsoft.com/office/drawing/2014/main" id="{BCB23CF7-1F66-1D05-9CE3-30C4BBFA903D}"/>
              </a:ext>
            </a:extLst>
          </p:cNvPr>
          <p:cNvPicPr>
            <a:picLocks noChangeAspect="1"/>
          </p:cNvPicPr>
          <p:nvPr/>
        </p:nvPicPr>
        <p:blipFill>
          <a:blip r:embed="rId16"/>
          <a:stretch>
            <a:fillRect/>
          </a:stretch>
        </p:blipFill>
        <p:spPr>
          <a:xfrm>
            <a:off x="9728122" y="193111"/>
            <a:ext cx="708660" cy="708660"/>
          </a:xfrm>
          <a:prstGeom prst="rect">
            <a:avLst/>
          </a:prstGeom>
        </p:spPr>
      </p:pic>
      <p:grpSp>
        <p:nvGrpSpPr>
          <p:cNvPr id="335" name="组合 334">
            <a:extLst>
              <a:ext uri="{FF2B5EF4-FFF2-40B4-BE49-F238E27FC236}">
                <a16:creationId xmlns:a16="http://schemas.microsoft.com/office/drawing/2014/main" id="{3FCA09F8-FBF9-D014-4D7A-7578A8F09146}"/>
              </a:ext>
            </a:extLst>
          </p:cNvPr>
          <p:cNvGrpSpPr/>
          <p:nvPr/>
        </p:nvGrpSpPr>
        <p:grpSpPr>
          <a:xfrm>
            <a:off x="7354620" y="305784"/>
            <a:ext cx="2162937" cy="506745"/>
            <a:chOff x="7239" y="4557"/>
            <a:chExt cx="3500" cy="820"/>
          </a:xfrm>
          <a:gradFill>
            <a:gsLst>
              <a:gs pos="0">
                <a:srgbClr val="923EBA"/>
              </a:gs>
              <a:gs pos="96000">
                <a:srgbClr val="F7F0FA"/>
              </a:gs>
            </a:gsLst>
            <a:lin ang="10800000" scaled="0"/>
          </a:gradFill>
        </p:grpSpPr>
        <p:sp>
          <p:nvSpPr>
            <p:cNvPr id="336" name="燕尾形 25">
              <a:extLst>
                <a:ext uri="{FF2B5EF4-FFF2-40B4-BE49-F238E27FC236}">
                  <a16:creationId xmlns:a16="http://schemas.microsoft.com/office/drawing/2014/main" id="{AF22FDF5-8757-453D-6866-D0167DB67BC3}"/>
                </a:ext>
              </a:extLst>
            </p:cNvPr>
            <p:cNvSpPr/>
            <p:nvPr/>
          </p:nvSpPr>
          <p:spPr>
            <a:xfrm>
              <a:off x="72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7" name="燕尾形 67">
              <a:extLst>
                <a:ext uri="{FF2B5EF4-FFF2-40B4-BE49-F238E27FC236}">
                  <a16:creationId xmlns:a16="http://schemas.microsoft.com/office/drawing/2014/main" id="{3D9A2FEE-E11C-54D3-7206-76A4D85A3C86}"/>
                </a:ext>
              </a:extLst>
            </p:cNvPr>
            <p:cNvSpPr/>
            <p:nvPr/>
          </p:nvSpPr>
          <p:spPr>
            <a:xfrm>
              <a:off x="79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8" name="燕尾形 68">
              <a:extLst>
                <a:ext uri="{FF2B5EF4-FFF2-40B4-BE49-F238E27FC236}">
                  <a16:creationId xmlns:a16="http://schemas.microsoft.com/office/drawing/2014/main" id="{12C0406F-FBDA-2A3F-CEB6-3AA17989E84D}"/>
                </a:ext>
              </a:extLst>
            </p:cNvPr>
            <p:cNvSpPr/>
            <p:nvPr/>
          </p:nvSpPr>
          <p:spPr>
            <a:xfrm>
              <a:off x="86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9" name="燕尾形 69">
              <a:extLst>
                <a:ext uri="{FF2B5EF4-FFF2-40B4-BE49-F238E27FC236}">
                  <a16:creationId xmlns:a16="http://schemas.microsoft.com/office/drawing/2014/main" id="{8BC960A3-4D4E-BF0F-1275-02E83D81B554}"/>
                </a:ext>
              </a:extLst>
            </p:cNvPr>
            <p:cNvSpPr/>
            <p:nvPr/>
          </p:nvSpPr>
          <p:spPr>
            <a:xfrm>
              <a:off x="93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40" name="燕尾形 77">
              <a:extLst>
                <a:ext uri="{FF2B5EF4-FFF2-40B4-BE49-F238E27FC236}">
                  <a16:creationId xmlns:a16="http://schemas.microsoft.com/office/drawing/2014/main" id="{53C60A93-71F9-9093-80FE-03C8C04849D1}"/>
                </a:ext>
              </a:extLst>
            </p:cNvPr>
            <p:cNvSpPr/>
            <p:nvPr/>
          </p:nvSpPr>
          <p:spPr>
            <a:xfrm>
              <a:off x="100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2" name="文本框 1">
            <a:extLst>
              <a:ext uri="{FF2B5EF4-FFF2-40B4-BE49-F238E27FC236}">
                <a16:creationId xmlns:a16="http://schemas.microsoft.com/office/drawing/2014/main" id="{A9080518-5327-120C-443B-3AD9CDED65F0}"/>
              </a:ext>
            </a:extLst>
          </p:cNvPr>
          <p:cNvSpPr txBox="1"/>
          <p:nvPr/>
        </p:nvSpPr>
        <p:spPr>
          <a:xfrm>
            <a:off x="1329357" y="983739"/>
            <a:ext cx="9533283" cy="905612"/>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lnSpc>
                <a:spcPct val="100000"/>
              </a:lnSpc>
            </a:pPr>
            <a:r>
              <a:rPr lang="en-US" altLang="zh-CN" sz="2000" dirty="0">
                <a:solidFill>
                  <a:schemeClr val="tx1">
                    <a:lumMod val="95000"/>
                    <a:lumOff val="5000"/>
                  </a:schemeClr>
                </a:solidFill>
                <a:latin typeface="汉仪劲楷简" panose="00020600040101010101" charset="-122"/>
                <a:ea typeface="汉仪劲楷简" panose="00020600040101010101" charset="-122"/>
              </a:rPr>
              <a:t>SUTVA </a:t>
            </a:r>
            <a:r>
              <a:rPr lang="zh-CN" altLang="en-US" sz="2000" dirty="0">
                <a:solidFill>
                  <a:schemeClr val="tx1">
                    <a:lumMod val="95000"/>
                    <a:lumOff val="5000"/>
                  </a:schemeClr>
                </a:solidFill>
                <a:latin typeface="汉仪劲楷简" panose="00020600040101010101" charset="-122"/>
                <a:ea typeface="汉仪劲楷简" panose="00020600040101010101" charset="-122"/>
              </a:rPr>
              <a:t>假设下，采用 </a:t>
            </a:r>
            <a:r>
              <a:rPr lang="en-US" altLang="zh-CN" sz="2000" dirty="0" err="1">
                <a:solidFill>
                  <a:schemeClr val="tx1">
                    <a:lumMod val="95000"/>
                    <a:lumOff val="5000"/>
                  </a:schemeClr>
                </a:solidFill>
                <a:latin typeface="汉仪劲楷简" panose="00020600040101010101" charset="-122"/>
                <a:ea typeface="汉仪劲楷简" panose="00020600040101010101" charset="-122"/>
              </a:rPr>
              <a:t>Neyman</a:t>
            </a:r>
            <a:r>
              <a:rPr lang="en-US" altLang="zh-CN" sz="2000" dirty="0">
                <a:solidFill>
                  <a:schemeClr val="tx1">
                    <a:lumMod val="95000"/>
                    <a:lumOff val="5000"/>
                  </a:schemeClr>
                </a:solidFill>
                <a:latin typeface="汉仪劲楷简" panose="00020600040101010101" charset="-122"/>
                <a:ea typeface="汉仪劲楷简" panose="00020600040101010101" charset="-122"/>
              </a:rPr>
              <a:t> </a:t>
            </a:r>
            <a:r>
              <a:rPr lang="zh-CN" altLang="en-US" sz="2000" dirty="0">
                <a:solidFill>
                  <a:schemeClr val="tx1">
                    <a:lumMod val="95000"/>
                    <a:lumOff val="5000"/>
                  </a:schemeClr>
                </a:solidFill>
                <a:latin typeface="汉仪劲楷简" panose="00020600040101010101" charset="-122"/>
                <a:ea typeface="汉仪劲楷简" panose="00020600040101010101" charset="-122"/>
              </a:rPr>
              <a:t>提出的平均</a:t>
            </a:r>
            <a:r>
              <a:rPr lang="zh-CN" altLang="en-US" sz="2400" b="1" dirty="0">
                <a:solidFill>
                  <a:schemeClr val="tx1">
                    <a:lumMod val="95000"/>
                    <a:lumOff val="5000"/>
                  </a:schemeClr>
                </a:solidFill>
                <a:latin typeface="汉仪劲楷简" panose="00020600040101010101" charset="-122"/>
                <a:ea typeface="汉仪劲楷简" panose="00020600040101010101" charset="-122"/>
              </a:rPr>
              <a:t>因果效应</a:t>
            </a:r>
            <a:r>
              <a:rPr lang="zh-CN" altLang="en-US" sz="2000" dirty="0">
                <a:solidFill>
                  <a:schemeClr val="tx1">
                    <a:lumMod val="95000"/>
                    <a:lumOff val="5000"/>
                  </a:schemeClr>
                </a:solidFill>
                <a:latin typeface="汉仪劲楷简" panose="00020600040101010101" charset="-122"/>
                <a:ea typeface="汉仪劲楷简" panose="00020600040101010101" charset="-122"/>
              </a:rPr>
              <a:t>估计量</a:t>
            </a:r>
          </a:p>
        </p:txBody>
      </p:sp>
      <p:pic>
        <p:nvPicPr>
          <p:cNvPr id="3" name="图片 2">
            <a:extLst>
              <a:ext uri="{FF2B5EF4-FFF2-40B4-BE49-F238E27FC236}">
                <a16:creationId xmlns:a16="http://schemas.microsoft.com/office/drawing/2014/main" id="{E8E6989E-93D9-B4B5-BD23-A7C92734BC05}"/>
              </a:ext>
            </a:extLst>
          </p:cNvPr>
          <p:cNvPicPr>
            <a:picLocks noChangeAspect="1"/>
          </p:cNvPicPr>
          <p:nvPr/>
        </p:nvPicPr>
        <p:blipFill>
          <a:blip r:embed="rId17"/>
          <a:stretch>
            <a:fillRect/>
          </a:stretch>
        </p:blipFill>
        <p:spPr>
          <a:xfrm>
            <a:off x="4462435" y="1741367"/>
            <a:ext cx="3267129" cy="554978"/>
          </a:xfrm>
          <a:prstGeom prst="rect">
            <a:avLst/>
          </a:prstGeom>
        </p:spPr>
      </p:pic>
      <p:pic>
        <p:nvPicPr>
          <p:cNvPr id="5" name="图片 4">
            <a:extLst>
              <a:ext uri="{FF2B5EF4-FFF2-40B4-BE49-F238E27FC236}">
                <a16:creationId xmlns:a16="http://schemas.microsoft.com/office/drawing/2014/main" id="{8CBA0690-1547-2C72-5839-10C9158246F7}"/>
              </a:ext>
            </a:extLst>
          </p:cNvPr>
          <p:cNvPicPr>
            <a:picLocks noChangeAspect="1"/>
          </p:cNvPicPr>
          <p:nvPr/>
        </p:nvPicPr>
        <p:blipFill>
          <a:blip r:embed="rId18"/>
          <a:stretch>
            <a:fillRect/>
          </a:stretch>
        </p:blipFill>
        <p:spPr>
          <a:xfrm>
            <a:off x="2875139" y="2435519"/>
            <a:ext cx="873228" cy="333626"/>
          </a:xfrm>
          <a:prstGeom prst="rect">
            <a:avLst/>
          </a:prstGeom>
        </p:spPr>
      </p:pic>
      <p:pic>
        <p:nvPicPr>
          <p:cNvPr id="6" name="图片 5">
            <a:extLst>
              <a:ext uri="{FF2B5EF4-FFF2-40B4-BE49-F238E27FC236}">
                <a16:creationId xmlns:a16="http://schemas.microsoft.com/office/drawing/2014/main" id="{4B4B4E5A-D81B-FB5E-5CCA-2928B78CF617}"/>
              </a:ext>
            </a:extLst>
          </p:cNvPr>
          <p:cNvPicPr>
            <a:picLocks noChangeAspect="1"/>
          </p:cNvPicPr>
          <p:nvPr/>
        </p:nvPicPr>
        <p:blipFill>
          <a:blip r:embed="rId19"/>
          <a:stretch>
            <a:fillRect/>
          </a:stretch>
        </p:blipFill>
        <p:spPr>
          <a:xfrm>
            <a:off x="2863913" y="2915420"/>
            <a:ext cx="907706" cy="333627"/>
          </a:xfrm>
          <a:prstGeom prst="rect">
            <a:avLst/>
          </a:prstGeom>
        </p:spPr>
      </p:pic>
      <p:sp>
        <p:nvSpPr>
          <p:cNvPr id="8" name="文本框 7">
            <a:extLst>
              <a:ext uri="{FF2B5EF4-FFF2-40B4-BE49-F238E27FC236}">
                <a16:creationId xmlns:a16="http://schemas.microsoft.com/office/drawing/2014/main" id="{418585A5-FC69-E26C-B4C3-4C99D09D9A49}"/>
              </a:ext>
            </a:extLst>
          </p:cNvPr>
          <p:cNvSpPr txBox="1"/>
          <p:nvPr/>
        </p:nvSpPr>
        <p:spPr>
          <a:xfrm>
            <a:off x="3757408" y="2380178"/>
            <a:ext cx="7376249" cy="400110"/>
          </a:xfrm>
          <a:prstGeom prst="rect">
            <a:avLst/>
          </a:prstGeom>
          <a:noFill/>
          <a:ln w="25400" cap="rnd" cmpd="sng" algn="ctr">
            <a:noFill/>
            <a:prstDash val="lgDash"/>
            <a:round/>
          </a:ln>
          <a:effectLst/>
        </p:spPr>
        <p:style>
          <a:lnRef idx="0">
            <a:schemeClr val="accent1"/>
          </a:lnRef>
          <a:fillRef idx="0">
            <a:srgbClr val="FFFFFF"/>
          </a:fillRef>
          <a:effectRef idx="0">
            <a:srgbClr val="FFFFFF"/>
          </a:effectRef>
          <a:fontRef idx="minor">
            <a:schemeClr val="tx1"/>
          </a:fontRef>
        </p:style>
        <p:txBody>
          <a:bodyPr wrap="square">
            <a:spAutoFit/>
          </a:bodyPr>
          <a:lstStyle/>
          <a:p>
            <a:r>
              <a:rPr lang="zh-CN" altLang="en-US" sz="2000" dirty="0">
                <a:solidFill>
                  <a:schemeClr val="tx1">
                    <a:lumMod val="95000"/>
                    <a:lumOff val="5000"/>
                  </a:schemeClr>
                </a:solidFill>
                <a:latin typeface="汉仪劲楷简" panose="00020600040101010101" charset="-122"/>
                <a:ea typeface="汉仪劲楷简" panose="00020600040101010101" charset="-122"/>
              </a:rPr>
              <a:t>表示用户 </a:t>
            </a:r>
            <a:r>
              <a:rPr lang="en-US" altLang="zh-CN" sz="2000" dirty="0" err="1">
                <a:solidFill>
                  <a:schemeClr val="tx1">
                    <a:lumMod val="95000"/>
                    <a:lumOff val="5000"/>
                  </a:schemeClr>
                </a:solidFill>
                <a:latin typeface="汉仪劲楷简" panose="00020600040101010101" charset="-122"/>
                <a:ea typeface="汉仪劲楷简" panose="00020600040101010101" charset="-122"/>
              </a:rPr>
              <a:t>i</a:t>
            </a:r>
            <a:r>
              <a:rPr lang="en-US" altLang="zh-CN" sz="2000" dirty="0">
                <a:solidFill>
                  <a:schemeClr val="tx1">
                    <a:lumMod val="95000"/>
                    <a:lumOff val="5000"/>
                  </a:schemeClr>
                </a:solidFill>
                <a:latin typeface="汉仪劲楷简" panose="00020600040101010101" charset="-122"/>
                <a:ea typeface="汉仪劲楷简" panose="00020600040101010101" charset="-122"/>
              </a:rPr>
              <a:t> </a:t>
            </a:r>
            <a:r>
              <a:rPr lang="zh-CN" altLang="en-US" sz="2000" dirty="0">
                <a:solidFill>
                  <a:schemeClr val="tx1">
                    <a:lumMod val="95000"/>
                    <a:lumOff val="5000"/>
                  </a:schemeClr>
                </a:solidFill>
                <a:latin typeface="汉仪劲楷简" panose="00020600040101010101" charset="-122"/>
                <a:ea typeface="汉仪劲楷简" panose="00020600040101010101" charset="-122"/>
              </a:rPr>
              <a:t>投资 </a:t>
            </a:r>
            <a:r>
              <a:rPr lang="en-US" altLang="zh-CN" sz="2000" dirty="0">
                <a:solidFill>
                  <a:schemeClr val="tx1">
                    <a:lumMod val="95000"/>
                    <a:lumOff val="5000"/>
                  </a:schemeClr>
                </a:solidFill>
                <a:latin typeface="汉仪劲楷简" panose="00020600040101010101" charset="-122"/>
                <a:ea typeface="汉仪劲楷简" panose="00020600040101010101" charset="-122"/>
              </a:rPr>
              <a:t>j </a:t>
            </a:r>
            <a:r>
              <a:rPr lang="zh-CN" altLang="en-US" sz="2000" dirty="0">
                <a:solidFill>
                  <a:schemeClr val="tx1">
                    <a:lumMod val="95000"/>
                    <a:lumOff val="5000"/>
                  </a:schemeClr>
                </a:solidFill>
                <a:latin typeface="汉仪劲楷简" panose="00020600040101010101" charset="-122"/>
                <a:ea typeface="汉仪劲楷简" panose="00020600040101010101" charset="-122"/>
              </a:rPr>
              <a:t>的条件下相连用户是否投资 </a:t>
            </a:r>
            <a:r>
              <a:rPr lang="en-US" altLang="zh-CN" sz="2000" dirty="0">
                <a:solidFill>
                  <a:schemeClr val="tx1">
                    <a:lumMod val="95000"/>
                    <a:lumOff val="5000"/>
                  </a:schemeClr>
                </a:solidFill>
                <a:latin typeface="汉仪劲楷简" panose="00020600040101010101" charset="-122"/>
                <a:ea typeface="汉仪劲楷简" panose="00020600040101010101" charset="-122"/>
              </a:rPr>
              <a:t>j </a:t>
            </a:r>
            <a:endParaRPr lang="zh-CN" altLang="en-US" sz="2000" dirty="0"/>
          </a:p>
        </p:txBody>
      </p:sp>
      <p:sp>
        <p:nvSpPr>
          <p:cNvPr id="12" name="文本框 11">
            <a:extLst>
              <a:ext uri="{FF2B5EF4-FFF2-40B4-BE49-F238E27FC236}">
                <a16:creationId xmlns:a16="http://schemas.microsoft.com/office/drawing/2014/main" id="{31C6A12F-0CB0-71E4-0AA4-B8F81DAC4A91}"/>
              </a:ext>
            </a:extLst>
          </p:cNvPr>
          <p:cNvSpPr txBox="1"/>
          <p:nvPr/>
        </p:nvSpPr>
        <p:spPr>
          <a:xfrm>
            <a:off x="3751270" y="2867947"/>
            <a:ext cx="7376249" cy="400110"/>
          </a:xfrm>
          <a:prstGeom prst="rect">
            <a:avLst/>
          </a:prstGeom>
          <a:noFill/>
          <a:ln w="25400" cap="rnd" cmpd="sng" algn="ctr">
            <a:noFill/>
            <a:prstDash val="lgDash"/>
            <a:round/>
          </a:ln>
          <a:effectLst/>
        </p:spPr>
        <p:style>
          <a:lnRef idx="0">
            <a:schemeClr val="accent1"/>
          </a:lnRef>
          <a:fillRef idx="0">
            <a:srgbClr val="FFFFFF"/>
          </a:fillRef>
          <a:effectRef idx="0">
            <a:srgbClr val="FFFFFF"/>
          </a:effectRef>
          <a:fontRef idx="minor">
            <a:schemeClr val="tx1"/>
          </a:fontRef>
        </p:style>
        <p:txBody>
          <a:bodyPr wrap="square">
            <a:spAutoFit/>
          </a:bodyPr>
          <a:lstStyle/>
          <a:p>
            <a:r>
              <a:rPr lang="zh-CN" altLang="en-US" sz="2000" dirty="0">
                <a:solidFill>
                  <a:schemeClr val="tx1">
                    <a:lumMod val="95000"/>
                    <a:lumOff val="5000"/>
                  </a:schemeClr>
                </a:solidFill>
                <a:latin typeface="汉仪劲楷简" panose="00020600040101010101" charset="-122"/>
                <a:ea typeface="汉仪劲楷简" panose="00020600040101010101" charset="-122"/>
              </a:rPr>
              <a:t>表示用户 </a:t>
            </a:r>
            <a:r>
              <a:rPr lang="en-US" altLang="zh-CN" sz="2000" dirty="0" err="1">
                <a:solidFill>
                  <a:schemeClr val="tx1">
                    <a:lumMod val="95000"/>
                    <a:lumOff val="5000"/>
                  </a:schemeClr>
                </a:solidFill>
                <a:latin typeface="汉仪劲楷简" panose="00020600040101010101" charset="-122"/>
                <a:ea typeface="汉仪劲楷简" panose="00020600040101010101" charset="-122"/>
              </a:rPr>
              <a:t>i</a:t>
            </a:r>
            <a:r>
              <a:rPr lang="en-US" altLang="zh-CN" sz="2000" dirty="0">
                <a:solidFill>
                  <a:schemeClr val="tx1">
                    <a:lumMod val="95000"/>
                    <a:lumOff val="5000"/>
                  </a:schemeClr>
                </a:solidFill>
                <a:latin typeface="汉仪劲楷简" panose="00020600040101010101" charset="-122"/>
                <a:ea typeface="汉仪劲楷简" panose="00020600040101010101" charset="-122"/>
              </a:rPr>
              <a:t> </a:t>
            </a:r>
            <a:r>
              <a:rPr lang="zh-CN" altLang="en-US" sz="2000" dirty="0">
                <a:solidFill>
                  <a:schemeClr val="tx1">
                    <a:lumMod val="95000"/>
                    <a:lumOff val="5000"/>
                  </a:schemeClr>
                </a:solidFill>
                <a:latin typeface="汉仪劲楷简" panose="00020600040101010101" charset="-122"/>
                <a:ea typeface="汉仪劲楷简" panose="00020600040101010101" charset="-122"/>
              </a:rPr>
              <a:t>未投资 </a:t>
            </a:r>
            <a:r>
              <a:rPr lang="en-US" altLang="zh-CN" sz="2000" dirty="0">
                <a:solidFill>
                  <a:schemeClr val="tx1">
                    <a:lumMod val="95000"/>
                    <a:lumOff val="5000"/>
                  </a:schemeClr>
                </a:solidFill>
                <a:latin typeface="汉仪劲楷简" panose="00020600040101010101" charset="-122"/>
                <a:ea typeface="汉仪劲楷简" panose="00020600040101010101" charset="-122"/>
              </a:rPr>
              <a:t>j </a:t>
            </a:r>
            <a:r>
              <a:rPr lang="zh-CN" altLang="en-US" sz="2000" dirty="0">
                <a:solidFill>
                  <a:schemeClr val="tx1">
                    <a:lumMod val="95000"/>
                    <a:lumOff val="5000"/>
                  </a:schemeClr>
                </a:solidFill>
                <a:latin typeface="汉仪劲楷简" panose="00020600040101010101" charset="-122"/>
                <a:ea typeface="汉仪劲楷简" panose="00020600040101010101" charset="-122"/>
              </a:rPr>
              <a:t>的条件下相连用户是否投资 </a:t>
            </a:r>
            <a:r>
              <a:rPr lang="en-US" altLang="zh-CN" sz="2000" dirty="0">
                <a:solidFill>
                  <a:schemeClr val="tx1">
                    <a:lumMod val="95000"/>
                    <a:lumOff val="5000"/>
                  </a:schemeClr>
                </a:solidFill>
                <a:latin typeface="汉仪劲楷简" panose="00020600040101010101" charset="-122"/>
                <a:ea typeface="汉仪劲楷简" panose="00020600040101010101" charset="-122"/>
              </a:rPr>
              <a:t>j</a:t>
            </a:r>
            <a:endParaRPr lang="zh-CN" altLang="en-US" sz="2000" dirty="0"/>
          </a:p>
        </p:txBody>
      </p:sp>
      <p:pic>
        <p:nvPicPr>
          <p:cNvPr id="10" name="图片 9">
            <a:extLst>
              <a:ext uri="{FF2B5EF4-FFF2-40B4-BE49-F238E27FC236}">
                <a16:creationId xmlns:a16="http://schemas.microsoft.com/office/drawing/2014/main" id="{32F0B579-1D21-EE76-1DAE-CA1E5C0577D4}"/>
              </a:ext>
            </a:extLst>
          </p:cNvPr>
          <p:cNvPicPr>
            <a:picLocks noChangeAspect="1"/>
          </p:cNvPicPr>
          <p:nvPr/>
        </p:nvPicPr>
        <p:blipFill>
          <a:blip r:embed="rId20"/>
          <a:stretch>
            <a:fillRect/>
          </a:stretch>
        </p:blipFill>
        <p:spPr>
          <a:xfrm>
            <a:off x="2633624" y="2556040"/>
            <a:ext cx="226936" cy="542230"/>
          </a:xfrm>
          <a:prstGeom prst="rect">
            <a:avLst/>
          </a:prstGeom>
        </p:spPr>
      </p:pic>
      <p:grpSp>
        <p:nvGrpSpPr>
          <p:cNvPr id="17" name="组合 16">
            <a:extLst>
              <a:ext uri="{FF2B5EF4-FFF2-40B4-BE49-F238E27FC236}">
                <a16:creationId xmlns:a16="http://schemas.microsoft.com/office/drawing/2014/main" id="{35442510-80A7-96C9-621E-C29AA286A44B}"/>
              </a:ext>
            </a:extLst>
          </p:cNvPr>
          <p:cNvGrpSpPr/>
          <p:nvPr/>
        </p:nvGrpSpPr>
        <p:grpSpPr>
          <a:xfrm>
            <a:off x="320691" y="4446868"/>
            <a:ext cx="4488928" cy="1538120"/>
            <a:chOff x="2248073" y="4446120"/>
            <a:chExt cx="7695853" cy="1538120"/>
          </a:xfrm>
        </p:grpSpPr>
        <p:sp>
          <p:nvSpPr>
            <p:cNvPr id="14" name="文本框 13">
              <a:extLst>
                <a:ext uri="{FF2B5EF4-FFF2-40B4-BE49-F238E27FC236}">
                  <a16:creationId xmlns:a16="http://schemas.microsoft.com/office/drawing/2014/main" id="{681FDA54-BB37-D993-4BE1-0318968022F8}"/>
                </a:ext>
              </a:extLst>
            </p:cNvPr>
            <p:cNvSpPr txBox="1"/>
            <p:nvPr/>
          </p:nvSpPr>
          <p:spPr>
            <a:xfrm>
              <a:off x="2248073" y="4446120"/>
              <a:ext cx="7695853" cy="1538120"/>
            </a:xfrm>
            <a:prstGeom prst="rect">
              <a:avLst/>
            </a:prstGeom>
            <a:noFill/>
            <a:ln w="25400" cap="rnd" cmpd="sng" algn="ctr">
              <a:solidFill>
                <a:srgbClr val="D40000"/>
              </a:solidFill>
              <a:prstDash val="lgDash"/>
              <a:round/>
            </a:ln>
            <a:effectLst/>
          </p:spPr>
          <p:style>
            <a:lnRef idx="0">
              <a:schemeClr val="accent1"/>
            </a:lnRef>
            <a:fillRef idx="0">
              <a:srgbClr val="FFFFFF"/>
            </a:fillRef>
            <a:effectRef idx="0">
              <a:srgbClr val="FFFFFF"/>
            </a:effectRef>
            <a:fontRef idx="minor">
              <a:schemeClr val="tx1"/>
            </a:fontRef>
          </p:style>
          <p:txBody>
            <a:bodyPr wrap="square" anchor="ctr" anchorCtr="0">
              <a:noAutofit/>
            </a:bodyPr>
            <a:lstStyle/>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观察历史投资数据中，用户 </a:t>
              </a:r>
              <a:r>
                <a:rPr lang="en-US" altLang="zh-CN" sz="2000" dirty="0" err="1">
                  <a:solidFill>
                    <a:schemeClr val="tx1">
                      <a:lumMod val="95000"/>
                      <a:lumOff val="5000"/>
                    </a:schemeClr>
                  </a:solidFill>
                  <a:latin typeface="汉仪劲楷简" panose="00020600040101010101" charset="-122"/>
                  <a:ea typeface="汉仪劲楷简" panose="00020600040101010101" charset="-122"/>
                </a:rPr>
                <a:t>i</a:t>
              </a:r>
              <a:r>
                <a:rPr lang="en-US" altLang="zh-CN" sz="2000" dirty="0">
                  <a:solidFill>
                    <a:schemeClr val="tx1">
                      <a:lumMod val="95000"/>
                      <a:lumOff val="5000"/>
                    </a:schemeClr>
                  </a:solidFill>
                  <a:latin typeface="汉仪劲楷简" panose="00020600040101010101" charset="-122"/>
                  <a:ea typeface="汉仪劲楷简" panose="00020600040101010101" charset="-122"/>
                </a:rPr>
                <a:t> </a:t>
              </a:r>
              <a:r>
                <a:rPr lang="zh-CN" altLang="en-US" sz="2000" dirty="0">
                  <a:solidFill>
                    <a:schemeClr val="tx1">
                      <a:lumMod val="95000"/>
                      <a:lumOff val="5000"/>
                    </a:schemeClr>
                  </a:solidFill>
                  <a:latin typeface="汉仪劲楷简" panose="00020600040101010101" charset="-122"/>
                  <a:ea typeface="汉仪劲楷简" panose="00020600040101010101" charset="-122"/>
                </a:rPr>
                <a:t>投资的行为，会对他的好友产生多大的影响</a:t>
              </a:r>
              <a:endParaRPr lang="en-US" altLang="zh-CN" sz="2000" dirty="0">
                <a:solidFill>
                  <a:schemeClr val="tx1">
                    <a:lumMod val="95000"/>
                    <a:lumOff val="5000"/>
                  </a:schemeClr>
                </a:solidFill>
                <a:latin typeface="汉仪劲楷简" panose="00020600040101010101" charset="-122"/>
                <a:ea typeface="汉仪劲楷简" panose="00020600040101010101" charset="-122"/>
              </a:endParaRPr>
            </a:p>
            <a:p>
              <a:pPr algn="ctr"/>
              <a:r>
                <a:rPr lang="zh-CN" altLang="en-US" sz="2000" dirty="0">
                  <a:solidFill>
                    <a:schemeClr val="tx1">
                      <a:lumMod val="95000"/>
                      <a:lumOff val="5000"/>
                    </a:schemeClr>
                  </a:solidFill>
                  <a:latin typeface="汉仪劲楷简" panose="00020600040101010101" charset="-122"/>
                  <a:ea typeface="汉仪劲楷简" panose="00020600040101010101" charset="-122"/>
                </a:rPr>
                <a:t>将    称为</a:t>
              </a:r>
              <a:r>
                <a:rPr lang="zh-CN" altLang="en-US" sz="2800" b="1" dirty="0">
                  <a:solidFill>
                    <a:srgbClr val="C00000"/>
                  </a:solidFill>
                  <a:latin typeface="汉仪劲楷简" panose="00020600040101010101" charset="-122"/>
                  <a:ea typeface="汉仪劲楷简" panose="00020600040101010101" charset="-122"/>
                </a:rPr>
                <a:t>意见权威性</a:t>
              </a:r>
              <a:endParaRPr lang="zh-CN" altLang="en-US" b="1" dirty="0">
                <a:solidFill>
                  <a:srgbClr val="C00000"/>
                </a:solidFill>
                <a:latin typeface="汉仪劲楷简" panose="00020600040101010101" charset="-122"/>
                <a:ea typeface="汉仪劲楷简" panose="00020600040101010101" charset="-122"/>
              </a:endParaRPr>
            </a:p>
          </p:txBody>
        </p:sp>
        <p:pic>
          <p:nvPicPr>
            <p:cNvPr id="11" name="图片 10">
              <a:extLst>
                <a:ext uri="{FF2B5EF4-FFF2-40B4-BE49-F238E27FC236}">
                  <a16:creationId xmlns:a16="http://schemas.microsoft.com/office/drawing/2014/main" id="{4564B08F-679C-D63A-F7FF-B366C5BDA1D8}"/>
                </a:ext>
              </a:extLst>
            </p:cNvPr>
            <p:cNvPicPr>
              <a:picLocks noChangeAspect="1"/>
            </p:cNvPicPr>
            <p:nvPr/>
          </p:nvPicPr>
          <p:blipFill>
            <a:blip r:embed="rId17"/>
            <a:srcRect l="1040" t="21235" r="83309" b="8514"/>
            <a:stretch/>
          </p:blipFill>
          <p:spPr>
            <a:xfrm>
              <a:off x="3977338" y="5413457"/>
              <a:ext cx="743513" cy="343071"/>
            </a:xfrm>
            <a:prstGeom prst="rect">
              <a:avLst/>
            </a:prstGeom>
          </p:spPr>
        </p:pic>
      </p:grpSp>
      <p:sp>
        <p:nvSpPr>
          <p:cNvPr id="13" name="文本框 12">
            <a:extLst>
              <a:ext uri="{FF2B5EF4-FFF2-40B4-BE49-F238E27FC236}">
                <a16:creationId xmlns:a16="http://schemas.microsoft.com/office/drawing/2014/main" id="{A1AFBC4D-AC8C-B0BC-E0AF-E271B1085CE9}"/>
              </a:ext>
            </a:extLst>
          </p:cNvPr>
          <p:cNvSpPr txBox="1"/>
          <p:nvPr/>
        </p:nvSpPr>
        <p:spPr>
          <a:xfrm>
            <a:off x="3751270" y="3320984"/>
            <a:ext cx="7376249" cy="400110"/>
          </a:xfrm>
          <a:prstGeom prst="rect">
            <a:avLst/>
          </a:prstGeom>
          <a:noFill/>
          <a:ln w="25400" cap="rnd" cmpd="sng" algn="ctr">
            <a:noFill/>
            <a:prstDash val="lgDash"/>
            <a:round/>
          </a:ln>
          <a:effectLst/>
        </p:spPr>
        <p:style>
          <a:lnRef idx="0">
            <a:schemeClr val="accent1"/>
          </a:lnRef>
          <a:fillRef idx="0">
            <a:srgbClr val="FFFFFF"/>
          </a:fillRef>
          <a:effectRef idx="0">
            <a:srgbClr val="FFFFFF"/>
          </a:effectRef>
          <a:fontRef idx="minor">
            <a:schemeClr val="tx1"/>
          </a:fontRef>
        </p:style>
        <p:txBody>
          <a:bodyPr wrap="square">
            <a:spAutoFit/>
          </a:bodyPr>
          <a:lstStyle/>
          <a:p>
            <a:r>
              <a:rPr lang="zh-CN" altLang="en-US" sz="2000" dirty="0">
                <a:solidFill>
                  <a:schemeClr val="tx1">
                    <a:lumMod val="95000"/>
                    <a:lumOff val="5000"/>
                  </a:schemeClr>
                </a:solidFill>
                <a:latin typeface="汉仪劲楷简" panose="00020600040101010101" charset="-122"/>
                <a:ea typeface="汉仪劲楷简" panose="00020600040101010101" charset="-122"/>
              </a:rPr>
              <a:t>若“是”，取值为 </a:t>
            </a:r>
            <a:r>
              <a:rPr lang="en-US" altLang="zh-CN" sz="2000" dirty="0">
                <a:solidFill>
                  <a:schemeClr val="tx1">
                    <a:lumMod val="95000"/>
                    <a:lumOff val="5000"/>
                  </a:schemeClr>
                </a:solidFill>
                <a:latin typeface="汉仪劲楷简" panose="00020600040101010101" charset="-122"/>
                <a:ea typeface="汉仪劲楷简" panose="00020600040101010101" charset="-122"/>
              </a:rPr>
              <a:t>1 </a:t>
            </a:r>
            <a:r>
              <a:rPr lang="zh-CN" altLang="en-US" sz="2000" dirty="0">
                <a:solidFill>
                  <a:schemeClr val="tx1">
                    <a:lumMod val="95000"/>
                    <a:lumOff val="5000"/>
                  </a:schemeClr>
                </a:solidFill>
                <a:latin typeface="汉仪劲楷简" panose="00020600040101010101" charset="-122"/>
                <a:ea typeface="汉仪劲楷简" panose="00020600040101010101" charset="-122"/>
              </a:rPr>
              <a:t>，否则取值为</a:t>
            </a:r>
            <a:r>
              <a:rPr lang="en-US" altLang="zh-CN" sz="2000" dirty="0">
                <a:solidFill>
                  <a:schemeClr val="tx1">
                    <a:lumMod val="95000"/>
                    <a:lumOff val="5000"/>
                  </a:schemeClr>
                </a:solidFill>
                <a:latin typeface="汉仪劲楷简" panose="00020600040101010101" charset="-122"/>
                <a:ea typeface="汉仪劲楷简" panose="00020600040101010101" charset="-122"/>
              </a:rPr>
              <a:t>0</a:t>
            </a:r>
            <a:endParaRPr lang="zh-CN" altLang="en-US" sz="2000" dirty="0"/>
          </a:p>
        </p:txBody>
      </p:sp>
      <p:pic>
        <p:nvPicPr>
          <p:cNvPr id="16" name="图片 15">
            <a:extLst>
              <a:ext uri="{FF2B5EF4-FFF2-40B4-BE49-F238E27FC236}">
                <a16:creationId xmlns:a16="http://schemas.microsoft.com/office/drawing/2014/main" id="{CA5C3E93-5521-E5F0-B8F1-DEE5A8EA8ADF}"/>
              </a:ext>
            </a:extLst>
          </p:cNvPr>
          <p:cNvPicPr>
            <a:picLocks noChangeAspect="1"/>
          </p:cNvPicPr>
          <p:nvPr/>
        </p:nvPicPr>
        <p:blipFill>
          <a:blip r:embed="rId21"/>
          <a:srcRect l="1053" r="1501"/>
          <a:stretch>
            <a:fillRect/>
          </a:stretch>
        </p:blipFill>
        <p:spPr>
          <a:xfrm>
            <a:off x="5218697" y="4195502"/>
            <a:ext cx="6733950" cy="2115060"/>
          </a:xfrm>
          <a:prstGeom prst="rect">
            <a:avLst/>
          </a:prstGeom>
        </p:spPr>
      </p:pic>
    </p:spTree>
    <p:extLst>
      <p:ext uri="{BB962C8B-B14F-4D97-AF65-F5344CB8AC3E}">
        <p14:creationId xmlns:p14="http://schemas.microsoft.com/office/powerpoint/2010/main" val="224820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7" name="think-cell data - do not delete" hidden="1">
            <a:extLst>
              <a:ext uri="{FF2B5EF4-FFF2-40B4-BE49-F238E27FC236}">
                <a16:creationId xmlns:a16="http://schemas.microsoft.com/office/drawing/2014/main" id="{65F4BBA6-28D3-AD30-8ECB-A072861D92E4}"/>
              </a:ext>
            </a:extLst>
          </p:cNvPr>
          <p:cNvGraphicFramePr>
            <a:graphicFrameLocks noChangeAspect="1"/>
          </p:cNvGraphicFramePr>
          <p:nvPr>
            <p:custDataLst>
              <p:tags r:id="rId1"/>
            </p:custDataLst>
            <p:extLst>
              <p:ext uri="{D42A27DB-BD31-4B8C-83A1-F6EECF244321}">
                <p14:modId xmlns:p14="http://schemas.microsoft.com/office/powerpoint/2010/main" val="23819374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3" imgW="471" imgH="473" progId="TCLayout.ActiveDocument.1">
                  <p:embed/>
                </p:oleObj>
              </mc:Choice>
              <mc:Fallback>
                <p:oleObj name="think-cell 幻灯片" r:id="rId13" imgW="471" imgH="473" progId="TCLayout.ActiveDocument.1">
                  <p:embed/>
                  <p:pic>
                    <p:nvPicPr>
                      <p:cNvPr id="67" name="think-cell data - do not delete" hidden="1">
                        <a:extLst>
                          <a:ext uri="{FF2B5EF4-FFF2-40B4-BE49-F238E27FC236}">
                            <a16:creationId xmlns:a16="http://schemas.microsoft.com/office/drawing/2014/main" id="{65F4BBA6-28D3-AD30-8ECB-A072861D92E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107" name="文本框 106">
            <a:extLst>
              <a:ext uri="{FF2B5EF4-FFF2-40B4-BE49-F238E27FC236}">
                <a16:creationId xmlns:a16="http://schemas.microsoft.com/office/drawing/2014/main" id="{7BFE82D9-A36F-EC2E-EEF9-2FB08C5A7AFC}"/>
              </a:ext>
            </a:extLst>
          </p:cNvPr>
          <p:cNvSpPr txBox="1"/>
          <p:nvPr/>
        </p:nvSpPr>
        <p:spPr>
          <a:xfrm>
            <a:off x="447798" y="5041051"/>
            <a:ext cx="4405086" cy="1410550"/>
          </a:xfrm>
          <a:prstGeom prst="rect">
            <a:avLst/>
          </a:prstGeom>
          <a:noFill/>
          <a:ln w="25400" cap="rnd" cmpd="sng" algn="ctr">
            <a:solidFill>
              <a:srgbClr val="D40000"/>
            </a:solidFill>
            <a:prstDash val="lgDash"/>
            <a:round/>
          </a:ln>
          <a:effectLst/>
        </p:spPr>
        <p:style>
          <a:lnRef idx="0">
            <a:schemeClr val="accent1"/>
          </a:lnRef>
          <a:fillRef idx="0">
            <a:srgbClr val="FFFFFF"/>
          </a:fillRef>
          <a:effectRef idx="0">
            <a:srgbClr val="FFFFFF"/>
          </a:effectRef>
          <a:fontRef idx="minor">
            <a:schemeClr val="tx1"/>
          </a:fontRef>
        </p:style>
        <p:txBody>
          <a:bodyPr wrap="square">
            <a:noAutofit/>
          </a:bodyPr>
          <a:lstStyle/>
          <a:p>
            <a:endParaRPr lang="zh-CN" altLang="en-US" dirty="0">
              <a:solidFill>
                <a:schemeClr val="tx1">
                  <a:lumMod val="95000"/>
                  <a:lumOff val="5000"/>
                </a:schemeClr>
              </a:solidFill>
              <a:latin typeface="汉仪劲楷简" panose="00020600040101010101" charset="-122"/>
              <a:ea typeface="汉仪劲楷简" panose="00020600040101010101" charset="-122"/>
            </a:endParaRPr>
          </a:p>
        </p:txBody>
      </p:sp>
      <p:grpSp>
        <p:nvGrpSpPr>
          <p:cNvPr id="267" name="小李PPT11">
            <a:extLst>
              <a:ext uri="{FF2B5EF4-FFF2-40B4-BE49-F238E27FC236}">
                <a16:creationId xmlns:a16="http://schemas.microsoft.com/office/drawing/2014/main" id="{E00CE3F1-5B45-F7C7-D558-CF4D4E540D70}"/>
              </a:ext>
            </a:extLst>
          </p:cNvPr>
          <p:cNvGrpSpPr/>
          <p:nvPr/>
        </p:nvGrpSpPr>
        <p:grpSpPr>
          <a:xfrm>
            <a:off x="21978" y="2"/>
            <a:ext cx="12192000" cy="6857998"/>
            <a:chOff x="0" y="2"/>
            <a:chExt cx="12192000" cy="6857998"/>
          </a:xfrm>
          <a:effectLst/>
        </p:grpSpPr>
        <p:cxnSp>
          <p:nvCxnSpPr>
            <p:cNvPr id="268" name="小李PPT11-1">
              <a:extLst>
                <a:ext uri="{FF2B5EF4-FFF2-40B4-BE49-F238E27FC236}">
                  <a16:creationId xmlns:a16="http://schemas.microsoft.com/office/drawing/2014/main" id="{D149A8DE-5D70-5480-002D-8DB8EA561DD2}"/>
                </a:ext>
              </a:extLst>
            </p:cNvPr>
            <p:cNvCxnSpPr/>
            <p:nvPr/>
          </p:nvCxnSpPr>
          <p:spPr>
            <a:xfrm>
              <a:off x="0" y="291084"/>
              <a:ext cx="12192000" cy="0"/>
            </a:xfrm>
            <a:prstGeom prst="line">
              <a:avLst/>
            </a:prstGeom>
            <a:noFill/>
            <a:ln w="6350" cap="rnd" cmpd="sng" algn="ctr">
              <a:solidFill>
                <a:srgbClr val="E9D6F2">
                  <a:alpha val="43922"/>
                </a:srgbClr>
              </a:solidFill>
              <a:prstDash val="solid"/>
              <a:round/>
            </a:ln>
            <a:effectLst/>
          </p:spPr>
        </p:cxnSp>
        <p:cxnSp>
          <p:nvCxnSpPr>
            <p:cNvPr id="269" name="小李PPT11-2">
              <a:extLst>
                <a:ext uri="{FF2B5EF4-FFF2-40B4-BE49-F238E27FC236}">
                  <a16:creationId xmlns:a16="http://schemas.microsoft.com/office/drawing/2014/main" id="{12405815-2BB6-8915-822D-91905D766527}"/>
                </a:ext>
              </a:extLst>
            </p:cNvPr>
            <p:cNvCxnSpPr/>
            <p:nvPr/>
          </p:nvCxnSpPr>
          <p:spPr>
            <a:xfrm>
              <a:off x="0" y="640385"/>
              <a:ext cx="12192000" cy="0"/>
            </a:xfrm>
            <a:prstGeom prst="line">
              <a:avLst/>
            </a:prstGeom>
            <a:noFill/>
            <a:ln w="6350" cap="rnd" cmpd="sng" algn="ctr">
              <a:solidFill>
                <a:srgbClr val="E9D6F2">
                  <a:alpha val="43922"/>
                </a:srgbClr>
              </a:solidFill>
              <a:prstDash val="solid"/>
              <a:round/>
            </a:ln>
            <a:effectLst/>
          </p:spPr>
        </p:cxnSp>
        <p:cxnSp>
          <p:nvCxnSpPr>
            <p:cNvPr id="270" name="小李PPT11-3">
              <a:extLst>
                <a:ext uri="{FF2B5EF4-FFF2-40B4-BE49-F238E27FC236}">
                  <a16:creationId xmlns:a16="http://schemas.microsoft.com/office/drawing/2014/main" id="{142F80B8-DE7C-9802-AED4-8B9E3CC242BA}"/>
                </a:ext>
              </a:extLst>
            </p:cNvPr>
            <p:cNvCxnSpPr/>
            <p:nvPr/>
          </p:nvCxnSpPr>
          <p:spPr>
            <a:xfrm>
              <a:off x="0" y="989685"/>
              <a:ext cx="12192000" cy="0"/>
            </a:xfrm>
            <a:prstGeom prst="line">
              <a:avLst/>
            </a:prstGeom>
            <a:noFill/>
            <a:ln w="6350" cap="rnd" cmpd="sng" algn="ctr">
              <a:solidFill>
                <a:srgbClr val="E9D6F2">
                  <a:alpha val="43922"/>
                </a:srgbClr>
              </a:solidFill>
              <a:prstDash val="solid"/>
              <a:round/>
            </a:ln>
            <a:effectLst/>
          </p:spPr>
        </p:cxnSp>
        <p:cxnSp>
          <p:nvCxnSpPr>
            <p:cNvPr id="271" name="小李PPT11-4">
              <a:extLst>
                <a:ext uri="{FF2B5EF4-FFF2-40B4-BE49-F238E27FC236}">
                  <a16:creationId xmlns:a16="http://schemas.microsoft.com/office/drawing/2014/main" id="{7ACFC8FC-0E7C-6E37-2D81-F22516A9C047}"/>
                </a:ext>
              </a:extLst>
            </p:cNvPr>
            <p:cNvCxnSpPr/>
            <p:nvPr/>
          </p:nvCxnSpPr>
          <p:spPr>
            <a:xfrm>
              <a:off x="0" y="1338986"/>
              <a:ext cx="12192000" cy="0"/>
            </a:xfrm>
            <a:prstGeom prst="line">
              <a:avLst/>
            </a:prstGeom>
            <a:noFill/>
            <a:ln w="6350" cap="rnd" cmpd="sng" algn="ctr">
              <a:solidFill>
                <a:srgbClr val="E9D6F2">
                  <a:alpha val="43922"/>
                </a:srgbClr>
              </a:solidFill>
              <a:prstDash val="solid"/>
              <a:round/>
            </a:ln>
            <a:effectLst/>
          </p:spPr>
        </p:cxnSp>
        <p:cxnSp>
          <p:nvCxnSpPr>
            <p:cNvPr id="272" name="小李PPT11-5">
              <a:extLst>
                <a:ext uri="{FF2B5EF4-FFF2-40B4-BE49-F238E27FC236}">
                  <a16:creationId xmlns:a16="http://schemas.microsoft.com/office/drawing/2014/main" id="{4B1541F3-583D-3A73-E035-4135F1592316}"/>
                </a:ext>
              </a:extLst>
            </p:cNvPr>
            <p:cNvCxnSpPr/>
            <p:nvPr/>
          </p:nvCxnSpPr>
          <p:spPr>
            <a:xfrm>
              <a:off x="0" y="1688287"/>
              <a:ext cx="12192000" cy="0"/>
            </a:xfrm>
            <a:prstGeom prst="line">
              <a:avLst/>
            </a:prstGeom>
            <a:noFill/>
            <a:ln w="6350" cap="rnd" cmpd="sng" algn="ctr">
              <a:solidFill>
                <a:srgbClr val="E9D6F2">
                  <a:alpha val="43922"/>
                </a:srgbClr>
              </a:solidFill>
              <a:prstDash val="solid"/>
              <a:round/>
            </a:ln>
            <a:effectLst/>
          </p:spPr>
        </p:cxnSp>
        <p:cxnSp>
          <p:nvCxnSpPr>
            <p:cNvPr id="273" name="小李PPT11-6">
              <a:extLst>
                <a:ext uri="{FF2B5EF4-FFF2-40B4-BE49-F238E27FC236}">
                  <a16:creationId xmlns:a16="http://schemas.microsoft.com/office/drawing/2014/main" id="{66E042A9-2D0E-3B84-6BB9-F016B7AEEA7C}"/>
                </a:ext>
              </a:extLst>
            </p:cNvPr>
            <p:cNvCxnSpPr/>
            <p:nvPr/>
          </p:nvCxnSpPr>
          <p:spPr>
            <a:xfrm>
              <a:off x="0" y="2037588"/>
              <a:ext cx="12192000" cy="0"/>
            </a:xfrm>
            <a:prstGeom prst="line">
              <a:avLst/>
            </a:prstGeom>
            <a:noFill/>
            <a:ln w="6350" cap="rnd" cmpd="sng" algn="ctr">
              <a:solidFill>
                <a:srgbClr val="E9D6F2">
                  <a:alpha val="43922"/>
                </a:srgbClr>
              </a:solidFill>
              <a:prstDash val="solid"/>
              <a:round/>
            </a:ln>
            <a:effectLst/>
          </p:spPr>
        </p:cxnSp>
        <p:cxnSp>
          <p:nvCxnSpPr>
            <p:cNvPr id="284" name="小李PPT11-7">
              <a:extLst>
                <a:ext uri="{FF2B5EF4-FFF2-40B4-BE49-F238E27FC236}">
                  <a16:creationId xmlns:a16="http://schemas.microsoft.com/office/drawing/2014/main" id="{06D7C7DA-C60C-6A00-79B5-33A5EB452FC6}"/>
                </a:ext>
              </a:extLst>
            </p:cNvPr>
            <p:cNvCxnSpPr/>
            <p:nvPr/>
          </p:nvCxnSpPr>
          <p:spPr>
            <a:xfrm>
              <a:off x="0" y="2386888"/>
              <a:ext cx="12192000" cy="0"/>
            </a:xfrm>
            <a:prstGeom prst="line">
              <a:avLst/>
            </a:prstGeom>
            <a:noFill/>
            <a:ln w="6350" cap="rnd" cmpd="sng" algn="ctr">
              <a:solidFill>
                <a:srgbClr val="E9D6F2">
                  <a:alpha val="43922"/>
                </a:srgbClr>
              </a:solidFill>
              <a:prstDash val="solid"/>
              <a:round/>
            </a:ln>
            <a:effectLst/>
          </p:spPr>
        </p:cxnSp>
        <p:cxnSp>
          <p:nvCxnSpPr>
            <p:cNvPr id="285" name="小李PPT11-8">
              <a:extLst>
                <a:ext uri="{FF2B5EF4-FFF2-40B4-BE49-F238E27FC236}">
                  <a16:creationId xmlns:a16="http://schemas.microsoft.com/office/drawing/2014/main" id="{6D0C7100-34C7-043F-36DA-67E2864B1E77}"/>
                </a:ext>
              </a:extLst>
            </p:cNvPr>
            <p:cNvCxnSpPr/>
            <p:nvPr/>
          </p:nvCxnSpPr>
          <p:spPr>
            <a:xfrm>
              <a:off x="0" y="2736189"/>
              <a:ext cx="12192000" cy="0"/>
            </a:xfrm>
            <a:prstGeom prst="line">
              <a:avLst/>
            </a:prstGeom>
            <a:noFill/>
            <a:ln w="6350" cap="rnd" cmpd="sng" algn="ctr">
              <a:solidFill>
                <a:srgbClr val="E9D6F2">
                  <a:alpha val="43922"/>
                </a:srgbClr>
              </a:solidFill>
              <a:prstDash val="solid"/>
              <a:round/>
            </a:ln>
            <a:effectLst/>
          </p:spPr>
        </p:cxnSp>
        <p:cxnSp>
          <p:nvCxnSpPr>
            <p:cNvPr id="286" name="小李PPT11-9">
              <a:extLst>
                <a:ext uri="{FF2B5EF4-FFF2-40B4-BE49-F238E27FC236}">
                  <a16:creationId xmlns:a16="http://schemas.microsoft.com/office/drawing/2014/main" id="{7DE0E073-233F-1CAC-DFD0-AE043F408038}"/>
                </a:ext>
              </a:extLst>
            </p:cNvPr>
            <p:cNvCxnSpPr/>
            <p:nvPr/>
          </p:nvCxnSpPr>
          <p:spPr>
            <a:xfrm>
              <a:off x="0" y="3085490"/>
              <a:ext cx="12192000" cy="0"/>
            </a:xfrm>
            <a:prstGeom prst="line">
              <a:avLst/>
            </a:prstGeom>
            <a:noFill/>
            <a:ln w="6350" cap="rnd" cmpd="sng" algn="ctr">
              <a:solidFill>
                <a:srgbClr val="E9D6F2">
                  <a:alpha val="43922"/>
                </a:srgbClr>
              </a:solidFill>
              <a:prstDash val="solid"/>
              <a:round/>
            </a:ln>
            <a:effectLst/>
          </p:spPr>
        </p:cxnSp>
        <p:cxnSp>
          <p:nvCxnSpPr>
            <p:cNvPr id="287" name="小李PPT11-10">
              <a:extLst>
                <a:ext uri="{FF2B5EF4-FFF2-40B4-BE49-F238E27FC236}">
                  <a16:creationId xmlns:a16="http://schemas.microsoft.com/office/drawing/2014/main" id="{EA56C2C0-43C0-D849-356F-9AB3E2465B9B}"/>
                </a:ext>
              </a:extLst>
            </p:cNvPr>
            <p:cNvCxnSpPr/>
            <p:nvPr/>
          </p:nvCxnSpPr>
          <p:spPr>
            <a:xfrm>
              <a:off x="0" y="3434791"/>
              <a:ext cx="12192000" cy="0"/>
            </a:xfrm>
            <a:prstGeom prst="line">
              <a:avLst/>
            </a:prstGeom>
            <a:noFill/>
            <a:ln w="6350" cap="rnd" cmpd="sng" algn="ctr">
              <a:solidFill>
                <a:srgbClr val="E9D6F2">
                  <a:alpha val="43922"/>
                </a:srgbClr>
              </a:solidFill>
              <a:prstDash val="solid"/>
              <a:round/>
            </a:ln>
            <a:effectLst/>
          </p:spPr>
        </p:cxnSp>
        <p:cxnSp>
          <p:nvCxnSpPr>
            <p:cNvPr id="288" name="小李PPT11-11">
              <a:extLst>
                <a:ext uri="{FF2B5EF4-FFF2-40B4-BE49-F238E27FC236}">
                  <a16:creationId xmlns:a16="http://schemas.microsoft.com/office/drawing/2014/main" id="{254E15E1-1941-52F8-7CAE-C9D37DFCA5AF}"/>
                </a:ext>
              </a:extLst>
            </p:cNvPr>
            <p:cNvCxnSpPr/>
            <p:nvPr/>
          </p:nvCxnSpPr>
          <p:spPr>
            <a:xfrm>
              <a:off x="0" y="3784091"/>
              <a:ext cx="12192000" cy="0"/>
            </a:xfrm>
            <a:prstGeom prst="line">
              <a:avLst/>
            </a:prstGeom>
            <a:noFill/>
            <a:ln w="6350" cap="rnd" cmpd="sng" algn="ctr">
              <a:solidFill>
                <a:srgbClr val="E9D6F2">
                  <a:alpha val="43922"/>
                </a:srgbClr>
              </a:solidFill>
              <a:prstDash val="solid"/>
              <a:round/>
            </a:ln>
            <a:effectLst/>
          </p:spPr>
        </p:cxnSp>
        <p:cxnSp>
          <p:nvCxnSpPr>
            <p:cNvPr id="289" name="小李PPT11-12">
              <a:extLst>
                <a:ext uri="{FF2B5EF4-FFF2-40B4-BE49-F238E27FC236}">
                  <a16:creationId xmlns:a16="http://schemas.microsoft.com/office/drawing/2014/main" id="{FC67DC33-8B06-C5A7-285A-18E9A62A83E3}"/>
                </a:ext>
              </a:extLst>
            </p:cNvPr>
            <p:cNvCxnSpPr/>
            <p:nvPr/>
          </p:nvCxnSpPr>
          <p:spPr>
            <a:xfrm>
              <a:off x="0" y="4133392"/>
              <a:ext cx="12192000" cy="0"/>
            </a:xfrm>
            <a:prstGeom prst="line">
              <a:avLst/>
            </a:prstGeom>
            <a:noFill/>
            <a:ln w="6350" cap="rnd" cmpd="sng" algn="ctr">
              <a:solidFill>
                <a:srgbClr val="E9D6F2">
                  <a:alpha val="43922"/>
                </a:srgbClr>
              </a:solidFill>
              <a:prstDash val="solid"/>
              <a:round/>
            </a:ln>
            <a:effectLst/>
          </p:spPr>
        </p:cxnSp>
        <p:cxnSp>
          <p:nvCxnSpPr>
            <p:cNvPr id="290" name="小李PPT11-13">
              <a:extLst>
                <a:ext uri="{FF2B5EF4-FFF2-40B4-BE49-F238E27FC236}">
                  <a16:creationId xmlns:a16="http://schemas.microsoft.com/office/drawing/2014/main" id="{C01CAF94-0D94-A0A5-CC17-8DA7676E27D4}"/>
                </a:ext>
              </a:extLst>
            </p:cNvPr>
            <p:cNvCxnSpPr/>
            <p:nvPr/>
          </p:nvCxnSpPr>
          <p:spPr>
            <a:xfrm>
              <a:off x="0" y="4482693"/>
              <a:ext cx="12192000" cy="0"/>
            </a:xfrm>
            <a:prstGeom prst="line">
              <a:avLst/>
            </a:prstGeom>
            <a:noFill/>
            <a:ln w="6350" cap="rnd" cmpd="sng" algn="ctr">
              <a:solidFill>
                <a:srgbClr val="E9D6F2">
                  <a:alpha val="43922"/>
                </a:srgbClr>
              </a:solidFill>
              <a:prstDash val="solid"/>
              <a:round/>
            </a:ln>
            <a:effectLst/>
          </p:spPr>
        </p:cxnSp>
        <p:cxnSp>
          <p:nvCxnSpPr>
            <p:cNvPr id="291" name="小李PPT11-14">
              <a:extLst>
                <a:ext uri="{FF2B5EF4-FFF2-40B4-BE49-F238E27FC236}">
                  <a16:creationId xmlns:a16="http://schemas.microsoft.com/office/drawing/2014/main" id="{3C424704-4D6B-B42A-4418-44F53C830A7C}"/>
                </a:ext>
              </a:extLst>
            </p:cNvPr>
            <p:cNvCxnSpPr/>
            <p:nvPr/>
          </p:nvCxnSpPr>
          <p:spPr>
            <a:xfrm>
              <a:off x="0" y="4831994"/>
              <a:ext cx="12192000" cy="0"/>
            </a:xfrm>
            <a:prstGeom prst="line">
              <a:avLst/>
            </a:prstGeom>
            <a:noFill/>
            <a:ln w="6350" cap="rnd" cmpd="sng" algn="ctr">
              <a:solidFill>
                <a:srgbClr val="E9D6F2">
                  <a:alpha val="43922"/>
                </a:srgbClr>
              </a:solidFill>
              <a:prstDash val="solid"/>
              <a:round/>
            </a:ln>
            <a:effectLst/>
          </p:spPr>
        </p:cxnSp>
        <p:cxnSp>
          <p:nvCxnSpPr>
            <p:cNvPr id="292" name="小李PPT11-15">
              <a:extLst>
                <a:ext uri="{FF2B5EF4-FFF2-40B4-BE49-F238E27FC236}">
                  <a16:creationId xmlns:a16="http://schemas.microsoft.com/office/drawing/2014/main" id="{1B0613AC-5DAE-A539-F142-5B4B136F0118}"/>
                </a:ext>
              </a:extLst>
            </p:cNvPr>
            <p:cNvCxnSpPr/>
            <p:nvPr/>
          </p:nvCxnSpPr>
          <p:spPr>
            <a:xfrm>
              <a:off x="0" y="5181294"/>
              <a:ext cx="12192000" cy="0"/>
            </a:xfrm>
            <a:prstGeom prst="line">
              <a:avLst/>
            </a:prstGeom>
            <a:noFill/>
            <a:ln w="6350" cap="rnd" cmpd="sng" algn="ctr">
              <a:solidFill>
                <a:srgbClr val="E9D6F2">
                  <a:alpha val="43922"/>
                </a:srgbClr>
              </a:solidFill>
              <a:prstDash val="solid"/>
              <a:round/>
            </a:ln>
            <a:effectLst/>
          </p:spPr>
        </p:cxnSp>
        <p:cxnSp>
          <p:nvCxnSpPr>
            <p:cNvPr id="293" name="小李PPT11-16">
              <a:extLst>
                <a:ext uri="{FF2B5EF4-FFF2-40B4-BE49-F238E27FC236}">
                  <a16:creationId xmlns:a16="http://schemas.microsoft.com/office/drawing/2014/main" id="{A82AC189-FB20-5A34-F29A-29BC661D40C1}"/>
                </a:ext>
              </a:extLst>
            </p:cNvPr>
            <p:cNvCxnSpPr/>
            <p:nvPr/>
          </p:nvCxnSpPr>
          <p:spPr>
            <a:xfrm>
              <a:off x="0" y="5530595"/>
              <a:ext cx="12192000" cy="0"/>
            </a:xfrm>
            <a:prstGeom prst="line">
              <a:avLst/>
            </a:prstGeom>
            <a:noFill/>
            <a:ln w="6350" cap="rnd" cmpd="sng" algn="ctr">
              <a:solidFill>
                <a:srgbClr val="E9D6F2">
                  <a:alpha val="43922"/>
                </a:srgbClr>
              </a:solidFill>
              <a:prstDash val="solid"/>
              <a:round/>
            </a:ln>
            <a:effectLst/>
          </p:spPr>
        </p:cxnSp>
        <p:cxnSp>
          <p:nvCxnSpPr>
            <p:cNvPr id="294" name="小李PPT11-17">
              <a:extLst>
                <a:ext uri="{FF2B5EF4-FFF2-40B4-BE49-F238E27FC236}">
                  <a16:creationId xmlns:a16="http://schemas.microsoft.com/office/drawing/2014/main" id="{76B83A31-2D9E-D7BD-CA39-2AE556A84190}"/>
                </a:ext>
              </a:extLst>
            </p:cNvPr>
            <p:cNvCxnSpPr/>
            <p:nvPr/>
          </p:nvCxnSpPr>
          <p:spPr>
            <a:xfrm rot="5400000">
              <a:off x="2180157" y="3429001"/>
              <a:ext cx="6857998" cy="0"/>
            </a:xfrm>
            <a:prstGeom prst="line">
              <a:avLst/>
            </a:prstGeom>
            <a:noFill/>
            <a:ln w="6350" cap="rnd" cmpd="sng" algn="ctr">
              <a:solidFill>
                <a:srgbClr val="E9D6F2">
                  <a:alpha val="43922"/>
                </a:srgbClr>
              </a:solidFill>
              <a:prstDash val="solid"/>
              <a:round/>
            </a:ln>
            <a:effectLst/>
          </p:spPr>
        </p:cxnSp>
        <p:cxnSp>
          <p:nvCxnSpPr>
            <p:cNvPr id="295" name="小李PPT11-18">
              <a:extLst>
                <a:ext uri="{FF2B5EF4-FFF2-40B4-BE49-F238E27FC236}">
                  <a16:creationId xmlns:a16="http://schemas.microsoft.com/office/drawing/2014/main" id="{895F1AE6-1ED3-945C-7DBD-11795EA54ABE}"/>
                </a:ext>
              </a:extLst>
            </p:cNvPr>
            <p:cNvCxnSpPr/>
            <p:nvPr/>
          </p:nvCxnSpPr>
          <p:spPr>
            <a:xfrm rot="5400000">
              <a:off x="1826337" y="3429001"/>
              <a:ext cx="6857998" cy="0"/>
            </a:xfrm>
            <a:prstGeom prst="line">
              <a:avLst/>
            </a:prstGeom>
            <a:noFill/>
            <a:ln w="6350" cap="rnd" cmpd="sng" algn="ctr">
              <a:solidFill>
                <a:srgbClr val="E9D6F2">
                  <a:alpha val="43922"/>
                </a:srgbClr>
              </a:solidFill>
              <a:prstDash val="solid"/>
              <a:round/>
            </a:ln>
            <a:effectLst/>
          </p:spPr>
        </p:cxnSp>
        <p:cxnSp>
          <p:nvCxnSpPr>
            <p:cNvPr id="296" name="小李PPT11-19">
              <a:extLst>
                <a:ext uri="{FF2B5EF4-FFF2-40B4-BE49-F238E27FC236}">
                  <a16:creationId xmlns:a16="http://schemas.microsoft.com/office/drawing/2014/main" id="{762323E0-65C1-CE4A-4F8F-B2AA3BD5F737}"/>
                </a:ext>
              </a:extLst>
            </p:cNvPr>
            <p:cNvCxnSpPr/>
            <p:nvPr/>
          </p:nvCxnSpPr>
          <p:spPr>
            <a:xfrm rot="5400000">
              <a:off x="1472518" y="3429001"/>
              <a:ext cx="6857998" cy="0"/>
            </a:xfrm>
            <a:prstGeom prst="line">
              <a:avLst/>
            </a:prstGeom>
            <a:noFill/>
            <a:ln w="6350" cap="rnd" cmpd="sng" algn="ctr">
              <a:solidFill>
                <a:srgbClr val="E9D6F2">
                  <a:alpha val="43922"/>
                </a:srgbClr>
              </a:solidFill>
              <a:prstDash val="solid"/>
              <a:round/>
            </a:ln>
            <a:effectLst/>
          </p:spPr>
        </p:cxnSp>
        <p:cxnSp>
          <p:nvCxnSpPr>
            <p:cNvPr id="297" name="小李PPT11-20">
              <a:extLst>
                <a:ext uri="{FF2B5EF4-FFF2-40B4-BE49-F238E27FC236}">
                  <a16:creationId xmlns:a16="http://schemas.microsoft.com/office/drawing/2014/main" id="{F16FA46A-61DA-8608-A3F1-EB417B6C7478}"/>
                </a:ext>
              </a:extLst>
            </p:cNvPr>
            <p:cNvCxnSpPr/>
            <p:nvPr/>
          </p:nvCxnSpPr>
          <p:spPr>
            <a:xfrm rot="5400000">
              <a:off x="1118698" y="3429001"/>
              <a:ext cx="6857998" cy="0"/>
            </a:xfrm>
            <a:prstGeom prst="line">
              <a:avLst/>
            </a:prstGeom>
            <a:noFill/>
            <a:ln w="6350" cap="rnd" cmpd="sng" algn="ctr">
              <a:solidFill>
                <a:srgbClr val="E9D6F2">
                  <a:alpha val="43922"/>
                </a:srgbClr>
              </a:solidFill>
              <a:prstDash val="solid"/>
              <a:round/>
            </a:ln>
            <a:effectLst/>
          </p:spPr>
        </p:cxnSp>
        <p:cxnSp>
          <p:nvCxnSpPr>
            <p:cNvPr id="298" name="小李PPT11-21">
              <a:extLst>
                <a:ext uri="{FF2B5EF4-FFF2-40B4-BE49-F238E27FC236}">
                  <a16:creationId xmlns:a16="http://schemas.microsoft.com/office/drawing/2014/main" id="{837CC4D4-E4DB-55F1-C903-5BAFBE536376}"/>
                </a:ext>
              </a:extLst>
            </p:cNvPr>
            <p:cNvCxnSpPr/>
            <p:nvPr/>
          </p:nvCxnSpPr>
          <p:spPr>
            <a:xfrm rot="5400000">
              <a:off x="764879" y="3429001"/>
              <a:ext cx="6857998" cy="0"/>
            </a:xfrm>
            <a:prstGeom prst="line">
              <a:avLst/>
            </a:prstGeom>
            <a:noFill/>
            <a:ln w="6350" cap="rnd" cmpd="sng" algn="ctr">
              <a:solidFill>
                <a:srgbClr val="E9D6F2">
                  <a:alpha val="43922"/>
                </a:srgbClr>
              </a:solidFill>
              <a:prstDash val="solid"/>
              <a:round/>
            </a:ln>
            <a:effectLst/>
          </p:spPr>
        </p:cxnSp>
        <p:cxnSp>
          <p:nvCxnSpPr>
            <p:cNvPr id="299" name="小李PPT11-22">
              <a:extLst>
                <a:ext uri="{FF2B5EF4-FFF2-40B4-BE49-F238E27FC236}">
                  <a16:creationId xmlns:a16="http://schemas.microsoft.com/office/drawing/2014/main" id="{A18F6059-82B4-C7AD-5331-2ACCF967110E}"/>
                </a:ext>
              </a:extLst>
            </p:cNvPr>
            <p:cNvCxnSpPr/>
            <p:nvPr/>
          </p:nvCxnSpPr>
          <p:spPr>
            <a:xfrm rot="5400000">
              <a:off x="411061" y="3429001"/>
              <a:ext cx="6857998" cy="0"/>
            </a:xfrm>
            <a:prstGeom prst="line">
              <a:avLst/>
            </a:prstGeom>
            <a:noFill/>
            <a:ln w="6350" cap="rnd" cmpd="sng" algn="ctr">
              <a:solidFill>
                <a:srgbClr val="E9D6F2">
                  <a:alpha val="43922"/>
                </a:srgbClr>
              </a:solidFill>
              <a:prstDash val="solid"/>
              <a:round/>
            </a:ln>
            <a:effectLst/>
          </p:spPr>
        </p:cxnSp>
        <p:cxnSp>
          <p:nvCxnSpPr>
            <p:cNvPr id="300" name="小李PPT11-23">
              <a:extLst>
                <a:ext uri="{FF2B5EF4-FFF2-40B4-BE49-F238E27FC236}">
                  <a16:creationId xmlns:a16="http://schemas.microsoft.com/office/drawing/2014/main" id="{A9A85CAC-8B8C-CFE6-AB4A-7F43E4A9D781}"/>
                </a:ext>
              </a:extLst>
            </p:cNvPr>
            <p:cNvCxnSpPr/>
            <p:nvPr/>
          </p:nvCxnSpPr>
          <p:spPr>
            <a:xfrm rot="5400000">
              <a:off x="57241" y="3429001"/>
              <a:ext cx="6857998" cy="0"/>
            </a:xfrm>
            <a:prstGeom prst="line">
              <a:avLst/>
            </a:prstGeom>
            <a:noFill/>
            <a:ln w="6350" cap="rnd" cmpd="sng" algn="ctr">
              <a:solidFill>
                <a:srgbClr val="E9D6F2">
                  <a:alpha val="43922"/>
                </a:srgbClr>
              </a:solidFill>
              <a:prstDash val="solid"/>
              <a:round/>
            </a:ln>
            <a:effectLst/>
          </p:spPr>
        </p:cxnSp>
        <p:cxnSp>
          <p:nvCxnSpPr>
            <p:cNvPr id="301" name="小李PPT11-24">
              <a:extLst>
                <a:ext uri="{FF2B5EF4-FFF2-40B4-BE49-F238E27FC236}">
                  <a16:creationId xmlns:a16="http://schemas.microsoft.com/office/drawing/2014/main" id="{A084D740-B9DB-BA65-905B-6C99371D7667}"/>
                </a:ext>
              </a:extLst>
            </p:cNvPr>
            <p:cNvCxnSpPr/>
            <p:nvPr/>
          </p:nvCxnSpPr>
          <p:spPr>
            <a:xfrm rot="5400000">
              <a:off x="-296578" y="3429001"/>
              <a:ext cx="6857998" cy="0"/>
            </a:xfrm>
            <a:prstGeom prst="line">
              <a:avLst/>
            </a:prstGeom>
            <a:noFill/>
            <a:ln w="6350" cap="rnd" cmpd="sng" algn="ctr">
              <a:solidFill>
                <a:srgbClr val="E9D6F2">
                  <a:alpha val="43922"/>
                </a:srgbClr>
              </a:solidFill>
              <a:prstDash val="solid"/>
              <a:round/>
            </a:ln>
            <a:effectLst/>
          </p:spPr>
        </p:cxnSp>
        <p:cxnSp>
          <p:nvCxnSpPr>
            <p:cNvPr id="302" name="小李PPT11-25">
              <a:extLst>
                <a:ext uri="{FF2B5EF4-FFF2-40B4-BE49-F238E27FC236}">
                  <a16:creationId xmlns:a16="http://schemas.microsoft.com/office/drawing/2014/main" id="{4BC52A2B-58EE-7F90-8026-B11F33CD56A7}"/>
                </a:ext>
              </a:extLst>
            </p:cNvPr>
            <p:cNvCxnSpPr/>
            <p:nvPr/>
          </p:nvCxnSpPr>
          <p:spPr>
            <a:xfrm rot="5400000">
              <a:off x="-650398" y="3429001"/>
              <a:ext cx="6857998" cy="0"/>
            </a:xfrm>
            <a:prstGeom prst="line">
              <a:avLst/>
            </a:prstGeom>
            <a:noFill/>
            <a:ln w="6350" cap="rnd" cmpd="sng" algn="ctr">
              <a:solidFill>
                <a:srgbClr val="E9D6F2">
                  <a:alpha val="43922"/>
                </a:srgbClr>
              </a:solidFill>
              <a:prstDash val="solid"/>
              <a:round/>
            </a:ln>
            <a:effectLst/>
          </p:spPr>
        </p:cxnSp>
        <p:cxnSp>
          <p:nvCxnSpPr>
            <p:cNvPr id="303" name="小李PPT11-26">
              <a:extLst>
                <a:ext uri="{FF2B5EF4-FFF2-40B4-BE49-F238E27FC236}">
                  <a16:creationId xmlns:a16="http://schemas.microsoft.com/office/drawing/2014/main" id="{A6CBAFE8-1219-FADF-D00C-CEF2C972633A}"/>
                </a:ext>
              </a:extLst>
            </p:cNvPr>
            <p:cNvCxnSpPr/>
            <p:nvPr/>
          </p:nvCxnSpPr>
          <p:spPr>
            <a:xfrm rot="5400000">
              <a:off x="-1004217" y="3429001"/>
              <a:ext cx="6857998" cy="0"/>
            </a:xfrm>
            <a:prstGeom prst="line">
              <a:avLst/>
            </a:prstGeom>
            <a:noFill/>
            <a:ln w="6350" cap="rnd" cmpd="sng" algn="ctr">
              <a:solidFill>
                <a:srgbClr val="E9D6F2">
                  <a:alpha val="43922"/>
                </a:srgbClr>
              </a:solidFill>
              <a:prstDash val="solid"/>
              <a:round/>
            </a:ln>
            <a:effectLst/>
          </p:spPr>
        </p:cxnSp>
        <p:cxnSp>
          <p:nvCxnSpPr>
            <p:cNvPr id="304" name="小李PPT11-27">
              <a:extLst>
                <a:ext uri="{FF2B5EF4-FFF2-40B4-BE49-F238E27FC236}">
                  <a16:creationId xmlns:a16="http://schemas.microsoft.com/office/drawing/2014/main" id="{DF86F9CC-48C5-E7C3-9A84-2BB52248DB1E}"/>
                </a:ext>
              </a:extLst>
            </p:cNvPr>
            <p:cNvCxnSpPr/>
            <p:nvPr/>
          </p:nvCxnSpPr>
          <p:spPr>
            <a:xfrm rot="5400000">
              <a:off x="-1358036" y="3429001"/>
              <a:ext cx="6857998" cy="0"/>
            </a:xfrm>
            <a:prstGeom prst="line">
              <a:avLst/>
            </a:prstGeom>
            <a:noFill/>
            <a:ln w="6350" cap="rnd" cmpd="sng" algn="ctr">
              <a:solidFill>
                <a:srgbClr val="E9D6F2">
                  <a:alpha val="43922"/>
                </a:srgbClr>
              </a:solidFill>
              <a:prstDash val="solid"/>
              <a:round/>
            </a:ln>
            <a:effectLst/>
          </p:spPr>
        </p:cxnSp>
        <p:cxnSp>
          <p:nvCxnSpPr>
            <p:cNvPr id="305" name="小李PPT11-28">
              <a:extLst>
                <a:ext uri="{FF2B5EF4-FFF2-40B4-BE49-F238E27FC236}">
                  <a16:creationId xmlns:a16="http://schemas.microsoft.com/office/drawing/2014/main" id="{634DDDD0-AD3A-E164-6A22-7EA73F0DF471}"/>
                </a:ext>
              </a:extLst>
            </p:cNvPr>
            <p:cNvCxnSpPr/>
            <p:nvPr/>
          </p:nvCxnSpPr>
          <p:spPr>
            <a:xfrm rot="5400000">
              <a:off x="-1711856" y="3429001"/>
              <a:ext cx="6857998" cy="0"/>
            </a:xfrm>
            <a:prstGeom prst="line">
              <a:avLst/>
            </a:prstGeom>
            <a:noFill/>
            <a:ln w="6350" cap="rnd" cmpd="sng" algn="ctr">
              <a:solidFill>
                <a:srgbClr val="E9D6F2">
                  <a:alpha val="43922"/>
                </a:srgbClr>
              </a:solidFill>
              <a:prstDash val="solid"/>
              <a:round/>
            </a:ln>
            <a:effectLst/>
          </p:spPr>
        </p:cxnSp>
        <p:cxnSp>
          <p:nvCxnSpPr>
            <p:cNvPr id="306" name="小李PPT11-29">
              <a:extLst>
                <a:ext uri="{FF2B5EF4-FFF2-40B4-BE49-F238E27FC236}">
                  <a16:creationId xmlns:a16="http://schemas.microsoft.com/office/drawing/2014/main" id="{E8411CF7-545D-7752-3880-A26682214D26}"/>
                </a:ext>
              </a:extLst>
            </p:cNvPr>
            <p:cNvCxnSpPr/>
            <p:nvPr/>
          </p:nvCxnSpPr>
          <p:spPr>
            <a:xfrm rot="5400000">
              <a:off x="-2065675" y="3429001"/>
              <a:ext cx="6857998" cy="0"/>
            </a:xfrm>
            <a:prstGeom prst="line">
              <a:avLst/>
            </a:prstGeom>
            <a:noFill/>
            <a:ln w="6350" cap="rnd" cmpd="sng" algn="ctr">
              <a:solidFill>
                <a:srgbClr val="E9D6F2">
                  <a:alpha val="43922"/>
                </a:srgbClr>
              </a:solidFill>
              <a:prstDash val="solid"/>
              <a:round/>
            </a:ln>
            <a:effectLst/>
          </p:spPr>
        </p:cxnSp>
        <p:cxnSp>
          <p:nvCxnSpPr>
            <p:cNvPr id="307" name="小李PPT11-30">
              <a:extLst>
                <a:ext uri="{FF2B5EF4-FFF2-40B4-BE49-F238E27FC236}">
                  <a16:creationId xmlns:a16="http://schemas.microsoft.com/office/drawing/2014/main" id="{9C9BE50B-BAF8-F983-8B86-ADF4C2A49155}"/>
                </a:ext>
              </a:extLst>
            </p:cNvPr>
            <p:cNvCxnSpPr/>
            <p:nvPr/>
          </p:nvCxnSpPr>
          <p:spPr>
            <a:xfrm rot="5400000">
              <a:off x="-2419495" y="3429001"/>
              <a:ext cx="6857998" cy="0"/>
            </a:xfrm>
            <a:prstGeom prst="line">
              <a:avLst/>
            </a:prstGeom>
            <a:noFill/>
            <a:ln w="6350" cap="rnd" cmpd="sng" algn="ctr">
              <a:solidFill>
                <a:srgbClr val="E9D6F2">
                  <a:alpha val="43922"/>
                </a:srgbClr>
              </a:solidFill>
              <a:prstDash val="solid"/>
              <a:round/>
            </a:ln>
            <a:effectLst/>
          </p:spPr>
        </p:cxnSp>
        <p:cxnSp>
          <p:nvCxnSpPr>
            <p:cNvPr id="308" name="小李PPT11-31">
              <a:extLst>
                <a:ext uri="{FF2B5EF4-FFF2-40B4-BE49-F238E27FC236}">
                  <a16:creationId xmlns:a16="http://schemas.microsoft.com/office/drawing/2014/main" id="{207652CB-EEE9-9E62-ED0C-C5538C2293AA}"/>
                </a:ext>
              </a:extLst>
            </p:cNvPr>
            <p:cNvCxnSpPr/>
            <p:nvPr/>
          </p:nvCxnSpPr>
          <p:spPr>
            <a:xfrm rot="5400000">
              <a:off x="-2773314" y="3429001"/>
              <a:ext cx="6857998" cy="0"/>
            </a:xfrm>
            <a:prstGeom prst="line">
              <a:avLst/>
            </a:prstGeom>
            <a:noFill/>
            <a:ln w="6350" cap="rnd" cmpd="sng" algn="ctr">
              <a:solidFill>
                <a:srgbClr val="E9D6F2">
                  <a:alpha val="43922"/>
                </a:srgbClr>
              </a:solidFill>
              <a:prstDash val="solid"/>
              <a:round/>
            </a:ln>
            <a:effectLst/>
          </p:spPr>
        </p:cxnSp>
        <p:cxnSp>
          <p:nvCxnSpPr>
            <p:cNvPr id="309" name="小李PPT11-32">
              <a:extLst>
                <a:ext uri="{FF2B5EF4-FFF2-40B4-BE49-F238E27FC236}">
                  <a16:creationId xmlns:a16="http://schemas.microsoft.com/office/drawing/2014/main" id="{6E042C72-6234-B5FE-0F29-46E45950958C}"/>
                </a:ext>
              </a:extLst>
            </p:cNvPr>
            <p:cNvCxnSpPr/>
            <p:nvPr/>
          </p:nvCxnSpPr>
          <p:spPr>
            <a:xfrm rot="5400000">
              <a:off x="-3127134" y="3429001"/>
              <a:ext cx="6857998" cy="0"/>
            </a:xfrm>
            <a:prstGeom prst="line">
              <a:avLst/>
            </a:prstGeom>
            <a:noFill/>
            <a:ln w="6350" cap="rnd" cmpd="sng" algn="ctr">
              <a:solidFill>
                <a:srgbClr val="E9D6F2">
                  <a:alpha val="43922"/>
                </a:srgbClr>
              </a:solidFill>
              <a:prstDash val="solid"/>
              <a:round/>
            </a:ln>
            <a:effectLst/>
          </p:spPr>
        </p:cxnSp>
        <p:cxnSp>
          <p:nvCxnSpPr>
            <p:cNvPr id="310" name="小李PPT11-33">
              <a:extLst>
                <a:ext uri="{FF2B5EF4-FFF2-40B4-BE49-F238E27FC236}">
                  <a16:creationId xmlns:a16="http://schemas.microsoft.com/office/drawing/2014/main" id="{049B3365-36B4-07A8-6740-9088C537C85B}"/>
                </a:ext>
              </a:extLst>
            </p:cNvPr>
            <p:cNvCxnSpPr/>
            <p:nvPr/>
          </p:nvCxnSpPr>
          <p:spPr>
            <a:xfrm rot="5400000">
              <a:off x="6781801" y="3429001"/>
              <a:ext cx="6857998" cy="0"/>
            </a:xfrm>
            <a:prstGeom prst="line">
              <a:avLst/>
            </a:prstGeom>
            <a:noFill/>
            <a:ln w="6350" cap="rnd" cmpd="sng" algn="ctr">
              <a:solidFill>
                <a:srgbClr val="E9D6F2">
                  <a:alpha val="43922"/>
                </a:srgbClr>
              </a:solidFill>
              <a:prstDash val="solid"/>
              <a:round/>
            </a:ln>
            <a:effectLst/>
          </p:spPr>
        </p:cxnSp>
        <p:cxnSp>
          <p:nvCxnSpPr>
            <p:cNvPr id="311" name="小李PPT11-34">
              <a:extLst>
                <a:ext uri="{FF2B5EF4-FFF2-40B4-BE49-F238E27FC236}">
                  <a16:creationId xmlns:a16="http://schemas.microsoft.com/office/drawing/2014/main" id="{420CD8AD-E89C-827A-ABCF-1CEBFF0419BA}"/>
                </a:ext>
              </a:extLst>
            </p:cNvPr>
            <p:cNvCxnSpPr/>
            <p:nvPr/>
          </p:nvCxnSpPr>
          <p:spPr>
            <a:xfrm rot="5400000">
              <a:off x="6427982" y="3429001"/>
              <a:ext cx="6857998" cy="0"/>
            </a:xfrm>
            <a:prstGeom prst="line">
              <a:avLst/>
            </a:prstGeom>
            <a:noFill/>
            <a:ln w="6350" cap="rnd" cmpd="sng" algn="ctr">
              <a:solidFill>
                <a:srgbClr val="E9D6F2">
                  <a:alpha val="43922"/>
                </a:srgbClr>
              </a:solidFill>
              <a:prstDash val="solid"/>
              <a:round/>
            </a:ln>
            <a:effectLst/>
          </p:spPr>
        </p:cxnSp>
        <p:cxnSp>
          <p:nvCxnSpPr>
            <p:cNvPr id="312" name="小李PPT11-35">
              <a:extLst>
                <a:ext uri="{FF2B5EF4-FFF2-40B4-BE49-F238E27FC236}">
                  <a16:creationId xmlns:a16="http://schemas.microsoft.com/office/drawing/2014/main" id="{137F6894-5BEE-7333-0AA7-51A1C2BAD20B}"/>
                </a:ext>
              </a:extLst>
            </p:cNvPr>
            <p:cNvCxnSpPr/>
            <p:nvPr/>
          </p:nvCxnSpPr>
          <p:spPr>
            <a:xfrm rot="5400000">
              <a:off x="6074162" y="3429001"/>
              <a:ext cx="6857998" cy="0"/>
            </a:xfrm>
            <a:prstGeom prst="line">
              <a:avLst/>
            </a:prstGeom>
            <a:noFill/>
            <a:ln w="6350" cap="rnd" cmpd="sng" algn="ctr">
              <a:solidFill>
                <a:srgbClr val="E9D6F2">
                  <a:alpha val="43922"/>
                </a:srgbClr>
              </a:solidFill>
              <a:prstDash val="solid"/>
              <a:round/>
            </a:ln>
            <a:effectLst/>
          </p:spPr>
        </p:cxnSp>
        <p:cxnSp>
          <p:nvCxnSpPr>
            <p:cNvPr id="313" name="小李PPT11-36">
              <a:extLst>
                <a:ext uri="{FF2B5EF4-FFF2-40B4-BE49-F238E27FC236}">
                  <a16:creationId xmlns:a16="http://schemas.microsoft.com/office/drawing/2014/main" id="{277488F4-28EB-DBB0-868B-C75D2ED71605}"/>
                </a:ext>
              </a:extLst>
            </p:cNvPr>
            <p:cNvCxnSpPr/>
            <p:nvPr/>
          </p:nvCxnSpPr>
          <p:spPr>
            <a:xfrm rot="5400000">
              <a:off x="5720343" y="3429001"/>
              <a:ext cx="6857998" cy="0"/>
            </a:xfrm>
            <a:prstGeom prst="line">
              <a:avLst/>
            </a:prstGeom>
            <a:noFill/>
            <a:ln w="6350" cap="rnd" cmpd="sng" algn="ctr">
              <a:solidFill>
                <a:srgbClr val="E9D6F2">
                  <a:alpha val="43922"/>
                </a:srgbClr>
              </a:solidFill>
              <a:prstDash val="solid"/>
              <a:round/>
            </a:ln>
            <a:effectLst/>
          </p:spPr>
        </p:cxnSp>
        <p:cxnSp>
          <p:nvCxnSpPr>
            <p:cNvPr id="314" name="小李PPT11-37">
              <a:extLst>
                <a:ext uri="{FF2B5EF4-FFF2-40B4-BE49-F238E27FC236}">
                  <a16:creationId xmlns:a16="http://schemas.microsoft.com/office/drawing/2014/main" id="{87F177A2-A3F1-22FA-9DBD-ABFD01923873}"/>
                </a:ext>
              </a:extLst>
            </p:cNvPr>
            <p:cNvCxnSpPr/>
            <p:nvPr/>
          </p:nvCxnSpPr>
          <p:spPr>
            <a:xfrm rot="5400000">
              <a:off x="5366523" y="3429001"/>
              <a:ext cx="6857998" cy="0"/>
            </a:xfrm>
            <a:prstGeom prst="line">
              <a:avLst/>
            </a:prstGeom>
            <a:noFill/>
            <a:ln w="6350" cap="sq" cmpd="dbl" algn="ctr">
              <a:solidFill>
                <a:srgbClr val="E9D6F2">
                  <a:alpha val="43922"/>
                </a:srgbClr>
              </a:solidFill>
              <a:prstDash val="solid"/>
              <a:round/>
            </a:ln>
            <a:effectLst/>
          </p:spPr>
        </p:cxnSp>
        <p:cxnSp>
          <p:nvCxnSpPr>
            <p:cNvPr id="315" name="小李PPT11-38">
              <a:extLst>
                <a:ext uri="{FF2B5EF4-FFF2-40B4-BE49-F238E27FC236}">
                  <a16:creationId xmlns:a16="http://schemas.microsoft.com/office/drawing/2014/main" id="{0AECCCE5-CE1D-767C-75D0-BAF3B6E005EE}"/>
                </a:ext>
              </a:extLst>
            </p:cNvPr>
            <p:cNvCxnSpPr/>
            <p:nvPr/>
          </p:nvCxnSpPr>
          <p:spPr>
            <a:xfrm rot="5400000">
              <a:off x="5012704" y="3429001"/>
              <a:ext cx="6857998" cy="0"/>
            </a:xfrm>
            <a:prstGeom prst="line">
              <a:avLst/>
            </a:prstGeom>
            <a:noFill/>
            <a:ln w="6350" cap="rnd" cmpd="sng" algn="ctr">
              <a:solidFill>
                <a:srgbClr val="E9D6F2">
                  <a:alpha val="43922"/>
                </a:srgbClr>
              </a:solidFill>
              <a:prstDash val="solid"/>
              <a:round/>
            </a:ln>
            <a:effectLst/>
          </p:spPr>
        </p:cxnSp>
        <p:cxnSp>
          <p:nvCxnSpPr>
            <p:cNvPr id="316" name="小李PPT11-39">
              <a:extLst>
                <a:ext uri="{FF2B5EF4-FFF2-40B4-BE49-F238E27FC236}">
                  <a16:creationId xmlns:a16="http://schemas.microsoft.com/office/drawing/2014/main" id="{CB7F1A7A-E6A0-7A68-3F2B-34A01BDAC13B}"/>
                </a:ext>
              </a:extLst>
            </p:cNvPr>
            <p:cNvCxnSpPr/>
            <p:nvPr/>
          </p:nvCxnSpPr>
          <p:spPr>
            <a:xfrm rot="5400000">
              <a:off x="4658885" y="3429001"/>
              <a:ext cx="6857998" cy="0"/>
            </a:xfrm>
            <a:prstGeom prst="line">
              <a:avLst/>
            </a:prstGeom>
            <a:noFill/>
            <a:ln w="6350" cap="rnd" cmpd="sng" algn="ctr">
              <a:solidFill>
                <a:srgbClr val="E9D6F2">
                  <a:alpha val="43922"/>
                </a:srgbClr>
              </a:solidFill>
              <a:prstDash val="solid"/>
              <a:round/>
            </a:ln>
            <a:effectLst/>
          </p:spPr>
        </p:cxnSp>
        <p:cxnSp>
          <p:nvCxnSpPr>
            <p:cNvPr id="317" name="小李PPT11-40">
              <a:extLst>
                <a:ext uri="{FF2B5EF4-FFF2-40B4-BE49-F238E27FC236}">
                  <a16:creationId xmlns:a16="http://schemas.microsoft.com/office/drawing/2014/main" id="{9E312751-11DF-6422-C789-4B449ADC5DE9}"/>
                </a:ext>
              </a:extLst>
            </p:cNvPr>
            <p:cNvCxnSpPr/>
            <p:nvPr/>
          </p:nvCxnSpPr>
          <p:spPr>
            <a:xfrm rot="5400000">
              <a:off x="4305065" y="3429001"/>
              <a:ext cx="6857998" cy="0"/>
            </a:xfrm>
            <a:prstGeom prst="line">
              <a:avLst/>
            </a:prstGeom>
            <a:noFill/>
            <a:ln w="6350" cap="rnd" cmpd="sng" algn="ctr">
              <a:solidFill>
                <a:srgbClr val="E9D6F2">
                  <a:alpha val="43922"/>
                </a:srgbClr>
              </a:solidFill>
              <a:prstDash val="solid"/>
              <a:round/>
            </a:ln>
            <a:effectLst/>
          </p:spPr>
        </p:cxnSp>
        <p:cxnSp>
          <p:nvCxnSpPr>
            <p:cNvPr id="318" name="小李PPT11-41">
              <a:extLst>
                <a:ext uri="{FF2B5EF4-FFF2-40B4-BE49-F238E27FC236}">
                  <a16:creationId xmlns:a16="http://schemas.microsoft.com/office/drawing/2014/main" id="{F61C06DF-F39E-C689-56B9-7D96478DB0A2}"/>
                </a:ext>
              </a:extLst>
            </p:cNvPr>
            <p:cNvCxnSpPr/>
            <p:nvPr/>
          </p:nvCxnSpPr>
          <p:spPr>
            <a:xfrm rot="5400000">
              <a:off x="3951246" y="3429001"/>
              <a:ext cx="6857998" cy="0"/>
            </a:xfrm>
            <a:prstGeom prst="line">
              <a:avLst/>
            </a:prstGeom>
            <a:noFill/>
            <a:ln w="6350" cap="rnd" cmpd="sng" algn="ctr">
              <a:solidFill>
                <a:srgbClr val="E9D6F2">
                  <a:alpha val="43922"/>
                </a:srgbClr>
              </a:solidFill>
              <a:prstDash val="solid"/>
              <a:round/>
            </a:ln>
            <a:effectLst/>
          </p:spPr>
        </p:cxnSp>
        <p:cxnSp>
          <p:nvCxnSpPr>
            <p:cNvPr id="319" name="小李PPT11-42">
              <a:extLst>
                <a:ext uri="{FF2B5EF4-FFF2-40B4-BE49-F238E27FC236}">
                  <a16:creationId xmlns:a16="http://schemas.microsoft.com/office/drawing/2014/main" id="{821DE1F9-6A60-BD97-B7F4-92D265C76E6E}"/>
                </a:ext>
              </a:extLst>
            </p:cNvPr>
            <p:cNvCxnSpPr/>
            <p:nvPr/>
          </p:nvCxnSpPr>
          <p:spPr>
            <a:xfrm rot="5400000">
              <a:off x="3597426" y="3429001"/>
              <a:ext cx="6857998" cy="0"/>
            </a:xfrm>
            <a:prstGeom prst="line">
              <a:avLst/>
            </a:prstGeom>
            <a:noFill/>
            <a:ln w="6350" cap="rnd" cmpd="sng" algn="ctr">
              <a:solidFill>
                <a:srgbClr val="E9D6F2">
                  <a:alpha val="43922"/>
                </a:srgbClr>
              </a:solidFill>
              <a:prstDash val="solid"/>
              <a:round/>
            </a:ln>
            <a:effectLst/>
          </p:spPr>
        </p:cxnSp>
        <p:cxnSp>
          <p:nvCxnSpPr>
            <p:cNvPr id="320" name="小李PPT11-43">
              <a:extLst>
                <a:ext uri="{FF2B5EF4-FFF2-40B4-BE49-F238E27FC236}">
                  <a16:creationId xmlns:a16="http://schemas.microsoft.com/office/drawing/2014/main" id="{4DC49DD9-18C9-B5B1-AFC4-AAECE95C9F41}"/>
                </a:ext>
              </a:extLst>
            </p:cNvPr>
            <p:cNvCxnSpPr/>
            <p:nvPr/>
          </p:nvCxnSpPr>
          <p:spPr>
            <a:xfrm rot="5400000">
              <a:off x="3243607" y="3429001"/>
              <a:ext cx="6857998" cy="0"/>
            </a:xfrm>
            <a:prstGeom prst="line">
              <a:avLst/>
            </a:prstGeom>
            <a:noFill/>
            <a:ln w="6350" cap="rnd" cmpd="sng" algn="ctr">
              <a:solidFill>
                <a:srgbClr val="E9D6F2">
                  <a:alpha val="43922"/>
                </a:srgbClr>
              </a:solidFill>
              <a:prstDash val="solid"/>
              <a:round/>
            </a:ln>
            <a:effectLst/>
          </p:spPr>
        </p:cxnSp>
        <p:cxnSp>
          <p:nvCxnSpPr>
            <p:cNvPr id="321" name="小李PPT11-44">
              <a:extLst>
                <a:ext uri="{FF2B5EF4-FFF2-40B4-BE49-F238E27FC236}">
                  <a16:creationId xmlns:a16="http://schemas.microsoft.com/office/drawing/2014/main" id="{7F79D255-A1F0-9774-6C70-8389D2C97FDF}"/>
                </a:ext>
              </a:extLst>
            </p:cNvPr>
            <p:cNvCxnSpPr/>
            <p:nvPr/>
          </p:nvCxnSpPr>
          <p:spPr>
            <a:xfrm rot="5400000">
              <a:off x="2889789" y="3429001"/>
              <a:ext cx="6857998" cy="0"/>
            </a:xfrm>
            <a:prstGeom prst="line">
              <a:avLst/>
            </a:prstGeom>
            <a:noFill/>
            <a:ln w="6350" cap="rnd" cmpd="sng" algn="ctr">
              <a:solidFill>
                <a:srgbClr val="E9D6F2">
                  <a:alpha val="43922"/>
                </a:srgbClr>
              </a:solidFill>
              <a:prstDash val="solid"/>
              <a:round/>
            </a:ln>
            <a:effectLst/>
          </p:spPr>
        </p:cxnSp>
        <p:cxnSp>
          <p:nvCxnSpPr>
            <p:cNvPr id="322" name="小李PPT11-45">
              <a:extLst>
                <a:ext uri="{FF2B5EF4-FFF2-40B4-BE49-F238E27FC236}">
                  <a16:creationId xmlns:a16="http://schemas.microsoft.com/office/drawing/2014/main" id="{AF475B96-315D-746A-65A7-19DC016186CA}"/>
                </a:ext>
              </a:extLst>
            </p:cNvPr>
            <p:cNvCxnSpPr/>
            <p:nvPr/>
          </p:nvCxnSpPr>
          <p:spPr>
            <a:xfrm rot="5400000">
              <a:off x="2535969" y="3429001"/>
              <a:ext cx="6857998" cy="0"/>
            </a:xfrm>
            <a:prstGeom prst="line">
              <a:avLst/>
            </a:prstGeom>
            <a:noFill/>
            <a:ln w="6350" cap="rnd" cmpd="sng" algn="ctr">
              <a:solidFill>
                <a:srgbClr val="E9D6F2">
                  <a:alpha val="43922"/>
                </a:srgbClr>
              </a:solidFill>
              <a:prstDash val="solid"/>
              <a:round/>
            </a:ln>
            <a:effectLst/>
          </p:spPr>
        </p:cxnSp>
        <p:cxnSp>
          <p:nvCxnSpPr>
            <p:cNvPr id="323" name="小李PPT11-46">
              <a:extLst>
                <a:ext uri="{FF2B5EF4-FFF2-40B4-BE49-F238E27FC236}">
                  <a16:creationId xmlns:a16="http://schemas.microsoft.com/office/drawing/2014/main" id="{781B8F5A-DC8E-1A21-CDAF-9A4AC6FE1570}"/>
                </a:ext>
              </a:extLst>
            </p:cNvPr>
            <p:cNvCxnSpPr/>
            <p:nvPr/>
          </p:nvCxnSpPr>
          <p:spPr>
            <a:xfrm>
              <a:off x="0" y="5868315"/>
              <a:ext cx="12192000" cy="0"/>
            </a:xfrm>
            <a:prstGeom prst="line">
              <a:avLst/>
            </a:prstGeom>
            <a:noFill/>
            <a:ln w="6350" cap="rnd" cmpd="sng" algn="ctr">
              <a:solidFill>
                <a:srgbClr val="E9D6F2">
                  <a:alpha val="43922"/>
                </a:srgbClr>
              </a:solidFill>
              <a:prstDash val="solid"/>
              <a:round/>
            </a:ln>
            <a:effectLst/>
          </p:spPr>
        </p:cxnSp>
        <p:cxnSp>
          <p:nvCxnSpPr>
            <p:cNvPr id="324" name="小李PPT11-47">
              <a:extLst>
                <a:ext uri="{FF2B5EF4-FFF2-40B4-BE49-F238E27FC236}">
                  <a16:creationId xmlns:a16="http://schemas.microsoft.com/office/drawing/2014/main" id="{96479C3C-8F94-6780-E275-3B6ACB320E08}"/>
                </a:ext>
              </a:extLst>
            </p:cNvPr>
            <p:cNvCxnSpPr/>
            <p:nvPr/>
          </p:nvCxnSpPr>
          <p:spPr>
            <a:xfrm>
              <a:off x="0" y="6217616"/>
              <a:ext cx="12192000" cy="0"/>
            </a:xfrm>
            <a:prstGeom prst="line">
              <a:avLst/>
            </a:prstGeom>
            <a:noFill/>
            <a:ln w="6350" cap="rnd" cmpd="sng" algn="ctr">
              <a:solidFill>
                <a:srgbClr val="E9D6F2">
                  <a:alpha val="43922"/>
                </a:srgbClr>
              </a:solidFill>
              <a:prstDash val="solid"/>
              <a:round/>
            </a:ln>
            <a:effectLst/>
          </p:spPr>
        </p:cxnSp>
        <p:cxnSp>
          <p:nvCxnSpPr>
            <p:cNvPr id="325" name="小李PPT11-48">
              <a:extLst>
                <a:ext uri="{FF2B5EF4-FFF2-40B4-BE49-F238E27FC236}">
                  <a16:creationId xmlns:a16="http://schemas.microsoft.com/office/drawing/2014/main" id="{E1E294E3-8556-D46B-FF78-3E32C6CFAC92}"/>
                </a:ext>
              </a:extLst>
            </p:cNvPr>
            <p:cNvCxnSpPr/>
            <p:nvPr/>
          </p:nvCxnSpPr>
          <p:spPr>
            <a:xfrm>
              <a:off x="0" y="6566917"/>
              <a:ext cx="12192000" cy="0"/>
            </a:xfrm>
            <a:prstGeom prst="line">
              <a:avLst/>
            </a:prstGeom>
            <a:noFill/>
            <a:ln w="6350" cap="rnd" cmpd="sng" algn="ctr">
              <a:solidFill>
                <a:srgbClr val="E9D6F2">
                  <a:alpha val="43922"/>
                </a:srgbClr>
              </a:solidFill>
              <a:prstDash val="solid"/>
              <a:round/>
            </a:ln>
            <a:effectLst/>
          </p:spPr>
        </p:cxnSp>
        <p:cxnSp>
          <p:nvCxnSpPr>
            <p:cNvPr id="326" name="小李PPT11-49">
              <a:extLst>
                <a:ext uri="{FF2B5EF4-FFF2-40B4-BE49-F238E27FC236}">
                  <a16:creationId xmlns:a16="http://schemas.microsoft.com/office/drawing/2014/main" id="{7346756B-3873-E60D-A288-7E9A8DFEA634}"/>
                </a:ext>
              </a:extLst>
            </p:cNvPr>
            <p:cNvCxnSpPr/>
            <p:nvPr/>
          </p:nvCxnSpPr>
          <p:spPr>
            <a:xfrm rot="5400000">
              <a:off x="8532255" y="3429001"/>
              <a:ext cx="6857998" cy="0"/>
            </a:xfrm>
            <a:prstGeom prst="line">
              <a:avLst/>
            </a:prstGeom>
            <a:noFill/>
            <a:ln w="6350" cap="rnd" cmpd="sng" algn="ctr">
              <a:solidFill>
                <a:srgbClr val="E9D6F2">
                  <a:alpha val="43922"/>
                </a:srgbClr>
              </a:solidFill>
              <a:prstDash val="solid"/>
              <a:round/>
            </a:ln>
            <a:effectLst/>
          </p:spPr>
        </p:cxnSp>
        <p:cxnSp>
          <p:nvCxnSpPr>
            <p:cNvPr id="327" name="小李PPT11-50">
              <a:extLst>
                <a:ext uri="{FF2B5EF4-FFF2-40B4-BE49-F238E27FC236}">
                  <a16:creationId xmlns:a16="http://schemas.microsoft.com/office/drawing/2014/main" id="{0A6E9455-03E3-BADC-DDE6-9A8E6C11EF94}"/>
                </a:ext>
              </a:extLst>
            </p:cNvPr>
            <p:cNvCxnSpPr/>
            <p:nvPr/>
          </p:nvCxnSpPr>
          <p:spPr>
            <a:xfrm rot="5400000">
              <a:off x="8178436" y="3429001"/>
              <a:ext cx="6857998" cy="0"/>
            </a:xfrm>
            <a:prstGeom prst="line">
              <a:avLst/>
            </a:prstGeom>
            <a:noFill/>
            <a:ln w="6350" cap="rnd" cmpd="sng" algn="ctr">
              <a:solidFill>
                <a:srgbClr val="E9D6F2">
                  <a:alpha val="43922"/>
                </a:srgbClr>
              </a:solidFill>
              <a:prstDash val="solid"/>
              <a:round/>
            </a:ln>
            <a:effectLst/>
          </p:spPr>
        </p:cxnSp>
        <p:cxnSp>
          <p:nvCxnSpPr>
            <p:cNvPr id="328" name="小李PPT11-51">
              <a:extLst>
                <a:ext uri="{FF2B5EF4-FFF2-40B4-BE49-F238E27FC236}">
                  <a16:creationId xmlns:a16="http://schemas.microsoft.com/office/drawing/2014/main" id="{2225C28C-74AF-D02A-A946-AF945155C451}"/>
                </a:ext>
              </a:extLst>
            </p:cNvPr>
            <p:cNvCxnSpPr/>
            <p:nvPr/>
          </p:nvCxnSpPr>
          <p:spPr>
            <a:xfrm rot="5400000">
              <a:off x="7824616" y="3429001"/>
              <a:ext cx="6857998" cy="0"/>
            </a:xfrm>
            <a:prstGeom prst="line">
              <a:avLst/>
            </a:prstGeom>
            <a:noFill/>
            <a:ln w="6350" cap="rnd" cmpd="sng" algn="ctr">
              <a:solidFill>
                <a:srgbClr val="E9D6F2">
                  <a:alpha val="43922"/>
                </a:srgbClr>
              </a:solidFill>
              <a:prstDash val="solid"/>
              <a:round/>
            </a:ln>
            <a:effectLst/>
          </p:spPr>
        </p:cxnSp>
        <p:cxnSp>
          <p:nvCxnSpPr>
            <p:cNvPr id="329" name="小李PPT11-52">
              <a:extLst>
                <a:ext uri="{FF2B5EF4-FFF2-40B4-BE49-F238E27FC236}">
                  <a16:creationId xmlns:a16="http://schemas.microsoft.com/office/drawing/2014/main" id="{36812C8E-00B0-954B-26D4-E52E0009D8D6}"/>
                </a:ext>
              </a:extLst>
            </p:cNvPr>
            <p:cNvCxnSpPr/>
            <p:nvPr/>
          </p:nvCxnSpPr>
          <p:spPr>
            <a:xfrm rot="5400000">
              <a:off x="7470797" y="3429001"/>
              <a:ext cx="6857998" cy="0"/>
            </a:xfrm>
            <a:prstGeom prst="line">
              <a:avLst/>
            </a:prstGeom>
            <a:noFill/>
            <a:ln w="6350" cap="rnd" cmpd="sng" algn="ctr">
              <a:solidFill>
                <a:srgbClr val="E9D6F2">
                  <a:alpha val="43922"/>
                </a:srgbClr>
              </a:solidFill>
              <a:prstDash val="solid"/>
              <a:round/>
            </a:ln>
            <a:effectLst/>
          </p:spPr>
        </p:cxnSp>
        <p:cxnSp>
          <p:nvCxnSpPr>
            <p:cNvPr id="330" name="小李PPT11-53">
              <a:extLst>
                <a:ext uri="{FF2B5EF4-FFF2-40B4-BE49-F238E27FC236}">
                  <a16:creationId xmlns:a16="http://schemas.microsoft.com/office/drawing/2014/main" id="{AAA0CBAD-C7A5-2E8C-B487-49E82FAF197F}"/>
                </a:ext>
              </a:extLst>
            </p:cNvPr>
            <p:cNvCxnSpPr/>
            <p:nvPr/>
          </p:nvCxnSpPr>
          <p:spPr>
            <a:xfrm rot="5400000">
              <a:off x="7116978" y="3429001"/>
              <a:ext cx="6857998" cy="0"/>
            </a:xfrm>
            <a:prstGeom prst="line">
              <a:avLst/>
            </a:prstGeom>
            <a:noFill/>
            <a:ln w="6350" cap="rnd" cmpd="sng" algn="ctr">
              <a:solidFill>
                <a:srgbClr val="E9D6F2">
                  <a:alpha val="43922"/>
                </a:srgbClr>
              </a:solidFill>
              <a:prstDash val="solid"/>
              <a:round/>
            </a:ln>
            <a:effectLst/>
          </p:spPr>
        </p:cxnSp>
      </p:grpSp>
      <p:sp>
        <p:nvSpPr>
          <p:cNvPr id="105" name="文本框 104">
            <a:extLst>
              <a:ext uri="{FF2B5EF4-FFF2-40B4-BE49-F238E27FC236}">
                <a16:creationId xmlns:a16="http://schemas.microsoft.com/office/drawing/2014/main" id="{334BD60A-4AF9-BB3B-B2C5-71EB9D8DA834}"/>
              </a:ext>
            </a:extLst>
          </p:cNvPr>
          <p:cNvSpPr txBox="1"/>
          <p:nvPr/>
        </p:nvSpPr>
        <p:spPr>
          <a:xfrm>
            <a:off x="447798" y="4116230"/>
            <a:ext cx="4066715" cy="826292"/>
          </a:xfrm>
          <a:prstGeom prst="rect">
            <a:avLst/>
          </a:prstGeom>
          <a:noFill/>
          <a:ln w="25400" cap="rnd" cmpd="sng" algn="ctr">
            <a:solidFill>
              <a:srgbClr val="D40000"/>
            </a:solidFill>
            <a:prstDash val="lgDash"/>
            <a:round/>
          </a:ln>
          <a:effectLst/>
        </p:spPr>
        <p:style>
          <a:lnRef idx="0">
            <a:schemeClr val="accent1"/>
          </a:lnRef>
          <a:fillRef idx="0">
            <a:srgbClr val="FFFFFF"/>
          </a:fillRef>
          <a:effectRef idx="0">
            <a:srgbClr val="FFFFFF"/>
          </a:effectRef>
          <a:fontRef idx="minor">
            <a:schemeClr val="tx1"/>
          </a:fontRef>
        </p:style>
        <p:txBody>
          <a:bodyPr wrap="square">
            <a:noAutofit/>
          </a:bodyPr>
          <a:lstStyle/>
          <a:p>
            <a:r>
              <a:rPr lang="zh-CN" altLang="en-US" dirty="0">
                <a:solidFill>
                  <a:schemeClr val="tx1">
                    <a:lumMod val="95000"/>
                    <a:lumOff val="5000"/>
                  </a:schemeClr>
                </a:solidFill>
                <a:latin typeface="汉仪劲楷简" panose="00020600040101010101" charset="-122"/>
                <a:ea typeface="汉仪劲楷简" panose="00020600040101010101" charset="-122"/>
              </a:rPr>
              <a:t>时长（轮次）间隔约长 影响越小</a:t>
            </a:r>
          </a:p>
        </p:txBody>
      </p:sp>
      <p:sp>
        <p:nvSpPr>
          <p:cNvPr id="89" name="文本框 88">
            <a:extLst>
              <a:ext uri="{FF2B5EF4-FFF2-40B4-BE49-F238E27FC236}">
                <a16:creationId xmlns:a16="http://schemas.microsoft.com/office/drawing/2014/main" id="{7C82F649-1EEB-4901-CBFB-300599293864}"/>
              </a:ext>
            </a:extLst>
          </p:cNvPr>
          <p:cNvSpPr txBox="1"/>
          <p:nvPr/>
        </p:nvSpPr>
        <p:spPr>
          <a:xfrm>
            <a:off x="377774" y="2296445"/>
            <a:ext cx="4442918" cy="914400"/>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nSpc>
                <a:spcPct val="100000"/>
              </a:lnSpc>
            </a:pPr>
            <a:r>
              <a:rPr lang="zh-CN" altLang="en-US" sz="2000" dirty="0">
                <a:solidFill>
                  <a:schemeClr val="tx1">
                    <a:lumMod val="95000"/>
                    <a:lumOff val="5000"/>
                  </a:schemeClr>
                </a:solidFill>
                <a:latin typeface="汉仪劲楷简" panose="00020600040101010101" charset="-122"/>
                <a:ea typeface="汉仪劲楷简" panose="00020600040101010101" charset="-122"/>
              </a:rPr>
              <a:t>取定投资阈值  ，若       ，则视为放弃投资，否则进入模拟投资行为</a:t>
            </a:r>
          </a:p>
        </p:txBody>
      </p:sp>
      <p:sp>
        <p:nvSpPr>
          <p:cNvPr id="274" name="小李PPT1"/>
          <p:cNvSpPr/>
          <p:nvPr>
            <p:custDataLst>
              <p:tags r:id="rId2"/>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3"/>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4"/>
            </p:custDataLst>
          </p:nvPr>
        </p:nvSpPr>
        <p:spPr>
          <a:xfrm>
            <a:off x="4000500" y="-914400"/>
            <a:ext cx="635000" cy="635000"/>
          </a:xfrm>
          <a:prstGeom prst="rect">
            <a:avLst/>
          </a:prstGeom>
          <a:solidFill>
            <a:srgbClr val="F5BEF0"/>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5"/>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6"/>
            </p:custDataLst>
          </p:nvPr>
        </p:nvSpPr>
        <p:spPr>
          <a:xfrm>
            <a:off x="5778500" y="-914400"/>
            <a:ext cx="635000" cy="635000"/>
          </a:xfrm>
          <a:prstGeom prst="rect">
            <a:avLst/>
          </a:prstGeom>
          <a:solidFill>
            <a:srgbClr val="8FE6FC"/>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7"/>
            </p:custDataLst>
          </p:nvPr>
        </p:nvSpPr>
        <p:spPr>
          <a:xfrm>
            <a:off x="6540500" y="-946659"/>
            <a:ext cx="635000" cy="635000"/>
          </a:xfrm>
          <a:prstGeom prst="rect">
            <a:avLst/>
          </a:prstGeom>
          <a:solidFill>
            <a:srgbClr val="E0132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8"/>
            </p:custDataLst>
          </p:nvPr>
        </p:nvSpPr>
        <p:spPr>
          <a:xfrm>
            <a:off x="7302500" y="-914400"/>
            <a:ext cx="635000" cy="635000"/>
          </a:xfrm>
          <a:prstGeom prst="rect">
            <a:avLst/>
          </a:prstGeom>
          <a:solidFill>
            <a:srgbClr val="3F4BD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9"/>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10"/>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1"/>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332" name="组合 331">
            <a:extLst>
              <a:ext uri="{FF2B5EF4-FFF2-40B4-BE49-F238E27FC236}">
                <a16:creationId xmlns:a16="http://schemas.microsoft.com/office/drawing/2014/main" id="{48CB0609-70FF-2A70-3406-9F56BA4134F6}"/>
              </a:ext>
            </a:extLst>
          </p:cNvPr>
          <p:cNvGrpSpPr/>
          <p:nvPr/>
        </p:nvGrpSpPr>
        <p:grpSpPr>
          <a:xfrm>
            <a:off x="192793" y="185088"/>
            <a:ext cx="5541145" cy="731415"/>
            <a:chOff x="412929" y="337490"/>
            <a:chExt cx="5638629" cy="779029"/>
          </a:xfrm>
        </p:grpSpPr>
        <p:grpSp>
          <p:nvGrpSpPr>
            <p:cNvPr id="68" name="组合 67">
              <a:extLst>
                <a:ext uri="{FF2B5EF4-FFF2-40B4-BE49-F238E27FC236}">
                  <a16:creationId xmlns:a16="http://schemas.microsoft.com/office/drawing/2014/main" id="{DEAD473B-E94B-4204-C07D-2B71699982A3}"/>
                </a:ext>
              </a:extLst>
            </p:cNvPr>
            <p:cNvGrpSpPr/>
            <p:nvPr/>
          </p:nvGrpSpPr>
          <p:grpSpPr>
            <a:xfrm>
              <a:off x="412929" y="337490"/>
              <a:ext cx="5638629" cy="779029"/>
              <a:chOff x="392813" y="373931"/>
              <a:chExt cx="3163915" cy="483849"/>
            </a:xfrm>
          </p:grpSpPr>
          <p:sp>
            <p:nvSpPr>
              <p:cNvPr id="27" name="任意多边形: 形状 61">
                <a:extLst>
                  <a:ext uri="{FF2B5EF4-FFF2-40B4-BE49-F238E27FC236}">
                    <a16:creationId xmlns:a16="http://schemas.microsoft.com/office/drawing/2014/main" id="{4568F332-B380-6EC4-9315-8C954162131A}"/>
                  </a:ext>
                </a:extLst>
              </p:cNvPr>
              <p:cNvSpPr/>
              <p:nvPr/>
            </p:nvSpPr>
            <p:spPr>
              <a:xfrm>
                <a:off x="522287" y="427864"/>
                <a:ext cx="3034441" cy="375982"/>
              </a:xfrm>
              <a:prstGeom prst="parallelogram">
                <a:avLst>
                  <a:gd name="adj" fmla="val 52926"/>
                </a:avLst>
              </a:prstGeom>
              <a:gradFill flip="none" rotWithShape="1">
                <a:gsLst>
                  <a:gs pos="0">
                    <a:srgbClr val="FFFFFF"/>
                  </a:gs>
                  <a:gs pos="100000">
                    <a:srgbClr val="BB39A0">
                      <a:alpha val="84000"/>
                    </a:srgbClr>
                  </a:gs>
                </a:gsLst>
                <a:lin ang="10800000" scaled="1"/>
                <a:tileRect/>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2" name="任意多边形: 形状 61">
                <a:extLst>
                  <a:ext uri="{FF2B5EF4-FFF2-40B4-BE49-F238E27FC236}">
                    <a16:creationId xmlns:a16="http://schemas.microsoft.com/office/drawing/2014/main" id="{B4D704B6-5055-FA81-4A4E-ED7DBFD438E4}"/>
                  </a:ext>
                </a:extLst>
              </p:cNvPr>
              <p:cNvSpPr/>
              <p:nvPr/>
            </p:nvSpPr>
            <p:spPr>
              <a:xfrm>
                <a:off x="392813" y="399042"/>
                <a:ext cx="221149" cy="260109"/>
              </a:xfrm>
              <a:prstGeom prst="parallelogram">
                <a:avLst>
                  <a:gd name="adj" fmla="val 64309"/>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任意多边形: 形状 61">
                <a:extLst>
                  <a:ext uri="{FF2B5EF4-FFF2-40B4-BE49-F238E27FC236}">
                    <a16:creationId xmlns:a16="http://schemas.microsoft.com/office/drawing/2014/main" id="{A5B511BF-BB56-51CC-5CE5-FD63596A28A8}"/>
                  </a:ext>
                </a:extLst>
              </p:cNvPr>
              <p:cNvSpPr/>
              <p:nvPr/>
            </p:nvSpPr>
            <p:spPr>
              <a:xfrm>
                <a:off x="407458" y="373931"/>
                <a:ext cx="413280" cy="483849"/>
              </a:xfrm>
              <a:prstGeom prst="parallelogram">
                <a:avLst>
                  <a:gd name="adj" fmla="val 61503"/>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331" name="小李PPT1">
              <a:extLst>
                <a:ext uri="{FF2B5EF4-FFF2-40B4-BE49-F238E27FC236}">
                  <a16:creationId xmlns:a16="http://schemas.microsoft.com/office/drawing/2014/main" id="{60296E81-9909-1F74-9C79-5EB97E854FAC}"/>
                </a:ext>
              </a:extLst>
            </p:cNvPr>
            <p:cNvSpPr txBox="1"/>
            <p:nvPr/>
          </p:nvSpPr>
          <p:spPr>
            <a:xfrm>
              <a:off x="1033485" y="401778"/>
              <a:ext cx="3521030" cy="667385"/>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200" dirty="0">
                  <a:solidFill>
                    <a:schemeClr val="tx1">
                      <a:lumMod val="95000"/>
                      <a:lumOff val="5000"/>
                    </a:schemeClr>
                  </a:solidFill>
                  <a:latin typeface="汉仪劲楷简" panose="00020600040101010101" charset="-122"/>
                  <a:ea typeface="汉仪劲楷简" panose="00020600040101010101" charset="-122"/>
                  <a:sym typeface="+mn-ea"/>
                </a:rPr>
                <a:t>3.4 </a:t>
              </a:r>
              <a:r>
                <a:rPr lang="zh-CN" altLang="en-US" sz="3200" dirty="0">
                  <a:solidFill>
                    <a:schemeClr val="tx1">
                      <a:lumMod val="95000"/>
                      <a:lumOff val="5000"/>
                    </a:schemeClr>
                  </a:solidFill>
                  <a:latin typeface="汉仪劲楷简" panose="00020600040101010101" charset="-122"/>
                  <a:ea typeface="汉仪劲楷简" panose="00020600040101010101" charset="-122"/>
                  <a:sym typeface="+mn-ea"/>
                </a:rPr>
                <a:t>金融产品扩散模拟</a:t>
              </a:r>
              <a:endParaRPr lang="zh-CN" altLang="en-US" sz="3200" noProof="0" dirty="0">
                <a:ln>
                  <a:noFill/>
                </a:ln>
                <a:solidFill>
                  <a:schemeClr val="tx1">
                    <a:lumMod val="95000"/>
                    <a:lumOff val="5000"/>
                  </a:schemeClr>
                </a:solidFill>
                <a:effectLst/>
                <a:uLnTx/>
                <a:uFillTx/>
                <a:latin typeface="汉仪劲楷简" panose="00020600040101010101" charset="-122"/>
                <a:ea typeface="汉仪劲楷简" panose="00020600040101010101" charset="-122"/>
                <a:sym typeface="+mn-ea"/>
              </a:endParaRPr>
            </a:p>
          </p:txBody>
        </p:sp>
      </p:grpSp>
      <p:pic>
        <p:nvPicPr>
          <p:cNvPr id="18" name="图片 17" descr="图片包含 桌子, 小, 蛋糕, 蓝色&#10;&#10;描述已自动生成">
            <a:extLst>
              <a:ext uri="{FF2B5EF4-FFF2-40B4-BE49-F238E27FC236}">
                <a16:creationId xmlns:a16="http://schemas.microsoft.com/office/drawing/2014/main" id="{AB1D1039-27DB-2B41-FBFE-19FF976D648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618230" y="223047"/>
            <a:ext cx="1334417" cy="667209"/>
          </a:xfrm>
          <a:prstGeom prst="rect">
            <a:avLst/>
          </a:prstGeom>
        </p:spPr>
      </p:pic>
      <p:pic>
        <p:nvPicPr>
          <p:cNvPr id="334" name="图片 333" descr="e4f8873b48c92a912ad2b76d31d4d59">
            <a:extLst>
              <a:ext uri="{FF2B5EF4-FFF2-40B4-BE49-F238E27FC236}">
                <a16:creationId xmlns:a16="http://schemas.microsoft.com/office/drawing/2014/main" id="{BCB23CF7-1F66-1D05-9CE3-30C4BBFA903D}"/>
              </a:ext>
            </a:extLst>
          </p:cNvPr>
          <p:cNvPicPr>
            <a:picLocks noChangeAspect="1"/>
          </p:cNvPicPr>
          <p:nvPr/>
        </p:nvPicPr>
        <p:blipFill>
          <a:blip r:embed="rId16"/>
          <a:stretch>
            <a:fillRect/>
          </a:stretch>
        </p:blipFill>
        <p:spPr>
          <a:xfrm>
            <a:off x="9728122" y="193111"/>
            <a:ext cx="708660" cy="708660"/>
          </a:xfrm>
          <a:prstGeom prst="rect">
            <a:avLst/>
          </a:prstGeom>
        </p:spPr>
      </p:pic>
      <p:grpSp>
        <p:nvGrpSpPr>
          <p:cNvPr id="335" name="组合 334">
            <a:extLst>
              <a:ext uri="{FF2B5EF4-FFF2-40B4-BE49-F238E27FC236}">
                <a16:creationId xmlns:a16="http://schemas.microsoft.com/office/drawing/2014/main" id="{3FCA09F8-FBF9-D014-4D7A-7578A8F09146}"/>
              </a:ext>
            </a:extLst>
          </p:cNvPr>
          <p:cNvGrpSpPr/>
          <p:nvPr/>
        </p:nvGrpSpPr>
        <p:grpSpPr>
          <a:xfrm>
            <a:off x="7354620" y="305784"/>
            <a:ext cx="2162937" cy="506745"/>
            <a:chOff x="7239" y="4557"/>
            <a:chExt cx="3500" cy="820"/>
          </a:xfrm>
          <a:gradFill>
            <a:gsLst>
              <a:gs pos="0">
                <a:srgbClr val="923EBA"/>
              </a:gs>
              <a:gs pos="96000">
                <a:srgbClr val="F7F0FA"/>
              </a:gs>
            </a:gsLst>
            <a:lin ang="10800000" scaled="0"/>
          </a:gradFill>
        </p:grpSpPr>
        <p:sp>
          <p:nvSpPr>
            <p:cNvPr id="336" name="燕尾形 25">
              <a:extLst>
                <a:ext uri="{FF2B5EF4-FFF2-40B4-BE49-F238E27FC236}">
                  <a16:creationId xmlns:a16="http://schemas.microsoft.com/office/drawing/2014/main" id="{AF22FDF5-8757-453D-6866-D0167DB67BC3}"/>
                </a:ext>
              </a:extLst>
            </p:cNvPr>
            <p:cNvSpPr/>
            <p:nvPr/>
          </p:nvSpPr>
          <p:spPr>
            <a:xfrm>
              <a:off x="72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7" name="燕尾形 67">
              <a:extLst>
                <a:ext uri="{FF2B5EF4-FFF2-40B4-BE49-F238E27FC236}">
                  <a16:creationId xmlns:a16="http://schemas.microsoft.com/office/drawing/2014/main" id="{3D9A2FEE-E11C-54D3-7206-76A4D85A3C86}"/>
                </a:ext>
              </a:extLst>
            </p:cNvPr>
            <p:cNvSpPr/>
            <p:nvPr/>
          </p:nvSpPr>
          <p:spPr>
            <a:xfrm>
              <a:off x="79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8" name="燕尾形 68">
              <a:extLst>
                <a:ext uri="{FF2B5EF4-FFF2-40B4-BE49-F238E27FC236}">
                  <a16:creationId xmlns:a16="http://schemas.microsoft.com/office/drawing/2014/main" id="{12C0406F-FBDA-2A3F-CEB6-3AA17989E84D}"/>
                </a:ext>
              </a:extLst>
            </p:cNvPr>
            <p:cNvSpPr/>
            <p:nvPr/>
          </p:nvSpPr>
          <p:spPr>
            <a:xfrm>
              <a:off x="86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9" name="燕尾形 69">
              <a:extLst>
                <a:ext uri="{FF2B5EF4-FFF2-40B4-BE49-F238E27FC236}">
                  <a16:creationId xmlns:a16="http://schemas.microsoft.com/office/drawing/2014/main" id="{8BC960A3-4D4E-BF0F-1275-02E83D81B554}"/>
                </a:ext>
              </a:extLst>
            </p:cNvPr>
            <p:cNvSpPr/>
            <p:nvPr/>
          </p:nvSpPr>
          <p:spPr>
            <a:xfrm>
              <a:off x="93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40" name="燕尾形 77">
              <a:extLst>
                <a:ext uri="{FF2B5EF4-FFF2-40B4-BE49-F238E27FC236}">
                  <a16:creationId xmlns:a16="http://schemas.microsoft.com/office/drawing/2014/main" id="{53C60A93-71F9-9093-80FE-03C8C04849D1}"/>
                </a:ext>
              </a:extLst>
            </p:cNvPr>
            <p:cNvSpPr/>
            <p:nvPr/>
          </p:nvSpPr>
          <p:spPr>
            <a:xfrm>
              <a:off x="100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26" name="文本框 25">
            <a:extLst>
              <a:ext uri="{FF2B5EF4-FFF2-40B4-BE49-F238E27FC236}">
                <a16:creationId xmlns:a16="http://schemas.microsoft.com/office/drawing/2014/main" id="{E592DE8C-BB87-676A-9E2D-854D9E9BC7C3}"/>
              </a:ext>
            </a:extLst>
          </p:cNvPr>
          <p:cNvSpPr txBox="1"/>
          <p:nvPr/>
        </p:nvSpPr>
        <p:spPr>
          <a:xfrm>
            <a:off x="275362" y="3175928"/>
            <a:ext cx="5217626" cy="601238"/>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t" anchorCtr="0">
            <a:noAutofit/>
          </a:bodyPr>
          <a:lstStyle/>
          <a:p>
            <a:pPr>
              <a:lnSpc>
                <a:spcPct val="100000"/>
              </a:lnSpc>
            </a:pPr>
            <a:r>
              <a:rPr lang="zh-CN" altLang="en-US" sz="2800" dirty="0">
                <a:solidFill>
                  <a:schemeClr val="tx1">
                    <a:lumMod val="95000"/>
                    <a:lumOff val="5000"/>
                  </a:schemeClr>
                </a:solidFill>
                <a:latin typeface="汉仪劲楷简" panose="00020600040101010101" charset="-122"/>
                <a:ea typeface="汉仪劲楷简" panose="00020600040101010101" charset="-122"/>
              </a:rPr>
              <a:t>模拟投资行为：</a:t>
            </a:r>
            <a:r>
              <a:rPr lang="en-US" altLang="zh-CN" sz="2800" dirty="0">
                <a:solidFill>
                  <a:srgbClr val="C00000"/>
                </a:solidFill>
                <a:latin typeface="汉仪劲楷简" panose="00020600040101010101" charset="-122"/>
                <a:ea typeface="汉仪劲楷简" panose="00020600040101010101" charset="-122"/>
              </a:rPr>
              <a:t>Bernoulli </a:t>
            </a:r>
            <a:r>
              <a:rPr lang="zh-CN" altLang="en-US" sz="2800" dirty="0">
                <a:solidFill>
                  <a:srgbClr val="C00000"/>
                </a:solidFill>
                <a:latin typeface="汉仪劲楷简" panose="00020600040101010101" charset="-122"/>
                <a:ea typeface="汉仪劲楷简" panose="00020600040101010101" charset="-122"/>
              </a:rPr>
              <a:t>试验</a:t>
            </a:r>
          </a:p>
        </p:txBody>
      </p:sp>
      <p:sp>
        <p:nvSpPr>
          <p:cNvPr id="12" name="椭圆 11">
            <a:extLst>
              <a:ext uri="{FF2B5EF4-FFF2-40B4-BE49-F238E27FC236}">
                <a16:creationId xmlns:a16="http://schemas.microsoft.com/office/drawing/2014/main" id="{CBD88AC2-18E4-F4A1-92B5-678543CE87A7}"/>
              </a:ext>
            </a:extLst>
          </p:cNvPr>
          <p:cNvSpPr/>
          <p:nvPr/>
        </p:nvSpPr>
        <p:spPr>
          <a:xfrm>
            <a:off x="7117864" y="5118411"/>
            <a:ext cx="409088" cy="40908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2AA8577B-27CA-514B-BAAC-B6BF43C9D731}"/>
              </a:ext>
            </a:extLst>
          </p:cNvPr>
          <p:cNvSpPr/>
          <p:nvPr/>
        </p:nvSpPr>
        <p:spPr>
          <a:xfrm>
            <a:off x="5034794" y="4328768"/>
            <a:ext cx="382544" cy="382544"/>
          </a:xfrm>
          <a:prstGeom prst="ellipse">
            <a:avLst/>
          </a:prstGeom>
          <a:solidFill>
            <a:srgbClr val="B07B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2A690D81-953F-CCAE-04DD-DBE22A84A6FD}"/>
              </a:ext>
            </a:extLst>
          </p:cNvPr>
          <p:cNvSpPr txBox="1"/>
          <p:nvPr/>
        </p:nvSpPr>
        <p:spPr>
          <a:xfrm>
            <a:off x="321192" y="1079068"/>
            <a:ext cx="5217626" cy="601238"/>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t" anchorCtr="0">
            <a:noAutofit/>
          </a:bodyPr>
          <a:lstStyle/>
          <a:p>
            <a:pPr>
              <a:lnSpc>
                <a:spcPct val="100000"/>
              </a:lnSpc>
            </a:pPr>
            <a:r>
              <a:rPr lang="zh-CN" altLang="en-US" sz="2800" dirty="0">
                <a:solidFill>
                  <a:schemeClr val="tx1">
                    <a:lumMod val="95000"/>
                    <a:lumOff val="5000"/>
                  </a:schemeClr>
                </a:solidFill>
                <a:latin typeface="汉仪劲楷简" panose="00020600040101010101" charset="-122"/>
                <a:ea typeface="汉仪劲楷简" panose="00020600040101010101" charset="-122"/>
              </a:rPr>
              <a:t>最终投资概率计算：</a:t>
            </a:r>
          </a:p>
        </p:txBody>
      </p:sp>
      <p:pic>
        <p:nvPicPr>
          <p:cNvPr id="20" name="图片 19">
            <a:extLst>
              <a:ext uri="{FF2B5EF4-FFF2-40B4-BE49-F238E27FC236}">
                <a16:creationId xmlns:a16="http://schemas.microsoft.com/office/drawing/2014/main" id="{A74D2749-45CC-61C6-24BD-1E16FE321F99}"/>
              </a:ext>
            </a:extLst>
          </p:cNvPr>
          <p:cNvPicPr>
            <a:picLocks noChangeAspect="1"/>
          </p:cNvPicPr>
          <p:nvPr/>
        </p:nvPicPr>
        <p:blipFill>
          <a:blip r:embed="rId17"/>
          <a:stretch>
            <a:fillRect/>
          </a:stretch>
        </p:blipFill>
        <p:spPr>
          <a:xfrm>
            <a:off x="2782506" y="1644138"/>
            <a:ext cx="6626988" cy="839295"/>
          </a:xfrm>
          <a:prstGeom prst="rect">
            <a:avLst/>
          </a:prstGeom>
        </p:spPr>
      </p:pic>
      <p:sp>
        <p:nvSpPr>
          <p:cNvPr id="30" name="椭圆 29">
            <a:extLst>
              <a:ext uri="{FF2B5EF4-FFF2-40B4-BE49-F238E27FC236}">
                <a16:creationId xmlns:a16="http://schemas.microsoft.com/office/drawing/2014/main" id="{C3B0BA5A-DBB0-62A6-BA38-E314F8A264DB}"/>
              </a:ext>
            </a:extLst>
          </p:cNvPr>
          <p:cNvSpPr/>
          <p:nvPr/>
        </p:nvSpPr>
        <p:spPr>
          <a:xfrm>
            <a:off x="5031464" y="4810811"/>
            <a:ext cx="387152" cy="387152"/>
          </a:xfrm>
          <a:prstGeom prst="ellipse">
            <a:avLst/>
          </a:prstGeom>
          <a:solidFill>
            <a:srgbClr val="B07B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D02BDAE7-B28E-8E4E-EB22-9B19883C42C7}"/>
              </a:ext>
            </a:extLst>
          </p:cNvPr>
          <p:cNvSpPr/>
          <p:nvPr/>
        </p:nvSpPr>
        <p:spPr>
          <a:xfrm>
            <a:off x="5027517" y="5922882"/>
            <a:ext cx="387061" cy="387061"/>
          </a:xfrm>
          <a:prstGeom prst="ellipse">
            <a:avLst/>
          </a:prstGeom>
          <a:solidFill>
            <a:srgbClr val="B07B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9EFEDD72-4E73-6AC6-C2C9-B8ABF9CE9E15}"/>
              </a:ext>
            </a:extLst>
          </p:cNvPr>
          <p:cNvSpPr txBox="1"/>
          <p:nvPr/>
        </p:nvSpPr>
        <p:spPr>
          <a:xfrm>
            <a:off x="5136881" y="3527993"/>
            <a:ext cx="1648845" cy="914400"/>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lnSpc>
                <a:spcPct val="100000"/>
              </a:lnSpc>
            </a:pPr>
            <a:r>
              <a:rPr lang="en-US" altLang="zh-CN" dirty="0"/>
              <a:t>n </a:t>
            </a:r>
            <a:r>
              <a:rPr lang="zh-CN" altLang="en-US" dirty="0">
                <a:solidFill>
                  <a:schemeClr val="tx1">
                    <a:lumMod val="95000"/>
                    <a:lumOff val="5000"/>
                  </a:schemeClr>
                </a:solidFill>
                <a:latin typeface="汉仪劲楷简" panose="00020600040101010101" charset="-122"/>
                <a:ea typeface="汉仪劲楷简" panose="00020600040101010101" charset="-122"/>
              </a:rPr>
              <a:t>次投资记录</a:t>
            </a:r>
          </a:p>
        </p:txBody>
      </p:sp>
      <p:cxnSp>
        <p:nvCxnSpPr>
          <p:cNvPr id="34" name="直接连接符 33">
            <a:extLst>
              <a:ext uri="{FF2B5EF4-FFF2-40B4-BE49-F238E27FC236}">
                <a16:creationId xmlns:a16="http://schemas.microsoft.com/office/drawing/2014/main" id="{DAAF59A3-4E95-BA5D-440F-2C9FBECEBDD7}"/>
              </a:ext>
            </a:extLst>
          </p:cNvPr>
          <p:cNvCxnSpPr>
            <a:cxnSpLocks/>
            <a:stCxn id="14" idx="6"/>
            <a:endCxn id="12" idx="2"/>
          </p:cNvCxnSpPr>
          <p:nvPr/>
        </p:nvCxnSpPr>
        <p:spPr>
          <a:xfrm>
            <a:off x="5417338" y="4520040"/>
            <a:ext cx="1700526" cy="80291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0FD53B83-12C5-1FBA-CE54-4FDEEDFA970B}"/>
              </a:ext>
            </a:extLst>
          </p:cNvPr>
          <p:cNvCxnSpPr>
            <a:cxnSpLocks/>
            <a:stCxn id="30" idx="6"/>
            <a:endCxn id="12" idx="2"/>
          </p:cNvCxnSpPr>
          <p:nvPr/>
        </p:nvCxnSpPr>
        <p:spPr>
          <a:xfrm>
            <a:off x="5418616" y="5004387"/>
            <a:ext cx="1699248" cy="31856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8335F8C2-AF4A-67C6-5926-F04AA841CAAD}"/>
              </a:ext>
            </a:extLst>
          </p:cNvPr>
          <p:cNvCxnSpPr>
            <a:cxnSpLocks/>
            <a:stCxn id="31" idx="6"/>
            <a:endCxn id="12" idx="2"/>
          </p:cNvCxnSpPr>
          <p:nvPr/>
        </p:nvCxnSpPr>
        <p:spPr>
          <a:xfrm flipV="1">
            <a:off x="5414578" y="5322955"/>
            <a:ext cx="1703286" cy="79345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68D6852E-8E57-F242-258C-2484B5D6A6DD}"/>
              </a:ext>
            </a:extLst>
          </p:cNvPr>
          <p:cNvCxnSpPr>
            <a:cxnSpLocks/>
            <a:endCxn id="12" idx="2"/>
          </p:cNvCxnSpPr>
          <p:nvPr/>
        </p:nvCxnSpPr>
        <p:spPr>
          <a:xfrm flipV="1">
            <a:off x="5458435" y="5322955"/>
            <a:ext cx="1659429" cy="308845"/>
          </a:xfrm>
          <a:prstGeom prst="line">
            <a:avLst/>
          </a:prstGeom>
          <a:ln w="25400">
            <a:solidFill>
              <a:schemeClr val="accent1">
                <a:alpha val="7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C1A5547-40B6-ED33-785A-B56E7FF28D5F}"/>
              </a:ext>
            </a:extLst>
          </p:cNvPr>
          <p:cNvCxnSpPr>
            <a:cxnSpLocks/>
            <a:endCxn id="12" idx="2"/>
          </p:cNvCxnSpPr>
          <p:nvPr/>
        </p:nvCxnSpPr>
        <p:spPr>
          <a:xfrm flipV="1">
            <a:off x="5458435" y="5322955"/>
            <a:ext cx="1659429" cy="49566"/>
          </a:xfrm>
          <a:prstGeom prst="line">
            <a:avLst/>
          </a:prstGeom>
          <a:ln w="25400">
            <a:solidFill>
              <a:schemeClr val="accent1">
                <a:alpha val="70000"/>
              </a:schemeClr>
            </a:solidFill>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C5E5C600-3C0A-1F44-0594-62CCEBFC3165}"/>
              </a:ext>
            </a:extLst>
          </p:cNvPr>
          <p:cNvSpPr txBox="1"/>
          <p:nvPr/>
        </p:nvSpPr>
        <p:spPr>
          <a:xfrm rot="5400000">
            <a:off x="4794531" y="5102941"/>
            <a:ext cx="914400" cy="914400"/>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lnSpc>
                <a:spcPct val="100000"/>
              </a:lnSpc>
            </a:pPr>
            <a:r>
              <a:rPr lang="en-US" altLang="zh-CN" sz="3600" dirty="0"/>
              <a:t>···</a:t>
            </a:r>
            <a:endParaRPr lang="zh-CN" altLang="en-US" sz="3600" dirty="0"/>
          </a:p>
        </p:txBody>
      </p:sp>
      <p:sp>
        <p:nvSpPr>
          <p:cNvPr id="69" name="文本框 68">
            <a:extLst>
              <a:ext uri="{FF2B5EF4-FFF2-40B4-BE49-F238E27FC236}">
                <a16:creationId xmlns:a16="http://schemas.microsoft.com/office/drawing/2014/main" id="{A6489CED-1F5E-B5BE-D51F-F3B41E9001F8}"/>
              </a:ext>
            </a:extLst>
          </p:cNvPr>
          <p:cNvSpPr txBox="1"/>
          <p:nvPr/>
        </p:nvSpPr>
        <p:spPr>
          <a:xfrm>
            <a:off x="7479870" y="4511253"/>
            <a:ext cx="4503362" cy="1648916"/>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nSpc>
                <a:spcPct val="100000"/>
              </a:lnSpc>
            </a:pPr>
            <a:r>
              <a:rPr lang="zh-CN" altLang="en-US" sz="2000" dirty="0">
                <a:solidFill>
                  <a:schemeClr val="tx1">
                    <a:lumMod val="95000"/>
                    <a:lumOff val="5000"/>
                  </a:schemeClr>
                </a:solidFill>
                <a:latin typeface="汉仪劲楷简" panose="00020600040101010101" charset="-122"/>
                <a:ea typeface="汉仪劲楷简" panose="00020600040101010101" charset="-122"/>
              </a:rPr>
              <a:t>类比抛一个不均匀硬币 </a:t>
            </a:r>
            <a:r>
              <a:rPr lang="en-US" altLang="zh-CN" sz="2000" dirty="0">
                <a:solidFill>
                  <a:schemeClr val="tx1">
                    <a:lumMod val="95000"/>
                    <a:lumOff val="5000"/>
                  </a:schemeClr>
                </a:solidFill>
                <a:latin typeface="汉仪劲楷简" panose="00020600040101010101" charset="-122"/>
                <a:ea typeface="汉仪劲楷简" panose="00020600040101010101" charset="-122"/>
              </a:rPr>
              <a:t>n </a:t>
            </a:r>
            <a:r>
              <a:rPr lang="zh-CN" altLang="en-US" sz="2000" dirty="0">
                <a:solidFill>
                  <a:schemeClr val="tx1">
                    <a:lumMod val="95000"/>
                    <a:lumOff val="5000"/>
                  </a:schemeClr>
                </a:solidFill>
                <a:latin typeface="汉仪劲楷简" panose="00020600040101010101" charset="-122"/>
                <a:ea typeface="汉仪劲楷简" panose="00020600040101010101" charset="-122"/>
              </a:rPr>
              <a:t>次，</a:t>
            </a:r>
            <a:endParaRPr lang="en-US" altLang="zh-CN" sz="2000" dirty="0">
              <a:solidFill>
                <a:schemeClr val="tx1">
                  <a:lumMod val="95000"/>
                  <a:lumOff val="5000"/>
                </a:schemeClr>
              </a:solidFill>
              <a:latin typeface="汉仪劲楷简" panose="00020600040101010101" charset="-122"/>
              <a:ea typeface="汉仪劲楷简" panose="00020600040101010101" charset="-122"/>
            </a:endParaRPr>
          </a:p>
          <a:p>
            <a:pPr>
              <a:lnSpc>
                <a:spcPct val="100000"/>
              </a:lnSpc>
            </a:pPr>
            <a:endParaRPr lang="en-US" altLang="zh-CN" sz="2000" dirty="0">
              <a:solidFill>
                <a:schemeClr val="tx1">
                  <a:lumMod val="95000"/>
                  <a:lumOff val="5000"/>
                </a:schemeClr>
              </a:solidFill>
              <a:latin typeface="汉仪劲楷简" panose="00020600040101010101" charset="-122"/>
              <a:ea typeface="汉仪劲楷简" panose="00020600040101010101" charset="-122"/>
            </a:endParaRPr>
          </a:p>
          <a:p>
            <a:pPr>
              <a:lnSpc>
                <a:spcPct val="100000"/>
              </a:lnSpc>
            </a:pPr>
            <a:r>
              <a:rPr lang="zh-CN" altLang="en-US" sz="2000" dirty="0">
                <a:solidFill>
                  <a:schemeClr val="tx1">
                    <a:lumMod val="95000"/>
                    <a:lumOff val="5000"/>
                  </a:schemeClr>
                </a:solidFill>
                <a:latin typeface="汉仪劲楷简" panose="00020600040101010101" charset="-122"/>
                <a:ea typeface="汉仪劲楷简" panose="00020600040101010101" charset="-122"/>
              </a:rPr>
              <a:t>有         的概率成功</a:t>
            </a:r>
            <a:endParaRPr lang="en-US" altLang="zh-CN" sz="2000" dirty="0">
              <a:solidFill>
                <a:schemeClr val="tx1">
                  <a:lumMod val="95000"/>
                  <a:lumOff val="5000"/>
                </a:schemeClr>
              </a:solidFill>
              <a:latin typeface="汉仪劲楷简" panose="00020600040101010101" charset="-122"/>
              <a:ea typeface="汉仪劲楷简" panose="00020600040101010101" charset="-122"/>
            </a:endParaRPr>
          </a:p>
          <a:p>
            <a:pPr>
              <a:lnSpc>
                <a:spcPct val="100000"/>
              </a:lnSpc>
            </a:pPr>
            <a:endParaRPr lang="en-US" altLang="zh-CN" sz="2000" dirty="0">
              <a:solidFill>
                <a:schemeClr val="tx1">
                  <a:lumMod val="95000"/>
                  <a:lumOff val="5000"/>
                </a:schemeClr>
              </a:solidFill>
              <a:latin typeface="汉仪劲楷简" panose="00020600040101010101" charset="-122"/>
              <a:ea typeface="汉仪劲楷简" panose="00020600040101010101" charset="-122"/>
            </a:endParaRPr>
          </a:p>
          <a:p>
            <a:pPr>
              <a:lnSpc>
                <a:spcPct val="100000"/>
              </a:lnSpc>
            </a:pPr>
            <a:r>
              <a:rPr lang="zh-CN" altLang="en-US" sz="2000" dirty="0">
                <a:solidFill>
                  <a:schemeClr val="tx1">
                    <a:lumMod val="95000"/>
                    <a:lumOff val="5000"/>
                  </a:schemeClr>
                </a:solidFill>
                <a:latin typeface="汉仪劲楷简" panose="00020600040101010101" charset="-122"/>
                <a:ea typeface="汉仪劲楷简" panose="00020600040101010101" charset="-122"/>
              </a:rPr>
              <a:t>成功几次就认为该用户本轮执行几笔投资</a:t>
            </a:r>
          </a:p>
        </p:txBody>
      </p:sp>
      <p:pic>
        <p:nvPicPr>
          <p:cNvPr id="88" name="图片 87">
            <a:extLst>
              <a:ext uri="{FF2B5EF4-FFF2-40B4-BE49-F238E27FC236}">
                <a16:creationId xmlns:a16="http://schemas.microsoft.com/office/drawing/2014/main" id="{D64A58A2-D3EE-3E29-F9CD-AC1F48DF88EB}"/>
              </a:ext>
            </a:extLst>
          </p:cNvPr>
          <p:cNvPicPr>
            <a:picLocks noChangeAspect="1"/>
          </p:cNvPicPr>
          <p:nvPr/>
        </p:nvPicPr>
        <p:blipFill>
          <a:blip r:embed="rId18"/>
          <a:stretch>
            <a:fillRect/>
          </a:stretch>
        </p:blipFill>
        <p:spPr>
          <a:xfrm>
            <a:off x="2806000" y="2544432"/>
            <a:ext cx="1046294" cy="373839"/>
          </a:xfrm>
          <a:prstGeom prst="rect">
            <a:avLst/>
          </a:prstGeom>
        </p:spPr>
      </p:pic>
      <p:pic>
        <p:nvPicPr>
          <p:cNvPr id="90" name="图片 89">
            <a:extLst>
              <a:ext uri="{FF2B5EF4-FFF2-40B4-BE49-F238E27FC236}">
                <a16:creationId xmlns:a16="http://schemas.microsoft.com/office/drawing/2014/main" id="{C907481F-89AF-CE53-035E-B856623A33A4}"/>
              </a:ext>
            </a:extLst>
          </p:cNvPr>
          <p:cNvPicPr>
            <a:picLocks noChangeAspect="1"/>
          </p:cNvPicPr>
          <p:nvPr/>
        </p:nvPicPr>
        <p:blipFill>
          <a:blip r:embed="rId18"/>
          <a:srcRect l="85498"/>
          <a:stretch/>
        </p:blipFill>
        <p:spPr>
          <a:xfrm>
            <a:off x="2035149" y="2558926"/>
            <a:ext cx="151732" cy="373839"/>
          </a:xfrm>
          <a:prstGeom prst="rect">
            <a:avLst/>
          </a:prstGeom>
        </p:spPr>
      </p:pic>
      <p:sp>
        <p:nvSpPr>
          <p:cNvPr id="87" name="文本框 86">
            <a:extLst>
              <a:ext uri="{FF2B5EF4-FFF2-40B4-BE49-F238E27FC236}">
                <a16:creationId xmlns:a16="http://schemas.microsoft.com/office/drawing/2014/main" id="{D757C3F0-7F57-9629-927F-D80802A5D0D9}"/>
              </a:ext>
            </a:extLst>
          </p:cNvPr>
          <p:cNvSpPr txBox="1"/>
          <p:nvPr/>
        </p:nvSpPr>
        <p:spPr>
          <a:xfrm>
            <a:off x="385035" y="3743871"/>
            <a:ext cx="1928461" cy="914400"/>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t" anchorCtr="0">
            <a:noAutofit/>
          </a:bodyPr>
          <a:lstStyle/>
          <a:p>
            <a:pPr>
              <a:lnSpc>
                <a:spcPct val="100000"/>
              </a:lnSpc>
            </a:pPr>
            <a:r>
              <a:rPr lang="zh-CN" altLang="en-US" dirty="0">
                <a:solidFill>
                  <a:schemeClr val="tx1">
                    <a:lumMod val="95000"/>
                    <a:lumOff val="5000"/>
                  </a:schemeClr>
                </a:solidFill>
                <a:latin typeface="汉仪劲楷简" panose="00020600040101010101" charset="-122"/>
                <a:ea typeface="汉仪劲楷简" panose="00020600040101010101" charset="-122"/>
              </a:rPr>
              <a:t>时间衰减效应：</a:t>
            </a:r>
            <a:endParaRPr lang="en-US" altLang="zh-CN" dirty="0">
              <a:solidFill>
                <a:schemeClr val="tx1">
                  <a:lumMod val="95000"/>
                  <a:lumOff val="5000"/>
                </a:schemeClr>
              </a:solidFill>
              <a:latin typeface="汉仪劲楷简" panose="00020600040101010101" charset="-122"/>
              <a:ea typeface="汉仪劲楷简" panose="00020600040101010101" charset="-122"/>
            </a:endParaRPr>
          </a:p>
        </p:txBody>
      </p:sp>
      <p:pic>
        <p:nvPicPr>
          <p:cNvPr id="92" name="图片 91">
            <a:extLst>
              <a:ext uri="{FF2B5EF4-FFF2-40B4-BE49-F238E27FC236}">
                <a16:creationId xmlns:a16="http://schemas.microsoft.com/office/drawing/2014/main" id="{8CDCE435-5B57-C8C6-71BF-38456A2262F5}"/>
              </a:ext>
            </a:extLst>
          </p:cNvPr>
          <p:cNvPicPr>
            <a:picLocks noChangeAspect="1"/>
          </p:cNvPicPr>
          <p:nvPr/>
        </p:nvPicPr>
        <p:blipFill>
          <a:blip r:embed="rId19"/>
          <a:stretch>
            <a:fillRect/>
          </a:stretch>
        </p:blipFill>
        <p:spPr>
          <a:xfrm>
            <a:off x="520742" y="4470593"/>
            <a:ext cx="3885138" cy="384519"/>
          </a:xfrm>
          <a:prstGeom prst="rect">
            <a:avLst/>
          </a:prstGeom>
        </p:spPr>
      </p:pic>
      <p:pic>
        <p:nvPicPr>
          <p:cNvPr id="95" name="图片 94">
            <a:extLst>
              <a:ext uri="{FF2B5EF4-FFF2-40B4-BE49-F238E27FC236}">
                <a16:creationId xmlns:a16="http://schemas.microsoft.com/office/drawing/2014/main" id="{8A3FE00B-0B70-0CD9-3777-9F43E62B39FD}"/>
              </a:ext>
            </a:extLst>
          </p:cNvPr>
          <p:cNvPicPr>
            <a:picLocks noChangeAspect="1"/>
          </p:cNvPicPr>
          <p:nvPr/>
        </p:nvPicPr>
        <p:blipFill>
          <a:blip r:embed="rId20"/>
          <a:stretch>
            <a:fillRect/>
          </a:stretch>
        </p:blipFill>
        <p:spPr>
          <a:xfrm>
            <a:off x="942095" y="5216734"/>
            <a:ext cx="239948" cy="263679"/>
          </a:xfrm>
          <a:prstGeom prst="rect">
            <a:avLst/>
          </a:prstGeom>
        </p:spPr>
      </p:pic>
      <p:sp>
        <p:nvSpPr>
          <p:cNvPr id="96" name="文本框 95">
            <a:extLst>
              <a:ext uri="{FF2B5EF4-FFF2-40B4-BE49-F238E27FC236}">
                <a16:creationId xmlns:a16="http://schemas.microsoft.com/office/drawing/2014/main" id="{D37C8C20-055C-53C5-1559-354F984EF83F}"/>
              </a:ext>
            </a:extLst>
          </p:cNvPr>
          <p:cNvSpPr txBox="1"/>
          <p:nvPr/>
        </p:nvSpPr>
        <p:spPr>
          <a:xfrm>
            <a:off x="1546371" y="5156306"/>
            <a:ext cx="1323669" cy="343585"/>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nSpc>
                <a:spcPct val="100000"/>
              </a:lnSpc>
            </a:pPr>
            <a:r>
              <a:rPr lang="zh-CN" altLang="en-US" dirty="0">
                <a:solidFill>
                  <a:schemeClr val="tx1">
                    <a:lumMod val="95000"/>
                    <a:lumOff val="5000"/>
                  </a:schemeClr>
                </a:solidFill>
                <a:latin typeface="汉仪劲楷简" panose="00020600040101010101" charset="-122"/>
                <a:ea typeface="汉仪劲楷简" panose="00020600040101010101" charset="-122"/>
              </a:rPr>
              <a:t>衰减系数</a:t>
            </a:r>
          </a:p>
        </p:txBody>
      </p:sp>
      <p:grpSp>
        <p:nvGrpSpPr>
          <p:cNvPr id="106" name="组合 105">
            <a:extLst>
              <a:ext uri="{FF2B5EF4-FFF2-40B4-BE49-F238E27FC236}">
                <a16:creationId xmlns:a16="http://schemas.microsoft.com/office/drawing/2014/main" id="{A59D8D49-DE39-3C38-A345-513C8C2CE9A0}"/>
              </a:ext>
            </a:extLst>
          </p:cNvPr>
          <p:cNvGrpSpPr/>
          <p:nvPr/>
        </p:nvGrpSpPr>
        <p:grpSpPr>
          <a:xfrm>
            <a:off x="565232" y="5479694"/>
            <a:ext cx="4136554" cy="758483"/>
            <a:chOff x="477944" y="5327673"/>
            <a:chExt cx="4136554" cy="758483"/>
          </a:xfrm>
        </p:grpSpPr>
        <p:pic>
          <p:nvPicPr>
            <p:cNvPr id="93" name="图片 92">
              <a:extLst>
                <a:ext uri="{FF2B5EF4-FFF2-40B4-BE49-F238E27FC236}">
                  <a16:creationId xmlns:a16="http://schemas.microsoft.com/office/drawing/2014/main" id="{1C54471B-2446-4F17-464B-95C66CBE8E25}"/>
                </a:ext>
              </a:extLst>
            </p:cNvPr>
            <p:cNvPicPr>
              <a:picLocks noChangeAspect="1"/>
            </p:cNvPicPr>
            <p:nvPr/>
          </p:nvPicPr>
          <p:blipFill>
            <a:blip r:embed="rId19"/>
            <a:srcRect l="71858" r="2448"/>
            <a:stretch/>
          </p:blipFill>
          <p:spPr>
            <a:xfrm>
              <a:off x="477944" y="5513433"/>
              <a:ext cx="998213" cy="384517"/>
            </a:xfrm>
            <a:prstGeom prst="rect">
              <a:avLst/>
            </a:prstGeom>
          </p:spPr>
        </p:pic>
        <p:sp>
          <p:nvSpPr>
            <p:cNvPr id="97" name="文本框 96">
              <a:extLst>
                <a:ext uri="{FF2B5EF4-FFF2-40B4-BE49-F238E27FC236}">
                  <a16:creationId xmlns:a16="http://schemas.microsoft.com/office/drawing/2014/main" id="{D7C79A3C-14B8-E73B-728C-36FB50BB87C5}"/>
                </a:ext>
              </a:extLst>
            </p:cNvPr>
            <p:cNvSpPr txBox="1"/>
            <p:nvPr/>
          </p:nvSpPr>
          <p:spPr>
            <a:xfrm>
              <a:off x="1459085" y="5327673"/>
              <a:ext cx="3155413" cy="758483"/>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t" anchorCtr="0">
              <a:noAutofit/>
            </a:bodyPr>
            <a:lstStyle/>
            <a:p>
              <a:r>
                <a:rPr lang="zh-CN" altLang="en-US" dirty="0">
                  <a:solidFill>
                    <a:schemeClr val="tx1">
                      <a:lumMod val="95000"/>
                      <a:lumOff val="5000"/>
                    </a:schemeClr>
                  </a:solidFill>
                  <a:latin typeface="汉仪劲楷简" panose="00020600040101010101" charset="-122"/>
                  <a:ea typeface="汉仪劲楷简" panose="00020600040101010101" charset="-122"/>
                </a:rPr>
                <a:t>在 </a:t>
              </a:r>
              <a:r>
                <a:rPr lang="en-US" altLang="zh-CN" dirty="0">
                  <a:solidFill>
                    <a:schemeClr val="tx1">
                      <a:lumMod val="95000"/>
                      <a:lumOff val="5000"/>
                    </a:schemeClr>
                  </a:solidFill>
                  <a:latin typeface="汉仪劲楷简" panose="00020600040101010101" charset="-122"/>
                  <a:ea typeface="汉仪劲楷简" panose="00020600040101010101" charset="-122"/>
                </a:rPr>
                <a:t>t − 2 </a:t>
              </a:r>
              <a:r>
                <a:rPr lang="zh-CN" altLang="en-US" dirty="0">
                  <a:solidFill>
                    <a:schemeClr val="tx1">
                      <a:lumMod val="95000"/>
                      <a:lumOff val="5000"/>
                    </a:schemeClr>
                  </a:solidFill>
                  <a:latin typeface="汉仪劲楷简" panose="00020600040101010101" charset="-122"/>
                  <a:ea typeface="汉仪劲楷简" panose="00020600040101010101" charset="-122"/>
                </a:rPr>
                <a:t>轮投资</a:t>
              </a:r>
              <a:endParaRPr lang="en-US" altLang="zh-CN" dirty="0">
                <a:solidFill>
                  <a:schemeClr val="tx1">
                    <a:lumMod val="95000"/>
                    <a:lumOff val="5000"/>
                  </a:schemeClr>
                </a:solidFill>
                <a:latin typeface="汉仪劲楷简" panose="00020600040101010101" charset="-122"/>
                <a:ea typeface="汉仪劲楷简" panose="00020600040101010101" charset="-122"/>
              </a:endParaRPr>
            </a:p>
            <a:p>
              <a:r>
                <a:rPr lang="zh-CN" altLang="en-US" dirty="0">
                  <a:solidFill>
                    <a:schemeClr val="tx1">
                      <a:lumMod val="95000"/>
                      <a:lumOff val="5000"/>
                    </a:schemeClr>
                  </a:solidFill>
                  <a:latin typeface="汉仪劲楷简" panose="00020600040101010101" charset="-122"/>
                  <a:ea typeface="汉仪劲楷简" panose="00020600040101010101" charset="-122"/>
                </a:rPr>
                <a:t>且 </a:t>
              </a:r>
              <a:r>
                <a:rPr lang="en-US" altLang="zh-CN" dirty="0">
                  <a:solidFill>
                    <a:schemeClr val="tx1">
                      <a:lumMod val="95000"/>
                      <a:lumOff val="5000"/>
                    </a:schemeClr>
                  </a:solidFill>
                  <a:latin typeface="汉仪劲楷简" panose="00020600040101010101" charset="-122"/>
                  <a:ea typeface="汉仪劲楷简" panose="00020600040101010101" charset="-122"/>
                </a:rPr>
                <a:t>t − 1 </a:t>
              </a:r>
              <a:r>
                <a:rPr lang="zh-CN" altLang="en-US" dirty="0">
                  <a:solidFill>
                    <a:schemeClr val="tx1">
                      <a:lumMod val="95000"/>
                      <a:lumOff val="5000"/>
                    </a:schemeClr>
                  </a:solidFill>
                  <a:latin typeface="汉仪劲楷简" panose="00020600040101010101" charset="-122"/>
                  <a:ea typeface="汉仪劲楷简" panose="00020600040101010101" charset="-122"/>
                </a:rPr>
                <a:t>轮未投资时</a:t>
              </a:r>
              <a:endParaRPr lang="en-US" altLang="zh-CN" dirty="0">
                <a:solidFill>
                  <a:schemeClr val="tx1">
                    <a:lumMod val="95000"/>
                    <a:lumOff val="5000"/>
                  </a:schemeClr>
                </a:solidFill>
                <a:latin typeface="汉仪劲楷简" panose="00020600040101010101" charset="-122"/>
                <a:ea typeface="汉仪劲楷简" panose="00020600040101010101" charset="-122"/>
              </a:endParaRPr>
            </a:p>
            <a:p>
              <a:r>
                <a:rPr lang="zh-CN" altLang="en-US" dirty="0">
                  <a:solidFill>
                    <a:schemeClr val="tx1">
                      <a:lumMod val="95000"/>
                      <a:lumOff val="5000"/>
                    </a:schemeClr>
                  </a:solidFill>
                  <a:latin typeface="汉仪劲楷简" panose="00020600040101010101" charset="-122"/>
                  <a:ea typeface="汉仪劲楷简" panose="00020600040101010101" charset="-122"/>
                </a:rPr>
                <a:t>取值是一个服从正态分布的负值</a:t>
              </a:r>
            </a:p>
          </p:txBody>
        </p:sp>
      </p:grpSp>
      <p:pic>
        <p:nvPicPr>
          <p:cNvPr id="98" name="图片 97">
            <a:extLst>
              <a:ext uri="{FF2B5EF4-FFF2-40B4-BE49-F238E27FC236}">
                <a16:creationId xmlns:a16="http://schemas.microsoft.com/office/drawing/2014/main" id="{AA6883E7-47E7-AAF1-83E2-365675AA6E88}"/>
              </a:ext>
            </a:extLst>
          </p:cNvPr>
          <p:cNvPicPr>
            <a:picLocks noChangeAspect="1"/>
          </p:cNvPicPr>
          <p:nvPr/>
        </p:nvPicPr>
        <p:blipFill>
          <a:blip r:embed="rId19"/>
          <a:srcRect t="1" r="76534" b="-3816"/>
          <a:stretch/>
        </p:blipFill>
        <p:spPr>
          <a:xfrm>
            <a:off x="7888959" y="5097926"/>
            <a:ext cx="1086519" cy="475738"/>
          </a:xfrm>
          <a:prstGeom prst="rect">
            <a:avLst/>
          </a:prstGeom>
        </p:spPr>
      </p:pic>
    </p:spTree>
    <p:extLst>
      <p:ext uri="{BB962C8B-B14F-4D97-AF65-F5344CB8AC3E}">
        <p14:creationId xmlns:p14="http://schemas.microsoft.com/office/powerpoint/2010/main" val="20460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7" name="think-cell data - do not delete" hidden="1">
            <a:extLst>
              <a:ext uri="{FF2B5EF4-FFF2-40B4-BE49-F238E27FC236}">
                <a16:creationId xmlns:a16="http://schemas.microsoft.com/office/drawing/2014/main" id="{65F4BBA6-28D3-AD30-8ECB-A072861D92E4}"/>
              </a:ext>
            </a:extLst>
          </p:cNvPr>
          <p:cNvGraphicFramePr>
            <a:graphicFrameLocks noChangeAspect="1"/>
          </p:cNvGraphicFramePr>
          <p:nvPr>
            <p:custDataLst>
              <p:tags r:id="rId1"/>
            </p:custDataLst>
            <p:extLst>
              <p:ext uri="{D42A27DB-BD31-4B8C-83A1-F6EECF244321}">
                <p14:modId xmlns:p14="http://schemas.microsoft.com/office/powerpoint/2010/main" val="18614772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3" imgW="471" imgH="473" progId="TCLayout.ActiveDocument.1">
                  <p:embed/>
                </p:oleObj>
              </mc:Choice>
              <mc:Fallback>
                <p:oleObj name="think-cell 幻灯片" r:id="rId13" imgW="471" imgH="473" progId="TCLayout.ActiveDocument.1">
                  <p:embed/>
                  <p:pic>
                    <p:nvPicPr>
                      <p:cNvPr id="67" name="think-cell data - do not delete" hidden="1">
                        <a:extLst>
                          <a:ext uri="{FF2B5EF4-FFF2-40B4-BE49-F238E27FC236}">
                            <a16:creationId xmlns:a16="http://schemas.microsoft.com/office/drawing/2014/main" id="{65F4BBA6-28D3-AD30-8ECB-A072861D92E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grpSp>
        <p:nvGrpSpPr>
          <p:cNvPr id="267" name="小李PPT11">
            <a:extLst>
              <a:ext uri="{FF2B5EF4-FFF2-40B4-BE49-F238E27FC236}">
                <a16:creationId xmlns:a16="http://schemas.microsoft.com/office/drawing/2014/main" id="{E00CE3F1-5B45-F7C7-D558-CF4D4E540D70}"/>
              </a:ext>
            </a:extLst>
          </p:cNvPr>
          <p:cNvGrpSpPr/>
          <p:nvPr/>
        </p:nvGrpSpPr>
        <p:grpSpPr>
          <a:xfrm>
            <a:off x="20600" y="-126"/>
            <a:ext cx="12192000" cy="6857998"/>
            <a:chOff x="0" y="2"/>
            <a:chExt cx="12192000" cy="6857998"/>
          </a:xfrm>
          <a:effectLst/>
        </p:grpSpPr>
        <p:cxnSp>
          <p:nvCxnSpPr>
            <p:cNvPr id="268" name="小李PPT11-1">
              <a:extLst>
                <a:ext uri="{FF2B5EF4-FFF2-40B4-BE49-F238E27FC236}">
                  <a16:creationId xmlns:a16="http://schemas.microsoft.com/office/drawing/2014/main" id="{D149A8DE-5D70-5480-002D-8DB8EA561DD2}"/>
                </a:ext>
              </a:extLst>
            </p:cNvPr>
            <p:cNvCxnSpPr/>
            <p:nvPr/>
          </p:nvCxnSpPr>
          <p:spPr>
            <a:xfrm>
              <a:off x="0" y="291084"/>
              <a:ext cx="12192000" cy="0"/>
            </a:xfrm>
            <a:prstGeom prst="line">
              <a:avLst/>
            </a:prstGeom>
            <a:noFill/>
            <a:ln w="6350" cap="rnd" cmpd="sng" algn="ctr">
              <a:solidFill>
                <a:srgbClr val="E9D6F2">
                  <a:alpha val="43922"/>
                </a:srgbClr>
              </a:solidFill>
              <a:prstDash val="solid"/>
              <a:round/>
            </a:ln>
            <a:effectLst/>
          </p:spPr>
        </p:cxnSp>
        <p:cxnSp>
          <p:nvCxnSpPr>
            <p:cNvPr id="269" name="小李PPT11-2">
              <a:extLst>
                <a:ext uri="{FF2B5EF4-FFF2-40B4-BE49-F238E27FC236}">
                  <a16:creationId xmlns:a16="http://schemas.microsoft.com/office/drawing/2014/main" id="{12405815-2BB6-8915-822D-91905D766527}"/>
                </a:ext>
              </a:extLst>
            </p:cNvPr>
            <p:cNvCxnSpPr/>
            <p:nvPr/>
          </p:nvCxnSpPr>
          <p:spPr>
            <a:xfrm>
              <a:off x="0" y="640385"/>
              <a:ext cx="12192000" cy="0"/>
            </a:xfrm>
            <a:prstGeom prst="line">
              <a:avLst/>
            </a:prstGeom>
            <a:noFill/>
            <a:ln w="6350" cap="rnd" cmpd="sng" algn="ctr">
              <a:solidFill>
                <a:srgbClr val="E9D6F2">
                  <a:alpha val="43922"/>
                </a:srgbClr>
              </a:solidFill>
              <a:prstDash val="solid"/>
              <a:round/>
            </a:ln>
            <a:effectLst/>
          </p:spPr>
        </p:cxnSp>
        <p:cxnSp>
          <p:nvCxnSpPr>
            <p:cNvPr id="270" name="小李PPT11-3">
              <a:extLst>
                <a:ext uri="{FF2B5EF4-FFF2-40B4-BE49-F238E27FC236}">
                  <a16:creationId xmlns:a16="http://schemas.microsoft.com/office/drawing/2014/main" id="{142F80B8-DE7C-9802-AED4-8B9E3CC242BA}"/>
                </a:ext>
              </a:extLst>
            </p:cNvPr>
            <p:cNvCxnSpPr/>
            <p:nvPr/>
          </p:nvCxnSpPr>
          <p:spPr>
            <a:xfrm>
              <a:off x="0" y="989685"/>
              <a:ext cx="12192000" cy="0"/>
            </a:xfrm>
            <a:prstGeom prst="line">
              <a:avLst/>
            </a:prstGeom>
            <a:noFill/>
            <a:ln w="6350" cap="rnd" cmpd="sng" algn="ctr">
              <a:solidFill>
                <a:srgbClr val="E9D6F2">
                  <a:alpha val="43922"/>
                </a:srgbClr>
              </a:solidFill>
              <a:prstDash val="solid"/>
              <a:round/>
            </a:ln>
            <a:effectLst/>
          </p:spPr>
        </p:cxnSp>
        <p:cxnSp>
          <p:nvCxnSpPr>
            <p:cNvPr id="271" name="小李PPT11-4">
              <a:extLst>
                <a:ext uri="{FF2B5EF4-FFF2-40B4-BE49-F238E27FC236}">
                  <a16:creationId xmlns:a16="http://schemas.microsoft.com/office/drawing/2014/main" id="{7ACFC8FC-0E7C-6E37-2D81-F22516A9C047}"/>
                </a:ext>
              </a:extLst>
            </p:cNvPr>
            <p:cNvCxnSpPr/>
            <p:nvPr/>
          </p:nvCxnSpPr>
          <p:spPr>
            <a:xfrm>
              <a:off x="0" y="1338986"/>
              <a:ext cx="12192000" cy="0"/>
            </a:xfrm>
            <a:prstGeom prst="line">
              <a:avLst/>
            </a:prstGeom>
            <a:noFill/>
            <a:ln w="6350" cap="rnd" cmpd="sng" algn="ctr">
              <a:solidFill>
                <a:srgbClr val="E9D6F2">
                  <a:alpha val="43922"/>
                </a:srgbClr>
              </a:solidFill>
              <a:prstDash val="solid"/>
              <a:round/>
            </a:ln>
            <a:effectLst/>
          </p:spPr>
        </p:cxnSp>
        <p:cxnSp>
          <p:nvCxnSpPr>
            <p:cNvPr id="272" name="小李PPT11-5">
              <a:extLst>
                <a:ext uri="{FF2B5EF4-FFF2-40B4-BE49-F238E27FC236}">
                  <a16:creationId xmlns:a16="http://schemas.microsoft.com/office/drawing/2014/main" id="{4B1541F3-583D-3A73-E035-4135F1592316}"/>
                </a:ext>
              </a:extLst>
            </p:cNvPr>
            <p:cNvCxnSpPr/>
            <p:nvPr/>
          </p:nvCxnSpPr>
          <p:spPr>
            <a:xfrm>
              <a:off x="0" y="1688287"/>
              <a:ext cx="12192000" cy="0"/>
            </a:xfrm>
            <a:prstGeom prst="line">
              <a:avLst/>
            </a:prstGeom>
            <a:noFill/>
            <a:ln w="6350" cap="rnd" cmpd="sng" algn="ctr">
              <a:solidFill>
                <a:srgbClr val="E9D6F2">
                  <a:alpha val="43922"/>
                </a:srgbClr>
              </a:solidFill>
              <a:prstDash val="solid"/>
              <a:round/>
            </a:ln>
            <a:effectLst/>
          </p:spPr>
        </p:cxnSp>
        <p:cxnSp>
          <p:nvCxnSpPr>
            <p:cNvPr id="273" name="小李PPT11-6">
              <a:extLst>
                <a:ext uri="{FF2B5EF4-FFF2-40B4-BE49-F238E27FC236}">
                  <a16:creationId xmlns:a16="http://schemas.microsoft.com/office/drawing/2014/main" id="{66E042A9-2D0E-3B84-6BB9-F016B7AEEA7C}"/>
                </a:ext>
              </a:extLst>
            </p:cNvPr>
            <p:cNvCxnSpPr/>
            <p:nvPr/>
          </p:nvCxnSpPr>
          <p:spPr>
            <a:xfrm>
              <a:off x="0" y="2037588"/>
              <a:ext cx="12192000" cy="0"/>
            </a:xfrm>
            <a:prstGeom prst="line">
              <a:avLst/>
            </a:prstGeom>
            <a:noFill/>
            <a:ln w="6350" cap="rnd" cmpd="sng" algn="ctr">
              <a:solidFill>
                <a:srgbClr val="E9D6F2">
                  <a:alpha val="43922"/>
                </a:srgbClr>
              </a:solidFill>
              <a:prstDash val="solid"/>
              <a:round/>
            </a:ln>
            <a:effectLst/>
          </p:spPr>
        </p:cxnSp>
        <p:cxnSp>
          <p:nvCxnSpPr>
            <p:cNvPr id="284" name="小李PPT11-7">
              <a:extLst>
                <a:ext uri="{FF2B5EF4-FFF2-40B4-BE49-F238E27FC236}">
                  <a16:creationId xmlns:a16="http://schemas.microsoft.com/office/drawing/2014/main" id="{06D7C7DA-C60C-6A00-79B5-33A5EB452FC6}"/>
                </a:ext>
              </a:extLst>
            </p:cNvPr>
            <p:cNvCxnSpPr/>
            <p:nvPr/>
          </p:nvCxnSpPr>
          <p:spPr>
            <a:xfrm>
              <a:off x="0" y="2386888"/>
              <a:ext cx="12192000" cy="0"/>
            </a:xfrm>
            <a:prstGeom prst="line">
              <a:avLst/>
            </a:prstGeom>
            <a:noFill/>
            <a:ln w="6350" cap="rnd" cmpd="sng" algn="ctr">
              <a:solidFill>
                <a:srgbClr val="E9D6F2">
                  <a:alpha val="43922"/>
                </a:srgbClr>
              </a:solidFill>
              <a:prstDash val="solid"/>
              <a:round/>
            </a:ln>
            <a:effectLst/>
          </p:spPr>
        </p:cxnSp>
        <p:cxnSp>
          <p:nvCxnSpPr>
            <p:cNvPr id="285" name="小李PPT11-8">
              <a:extLst>
                <a:ext uri="{FF2B5EF4-FFF2-40B4-BE49-F238E27FC236}">
                  <a16:creationId xmlns:a16="http://schemas.microsoft.com/office/drawing/2014/main" id="{6D0C7100-34C7-043F-36DA-67E2864B1E77}"/>
                </a:ext>
              </a:extLst>
            </p:cNvPr>
            <p:cNvCxnSpPr/>
            <p:nvPr/>
          </p:nvCxnSpPr>
          <p:spPr>
            <a:xfrm>
              <a:off x="0" y="2736189"/>
              <a:ext cx="12192000" cy="0"/>
            </a:xfrm>
            <a:prstGeom prst="line">
              <a:avLst/>
            </a:prstGeom>
            <a:noFill/>
            <a:ln w="6350" cap="rnd" cmpd="sng" algn="ctr">
              <a:solidFill>
                <a:srgbClr val="E9D6F2">
                  <a:alpha val="43922"/>
                </a:srgbClr>
              </a:solidFill>
              <a:prstDash val="solid"/>
              <a:round/>
            </a:ln>
            <a:effectLst/>
          </p:spPr>
        </p:cxnSp>
        <p:cxnSp>
          <p:nvCxnSpPr>
            <p:cNvPr id="286" name="小李PPT11-9">
              <a:extLst>
                <a:ext uri="{FF2B5EF4-FFF2-40B4-BE49-F238E27FC236}">
                  <a16:creationId xmlns:a16="http://schemas.microsoft.com/office/drawing/2014/main" id="{7DE0E073-233F-1CAC-DFD0-AE043F408038}"/>
                </a:ext>
              </a:extLst>
            </p:cNvPr>
            <p:cNvCxnSpPr/>
            <p:nvPr/>
          </p:nvCxnSpPr>
          <p:spPr>
            <a:xfrm>
              <a:off x="0" y="3085490"/>
              <a:ext cx="12192000" cy="0"/>
            </a:xfrm>
            <a:prstGeom prst="line">
              <a:avLst/>
            </a:prstGeom>
            <a:noFill/>
            <a:ln w="6350" cap="rnd" cmpd="sng" algn="ctr">
              <a:solidFill>
                <a:srgbClr val="E9D6F2">
                  <a:alpha val="43922"/>
                </a:srgbClr>
              </a:solidFill>
              <a:prstDash val="solid"/>
              <a:round/>
            </a:ln>
            <a:effectLst/>
          </p:spPr>
        </p:cxnSp>
        <p:cxnSp>
          <p:nvCxnSpPr>
            <p:cNvPr id="287" name="小李PPT11-10">
              <a:extLst>
                <a:ext uri="{FF2B5EF4-FFF2-40B4-BE49-F238E27FC236}">
                  <a16:creationId xmlns:a16="http://schemas.microsoft.com/office/drawing/2014/main" id="{EA56C2C0-43C0-D849-356F-9AB3E2465B9B}"/>
                </a:ext>
              </a:extLst>
            </p:cNvPr>
            <p:cNvCxnSpPr/>
            <p:nvPr/>
          </p:nvCxnSpPr>
          <p:spPr>
            <a:xfrm>
              <a:off x="0" y="3434791"/>
              <a:ext cx="12192000" cy="0"/>
            </a:xfrm>
            <a:prstGeom prst="line">
              <a:avLst/>
            </a:prstGeom>
            <a:noFill/>
            <a:ln w="6350" cap="rnd" cmpd="sng" algn="ctr">
              <a:solidFill>
                <a:srgbClr val="E9D6F2">
                  <a:alpha val="43922"/>
                </a:srgbClr>
              </a:solidFill>
              <a:prstDash val="solid"/>
              <a:round/>
            </a:ln>
            <a:effectLst/>
          </p:spPr>
        </p:cxnSp>
        <p:cxnSp>
          <p:nvCxnSpPr>
            <p:cNvPr id="288" name="小李PPT11-11">
              <a:extLst>
                <a:ext uri="{FF2B5EF4-FFF2-40B4-BE49-F238E27FC236}">
                  <a16:creationId xmlns:a16="http://schemas.microsoft.com/office/drawing/2014/main" id="{254E15E1-1941-52F8-7CAE-C9D37DFCA5AF}"/>
                </a:ext>
              </a:extLst>
            </p:cNvPr>
            <p:cNvCxnSpPr/>
            <p:nvPr/>
          </p:nvCxnSpPr>
          <p:spPr>
            <a:xfrm>
              <a:off x="0" y="3784091"/>
              <a:ext cx="12192000" cy="0"/>
            </a:xfrm>
            <a:prstGeom prst="line">
              <a:avLst/>
            </a:prstGeom>
            <a:noFill/>
            <a:ln w="6350" cap="rnd" cmpd="sng" algn="ctr">
              <a:solidFill>
                <a:srgbClr val="E9D6F2">
                  <a:alpha val="43922"/>
                </a:srgbClr>
              </a:solidFill>
              <a:prstDash val="solid"/>
              <a:round/>
            </a:ln>
            <a:effectLst/>
          </p:spPr>
        </p:cxnSp>
        <p:cxnSp>
          <p:nvCxnSpPr>
            <p:cNvPr id="289" name="小李PPT11-12">
              <a:extLst>
                <a:ext uri="{FF2B5EF4-FFF2-40B4-BE49-F238E27FC236}">
                  <a16:creationId xmlns:a16="http://schemas.microsoft.com/office/drawing/2014/main" id="{FC67DC33-8B06-C5A7-285A-18E9A62A83E3}"/>
                </a:ext>
              </a:extLst>
            </p:cNvPr>
            <p:cNvCxnSpPr/>
            <p:nvPr/>
          </p:nvCxnSpPr>
          <p:spPr>
            <a:xfrm>
              <a:off x="0" y="4133392"/>
              <a:ext cx="12192000" cy="0"/>
            </a:xfrm>
            <a:prstGeom prst="line">
              <a:avLst/>
            </a:prstGeom>
            <a:noFill/>
            <a:ln w="6350" cap="rnd" cmpd="sng" algn="ctr">
              <a:solidFill>
                <a:srgbClr val="E9D6F2">
                  <a:alpha val="43922"/>
                </a:srgbClr>
              </a:solidFill>
              <a:prstDash val="solid"/>
              <a:round/>
            </a:ln>
            <a:effectLst/>
          </p:spPr>
        </p:cxnSp>
        <p:cxnSp>
          <p:nvCxnSpPr>
            <p:cNvPr id="290" name="小李PPT11-13">
              <a:extLst>
                <a:ext uri="{FF2B5EF4-FFF2-40B4-BE49-F238E27FC236}">
                  <a16:creationId xmlns:a16="http://schemas.microsoft.com/office/drawing/2014/main" id="{C01CAF94-0D94-A0A5-CC17-8DA7676E27D4}"/>
                </a:ext>
              </a:extLst>
            </p:cNvPr>
            <p:cNvCxnSpPr/>
            <p:nvPr/>
          </p:nvCxnSpPr>
          <p:spPr>
            <a:xfrm>
              <a:off x="0" y="4482693"/>
              <a:ext cx="12192000" cy="0"/>
            </a:xfrm>
            <a:prstGeom prst="line">
              <a:avLst/>
            </a:prstGeom>
            <a:noFill/>
            <a:ln w="6350" cap="rnd" cmpd="sng" algn="ctr">
              <a:solidFill>
                <a:srgbClr val="E9D6F2">
                  <a:alpha val="43922"/>
                </a:srgbClr>
              </a:solidFill>
              <a:prstDash val="solid"/>
              <a:round/>
            </a:ln>
            <a:effectLst/>
          </p:spPr>
        </p:cxnSp>
        <p:cxnSp>
          <p:nvCxnSpPr>
            <p:cNvPr id="291" name="小李PPT11-14">
              <a:extLst>
                <a:ext uri="{FF2B5EF4-FFF2-40B4-BE49-F238E27FC236}">
                  <a16:creationId xmlns:a16="http://schemas.microsoft.com/office/drawing/2014/main" id="{3C424704-4D6B-B42A-4418-44F53C830A7C}"/>
                </a:ext>
              </a:extLst>
            </p:cNvPr>
            <p:cNvCxnSpPr/>
            <p:nvPr/>
          </p:nvCxnSpPr>
          <p:spPr>
            <a:xfrm>
              <a:off x="0" y="4831994"/>
              <a:ext cx="12192000" cy="0"/>
            </a:xfrm>
            <a:prstGeom prst="line">
              <a:avLst/>
            </a:prstGeom>
            <a:noFill/>
            <a:ln w="6350" cap="rnd" cmpd="sng" algn="ctr">
              <a:solidFill>
                <a:srgbClr val="E9D6F2">
                  <a:alpha val="43922"/>
                </a:srgbClr>
              </a:solidFill>
              <a:prstDash val="solid"/>
              <a:round/>
            </a:ln>
            <a:effectLst/>
          </p:spPr>
        </p:cxnSp>
        <p:cxnSp>
          <p:nvCxnSpPr>
            <p:cNvPr id="292" name="小李PPT11-15">
              <a:extLst>
                <a:ext uri="{FF2B5EF4-FFF2-40B4-BE49-F238E27FC236}">
                  <a16:creationId xmlns:a16="http://schemas.microsoft.com/office/drawing/2014/main" id="{1B0613AC-5DAE-A539-F142-5B4B136F0118}"/>
                </a:ext>
              </a:extLst>
            </p:cNvPr>
            <p:cNvCxnSpPr/>
            <p:nvPr/>
          </p:nvCxnSpPr>
          <p:spPr>
            <a:xfrm>
              <a:off x="0" y="5181294"/>
              <a:ext cx="12192000" cy="0"/>
            </a:xfrm>
            <a:prstGeom prst="line">
              <a:avLst/>
            </a:prstGeom>
            <a:noFill/>
            <a:ln w="6350" cap="rnd" cmpd="sng" algn="ctr">
              <a:solidFill>
                <a:srgbClr val="E9D6F2">
                  <a:alpha val="43922"/>
                </a:srgbClr>
              </a:solidFill>
              <a:prstDash val="solid"/>
              <a:round/>
            </a:ln>
            <a:effectLst/>
          </p:spPr>
        </p:cxnSp>
        <p:cxnSp>
          <p:nvCxnSpPr>
            <p:cNvPr id="293" name="小李PPT11-16">
              <a:extLst>
                <a:ext uri="{FF2B5EF4-FFF2-40B4-BE49-F238E27FC236}">
                  <a16:creationId xmlns:a16="http://schemas.microsoft.com/office/drawing/2014/main" id="{A82AC189-FB20-5A34-F29A-29BC661D40C1}"/>
                </a:ext>
              </a:extLst>
            </p:cNvPr>
            <p:cNvCxnSpPr/>
            <p:nvPr/>
          </p:nvCxnSpPr>
          <p:spPr>
            <a:xfrm>
              <a:off x="0" y="5530595"/>
              <a:ext cx="12192000" cy="0"/>
            </a:xfrm>
            <a:prstGeom prst="line">
              <a:avLst/>
            </a:prstGeom>
            <a:noFill/>
            <a:ln w="6350" cap="rnd" cmpd="sng" algn="ctr">
              <a:solidFill>
                <a:srgbClr val="E9D6F2">
                  <a:alpha val="43922"/>
                </a:srgbClr>
              </a:solidFill>
              <a:prstDash val="solid"/>
              <a:round/>
            </a:ln>
            <a:effectLst/>
          </p:spPr>
        </p:cxnSp>
        <p:cxnSp>
          <p:nvCxnSpPr>
            <p:cNvPr id="294" name="小李PPT11-17">
              <a:extLst>
                <a:ext uri="{FF2B5EF4-FFF2-40B4-BE49-F238E27FC236}">
                  <a16:creationId xmlns:a16="http://schemas.microsoft.com/office/drawing/2014/main" id="{76B83A31-2D9E-D7BD-CA39-2AE556A84190}"/>
                </a:ext>
              </a:extLst>
            </p:cNvPr>
            <p:cNvCxnSpPr/>
            <p:nvPr/>
          </p:nvCxnSpPr>
          <p:spPr>
            <a:xfrm rot="5400000">
              <a:off x="2180157" y="3429001"/>
              <a:ext cx="6857998" cy="0"/>
            </a:xfrm>
            <a:prstGeom prst="line">
              <a:avLst/>
            </a:prstGeom>
            <a:noFill/>
            <a:ln w="6350" cap="rnd" cmpd="sng" algn="ctr">
              <a:solidFill>
                <a:srgbClr val="E9D6F2">
                  <a:alpha val="43922"/>
                </a:srgbClr>
              </a:solidFill>
              <a:prstDash val="solid"/>
              <a:round/>
            </a:ln>
            <a:effectLst/>
          </p:spPr>
        </p:cxnSp>
        <p:cxnSp>
          <p:nvCxnSpPr>
            <p:cNvPr id="295" name="小李PPT11-18">
              <a:extLst>
                <a:ext uri="{FF2B5EF4-FFF2-40B4-BE49-F238E27FC236}">
                  <a16:creationId xmlns:a16="http://schemas.microsoft.com/office/drawing/2014/main" id="{895F1AE6-1ED3-945C-7DBD-11795EA54ABE}"/>
                </a:ext>
              </a:extLst>
            </p:cNvPr>
            <p:cNvCxnSpPr/>
            <p:nvPr/>
          </p:nvCxnSpPr>
          <p:spPr>
            <a:xfrm rot="5400000">
              <a:off x="1826337" y="3429001"/>
              <a:ext cx="6857998" cy="0"/>
            </a:xfrm>
            <a:prstGeom prst="line">
              <a:avLst/>
            </a:prstGeom>
            <a:noFill/>
            <a:ln w="6350" cap="rnd" cmpd="sng" algn="ctr">
              <a:solidFill>
                <a:srgbClr val="E9D6F2">
                  <a:alpha val="43922"/>
                </a:srgbClr>
              </a:solidFill>
              <a:prstDash val="solid"/>
              <a:round/>
            </a:ln>
            <a:effectLst/>
          </p:spPr>
        </p:cxnSp>
        <p:cxnSp>
          <p:nvCxnSpPr>
            <p:cNvPr id="296" name="小李PPT11-19">
              <a:extLst>
                <a:ext uri="{FF2B5EF4-FFF2-40B4-BE49-F238E27FC236}">
                  <a16:creationId xmlns:a16="http://schemas.microsoft.com/office/drawing/2014/main" id="{762323E0-65C1-CE4A-4F8F-B2AA3BD5F737}"/>
                </a:ext>
              </a:extLst>
            </p:cNvPr>
            <p:cNvCxnSpPr/>
            <p:nvPr/>
          </p:nvCxnSpPr>
          <p:spPr>
            <a:xfrm rot="5400000">
              <a:off x="1472518" y="3429001"/>
              <a:ext cx="6857998" cy="0"/>
            </a:xfrm>
            <a:prstGeom prst="line">
              <a:avLst/>
            </a:prstGeom>
            <a:noFill/>
            <a:ln w="6350" cap="rnd" cmpd="sng" algn="ctr">
              <a:solidFill>
                <a:srgbClr val="E9D6F2">
                  <a:alpha val="43922"/>
                </a:srgbClr>
              </a:solidFill>
              <a:prstDash val="solid"/>
              <a:round/>
            </a:ln>
            <a:effectLst/>
          </p:spPr>
        </p:cxnSp>
        <p:cxnSp>
          <p:nvCxnSpPr>
            <p:cNvPr id="297" name="小李PPT11-20">
              <a:extLst>
                <a:ext uri="{FF2B5EF4-FFF2-40B4-BE49-F238E27FC236}">
                  <a16:creationId xmlns:a16="http://schemas.microsoft.com/office/drawing/2014/main" id="{F16FA46A-61DA-8608-A3F1-EB417B6C7478}"/>
                </a:ext>
              </a:extLst>
            </p:cNvPr>
            <p:cNvCxnSpPr/>
            <p:nvPr/>
          </p:nvCxnSpPr>
          <p:spPr>
            <a:xfrm rot="5400000">
              <a:off x="1118698" y="3429001"/>
              <a:ext cx="6857998" cy="0"/>
            </a:xfrm>
            <a:prstGeom prst="line">
              <a:avLst/>
            </a:prstGeom>
            <a:noFill/>
            <a:ln w="6350" cap="rnd" cmpd="sng" algn="ctr">
              <a:solidFill>
                <a:srgbClr val="E9D6F2">
                  <a:alpha val="43922"/>
                </a:srgbClr>
              </a:solidFill>
              <a:prstDash val="solid"/>
              <a:round/>
            </a:ln>
            <a:effectLst/>
          </p:spPr>
        </p:cxnSp>
        <p:cxnSp>
          <p:nvCxnSpPr>
            <p:cNvPr id="298" name="小李PPT11-21">
              <a:extLst>
                <a:ext uri="{FF2B5EF4-FFF2-40B4-BE49-F238E27FC236}">
                  <a16:creationId xmlns:a16="http://schemas.microsoft.com/office/drawing/2014/main" id="{837CC4D4-E4DB-55F1-C903-5BAFBE536376}"/>
                </a:ext>
              </a:extLst>
            </p:cNvPr>
            <p:cNvCxnSpPr/>
            <p:nvPr/>
          </p:nvCxnSpPr>
          <p:spPr>
            <a:xfrm rot="5400000">
              <a:off x="764879" y="3429001"/>
              <a:ext cx="6857998" cy="0"/>
            </a:xfrm>
            <a:prstGeom prst="line">
              <a:avLst/>
            </a:prstGeom>
            <a:noFill/>
            <a:ln w="6350" cap="rnd" cmpd="sng" algn="ctr">
              <a:solidFill>
                <a:srgbClr val="E9D6F2">
                  <a:alpha val="43922"/>
                </a:srgbClr>
              </a:solidFill>
              <a:prstDash val="solid"/>
              <a:round/>
            </a:ln>
            <a:effectLst/>
          </p:spPr>
        </p:cxnSp>
        <p:cxnSp>
          <p:nvCxnSpPr>
            <p:cNvPr id="299" name="小李PPT11-22">
              <a:extLst>
                <a:ext uri="{FF2B5EF4-FFF2-40B4-BE49-F238E27FC236}">
                  <a16:creationId xmlns:a16="http://schemas.microsoft.com/office/drawing/2014/main" id="{A18F6059-82B4-C7AD-5331-2ACCF967110E}"/>
                </a:ext>
              </a:extLst>
            </p:cNvPr>
            <p:cNvCxnSpPr/>
            <p:nvPr/>
          </p:nvCxnSpPr>
          <p:spPr>
            <a:xfrm rot="5400000">
              <a:off x="411061" y="3429001"/>
              <a:ext cx="6857998" cy="0"/>
            </a:xfrm>
            <a:prstGeom prst="line">
              <a:avLst/>
            </a:prstGeom>
            <a:noFill/>
            <a:ln w="6350" cap="rnd" cmpd="sng" algn="ctr">
              <a:solidFill>
                <a:srgbClr val="E9D6F2">
                  <a:alpha val="43922"/>
                </a:srgbClr>
              </a:solidFill>
              <a:prstDash val="solid"/>
              <a:round/>
            </a:ln>
            <a:effectLst/>
          </p:spPr>
        </p:cxnSp>
        <p:cxnSp>
          <p:nvCxnSpPr>
            <p:cNvPr id="300" name="小李PPT11-23">
              <a:extLst>
                <a:ext uri="{FF2B5EF4-FFF2-40B4-BE49-F238E27FC236}">
                  <a16:creationId xmlns:a16="http://schemas.microsoft.com/office/drawing/2014/main" id="{A9A85CAC-8B8C-CFE6-AB4A-7F43E4A9D781}"/>
                </a:ext>
              </a:extLst>
            </p:cNvPr>
            <p:cNvCxnSpPr/>
            <p:nvPr/>
          </p:nvCxnSpPr>
          <p:spPr>
            <a:xfrm rot="5400000">
              <a:off x="57241" y="3429001"/>
              <a:ext cx="6857998" cy="0"/>
            </a:xfrm>
            <a:prstGeom prst="line">
              <a:avLst/>
            </a:prstGeom>
            <a:noFill/>
            <a:ln w="6350" cap="rnd" cmpd="sng" algn="ctr">
              <a:solidFill>
                <a:srgbClr val="E9D6F2">
                  <a:alpha val="43922"/>
                </a:srgbClr>
              </a:solidFill>
              <a:prstDash val="solid"/>
              <a:round/>
            </a:ln>
            <a:effectLst/>
          </p:spPr>
        </p:cxnSp>
        <p:cxnSp>
          <p:nvCxnSpPr>
            <p:cNvPr id="301" name="小李PPT11-24">
              <a:extLst>
                <a:ext uri="{FF2B5EF4-FFF2-40B4-BE49-F238E27FC236}">
                  <a16:creationId xmlns:a16="http://schemas.microsoft.com/office/drawing/2014/main" id="{A084D740-B9DB-BA65-905B-6C99371D7667}"/>
                </a:ext>
              </a:extLst>
            </p:cNvPr>
            <p:cNvCxnSpPr/>
            <p:nvPr/>
          </p:nvCxnSpPr>
          <p:spPr>
            <a:xfrm rot="5400000">
              <a:off x="-296578" y="3429001"/>
              <a:ext cx="6857998" cy="0"/>
            </a:xfrm>
            <a:prstGeom prst="line">
              <a:avLst/>
            </a:prstGeom>
            <a:noFill/>
            <a:ln w="6350" cap="rnd" cmpd="sng" algn="ctr">
              <a:solidFill>
                <a:srgbClr val="E9D6F2">
                  <a:alpha val="43922"/>
                </a:srgbClr>
              </a:solidFill>
              <a:prstDash val="solid"/>
              <a:round/>
            </a:ln>
            <a:effectLst/>
          </p:spPr>
        </p:cxnSp>
        <p:cxnSp>
          <p:nvCxnSpPr>
            <p:cNvPr id="302" name="小李PPT11-25">
              <a:extLst>
                <a:ext uri="{FF2B5EF4-FFF2-40B4-BE49-F238E27FC236}">
                  <a16:creationId xmlns:a16="http://schemas.microsoft.com/office/drawing/2014/main" id="{4BC52A2B-58EE-7F90-8026-B11F33CD56A7}"/>
                </a:ext>
              </a:extLst>
            </p:cNvPr>
            <p:cNvCxnSpPr/>
            <p:nvPr/>
          </p:nvCxnSpPr>
          <p:spPr>
            <a:xfrm rot="5400000">
              <a:off x="-650398" y="3429001"/>
              <a:ext cx="6857998" cy="0"/>
            </a:xfrm>
            <a:prstGeom prst="line">
              <a:avLst/>
            </a:prstGeom>
            <a:noFill/>
            <a:ln w="6350" cap="rnd" cmpd="sng" algn="ctr">
              <a:solidFill>
                <a:srgbClr val="E9D6F2">
                  <a:alpha val="43922"/>
                </a:srgbClr>
              </a:solidFill>
              <a:prstDash val="solid"/>
              <a:round/>
            </a:ln>
            <a:effectLst/>
          </p:spPr>
        </p:cxnSp>
        <p:cxnSp>
          <p:nvCxnSpPr>
            <p:cNvPr id="303" name="小李PPT11-26">
              <a:extLst>
                <a:ext uri="{FF2B5EF4-FFF2-40B4-BE49-F238E27FC236}">
                  <a16:creationId xmlns:a16="http://schemas.microsoft.com/office/drawing/2014/main" id="{A6CBAFE8-1219-FADF-D00C-CEF2C972633A}"/>
                </a:ext>
              </a:extLst>
            </p:cNvPr>
            <p:cNvCxnSpPr/>
            <p:nvPr/>
          </p:nvCxnSpPr>
          <p:spPr>
            <a:xfrm rot="5400000">
              <a:off x="-1004217" y="3429001"/>
              <a:ext cx="6857998" cy="0"/>
            </a:xfrm>
            <a:prstGeom prst="line">
              <a:avLst/>
            </a:prstGeom>
            <a:noFill/>
            <a:ln w="6350" cap="rnd" cmpd="sng" algn="ctr">
              <a:solidFill>
                <a:srgbClr val="E9D6F2">
                  <a:alpha val="43922"/>
                </a:srgbClr>
              </a:solidFill>
              <a:prstDash val="solid"/>
              <a:round/>
            </a:ln>
            <a:effectLst/>
          </p:spPr>
        </p:cxnSp>
        <p:cxnSp>
          <p:nvCxnSpPr>
            <p:cNvPr id="304" name="小李PPT11-27">
              <a:extLst>
                <a:ext uri="{FF2B5EF4-FFF2-40B4-BE49-F238E27FC236}">
                  <a16:creationId xmlns:a16="http://schemas.microsoft.com/office/drawing/2014/main" id="{DF86F9CC-48C5-E7C3-9A84-2BB52248DB1E}"/>
                </a:ext>
              </a:extLst>
            </p:cNvPr>
            <p:cNvCxnSpPr/>
            <p:nvPr/>
          </p:nvCxnSpPr>
          <p:spPr>
            <a:xfrm rot="5400000">
              <a:off x="-1358036" y="3429001"/>
              <a:ext cx="6857998" cy="0"/>
            </a:xfrm>
            <a:prstGeom prst="line">
              <a:avLst/>
            </a:prstGeom>
            <a:noFill/>
            <a:ln w="6350" cap="rnd" cmpd="sng" algn="ctr">
              <a:solidFill>
                <a:srgbClr val="E9D6F2">
                  <a:alpha val="43922"/>
                </a:srgbClr>
              </a:solidFill>
              <a:prstDash val="solid"/>
              <a:round/>
            </a:ln>
            <a:effectLst/>
          </p:spPr>
        </p:cxnSp>
        <p:cxnSp>
          <p:nvCxnSpPr>
            <p:cNvPr id="305" name="小李PPT11-28">
              <a:extLst>
                <a:ext uri="{FF2B5EF4-FFF2-40B4-BE49-F238E27FC236}">
                  <a16:creationId xmlns:a16="http://schemas.microsoft.com/office/drawing/2014/main" id="{634DDDD0-AD3A-E164-6A22-7EA73F0DF471}"/>
                </a:ext>
              </a:extLst>
            </p:cNvPr>
            <p:cNvCxnSpPr/>
            <p:nvPr/>
          </p:nvCxnSpPr>
          <p:spPr>
            <a:xfrm rot="5400000">
              <a:off x="-1711856" y="3429001"/>
              <a:ext cx="6857998" cy="0"/>
            </a:xfrm>
            <a:prstGeom prst="line">
              <a:avLst/>
            </a:prstGeom>
            <a:noFill/>
            <a:ln w="6350" cap="rnd" cmpd="sng" algn="ctr">
              <a:solidFill>
                <a:srgbClr val="E9D6F2">
                  <a:alpha val="43922"/>
                </a:srgbClr>
              </a:solidFill>
              <a:prstDash val="solid"/>
              <a:round/>
            </a:ln>
            <a:effectLst/>
          </p:spPr>
        </p:cxnSp>
        <p:cxnSp>
          <p:nvCxnSpPr>
            <p:cNvPr id="306" name="小李PPT11-29">
              <a:extLst>
                <a:ext uri="{FF2B5EF4-FFF2-40B4-BE49-F238E27FC236}">
                  <a16:creationId xmlns:a16="http://schemas.microsoft.com/office/drawing/2014/main" id="{E8411CF7-545D-7752-3880-A26682214D26}"/>
                </a:ext>
              </a:extLst>
            </p:cNvPr>
            <p:cNvCxnSpPr/>
            <p:nvPr/>
          </p:nvCxnSpPr>
          <p:spPr>
            <a:xfrm rot="5400000">
              <a:off x="-2065675" y="3429001"/>
              <a:ext cx="6857998" cy="0"/>
            </a:xfrm>
            <a:prstGeom prst="line">
              <a:avLst/>
            </a:prstGeom>
            <a:noFill/>
            <a:ln w="6350" cap="rnd" cmpd="sng" algn="ctr">
              <a:solidFill>
                <a:srgbClr val="E9D6F2">
                  <a:alpha val="43922"/>
                </a:srgbClr>
              </a:solidFill>
              <a:prstDash val="solid"/>
              <a:round/>
            </a:ln>
            <a:effectLst/>
          </p:spPr>
        </p:cxnSp>
        <p:cxnSp>
          <p:nvCxnSpPr>
            <p:cNvPr id="307" name="小李PPT11-30">
              <a:extLst>
                <a:ext uri="{FF2B5EF4-FFF2-40B4-BE49-F238E27FC236}">
                  <a16:creationId xmlns:a16="http://schemas.microsoft.com/office/drawing/2014/main" id="{9C9BE50B-BAF8-F983-8B86-ADF4C2A49155}"/>
                </a:ext>
              </a:extLst>
            </p:cNvPr>
            <p:cNvCxnSpPr/>
            <p:nvPr/>
          </p:nvCxnSpPr>
          <p:spPr>
            <a:xfrm rot="5400000">
              <a:off x="-2419495" y="3429001"/>
              <a:ext cx="6857998" cy="0"/>
            </a:xfrm>
            <a:prstGeom prst="line">
              <a:avLst/>
            </a:prstGeom>
            <a:noFill/>
            <a:ln w="6350" cap="rnd" cmpd="sng" algn="ctr">
              <a:solidFill>
                <a:srgbClr val="E9D6F2">
                  <a:alpha val="43922"/>
                </a:srgbClr>
              </a:solidFill>
              <a:prstDash val="solid"/>
              <a:round/>
            </a:ln>
            <a:effectLst/>
          </p:spPr>
        </p:cxnSp>
        <p:cxnSp>
          <p:nvCxnSpPr>
            <p:cNvPr id="308" name="小李PPT11-31">
              <a:extLst>
                <a:ext uri="{FF2B5EF4-FFF2-40B4-BE49-F238E27FC236}">
                  <a16:creationId xmlns:a16="http://schemas.microsoft.com/office/drawing/2014/main" id="{207652CB-EEE9-9E62-ED0C-C5538C2293AA}"/>
                </a:ext>
              </a:extLst>
            </p:cNvPr>
            <p:cNvCxnSpPr/>
            <p:nvPr/>
          </p:nvCxnSpPr>
          <p:spPr>
            <a:xfrm rot="5400000">
              <a:off x="-2773314" y="3429001"/>
              <a:ext cx="6857998" cy="0"/>
            </a:xfrm>
            <a:prstGeom prst="line">
              <a:avLst/>
            </a:prstGeom>
            <a:noFill/>
            <a:ln w="6350" cap="rnd" cmpd="sng" algn="ctr">
              <a:solidFill>
                <a:srgbClr val="E9D6F2">
                  <a:alpha val="43922"/>
                </a:srgbClr>
              </a:solidFill>
              <a:prstDash val="solid"/>
              <a:round/>
            </a:ln>
            <a:effectLst/>
          </p:spPr>
        </p:cxnSp>
        <p:cxnSp>
          <p:nvCxnSpPr>
            <p:cNvPr id="309" name="小李PPT11-32">
              <a:extLst>
                <a:ext uri="{FF2B5EF4-FFF2-40B4-BE49-F238E27FC236}">
                  <a16:creationId xmlns:a16="http://schemas.microsoft.com/office/drawing/2014/main" id="{6E042C72-6234-B5FE-0F29-46E45950958C}"/>
                </a:ext>
              </a:extLst>
            </p:cNvPr>
            <p:cNvCxnSpPr/>
            <p:nvPr/>
          </p:nvCxnSpPr>
          <p:spPr>
            <a:xfrm rot="5400000">
              <a:off x="-3127134" y="3429001"/>
              <a:ext cx="6857998" cy="0"/>
            </a:xfrm>
            <a:prstGeom prst="line">
              <a:avLst/>
            </a:prstGeom>
            <a:noFill/>
            <a:ln w="6350" cap="rnd" cmpd="sng" algn="ctr">
              <a:solidFill>
                <a:srgbClr val="E9D6F2">
                  <a:alpha val="43922"/>
                </a:srgbClr>
              </a:solidFill>
              <a:prstDash val="solid"/>
              <a:round/>
            </a:ln>
            <a:effectLst/>
          </p:spPr>
        </p:cxnSp>
        <p:cxnSp>
          <p:nvCxnSpPr>
            <p:cNvPr id="310" name="小李PPT11-33">
              <a:extLst>
                <a:ext uri="{FF2B5EF4-FFF2-40B4-BE49-F238E27FC236}">
                  <a16:creationId xmlns:a16="http://schemas.microsoft.com/office/drawing/2014/main" id="{049B3365-36B4-07A8-6740-9088C537C85B}"/>
                </a:ext>
              </a:extLst>
            </p:cNvPr>
            <p:cNvCxnSpPr/>
            <p:nvPr/>
          </p:nvCxnSpPr>
          <p:spPr>
            <a:xfrm rot="5400000">
              <a:off x="6781801" y="3429001"/>
              <a:ext cx="6857998" cy="0"/>
            </a:xfrm>
            <a:prstGeom prst="line">
              <a:avLst/>
            </a:prstGeom>
            <a:noFill/>
            <a:ln w="6350" cap="rnd" cmpd="sng" algn="ctr">
              <a:solidFill>
                <a:srgbClr val="E9D6F2">
                  <a:alpha val="43922"/>
                </a:srgbClr>
              </a:solidFill>
              <a:prstDash val="solid"/>
              <a:round/>
            </a:ln>
            <a:effectLst/>
          </p:spPr>
        </p:cxnSp>
        <p:cxnSp>
          <p:nvCxnSpPr>
            <p:cNvPr id="311" name="小李PPT11-34">
              <a:extLst>
                <a:ext uri="{FF2B5EF4-FFF2-40B4-BE49-F238E27FC236}">
                  <a16:creationId xmlns:a16="http://schemas.microsoft.com/office/drawing/2014/main" id="{420CD8AD-E89C-827A-ABCF-1CEBFF0419BA}"/>
                </a:ext>
              </a:extLst>
            </p:cNvPr>
            <p:cNvCxnSpPr/>
            <p:nvPr/>
          </p:nvCxnSpPr>
          <p:spPr>
            <a:xfrm rot="5400000">
              <a:off x="6427982" y="3429001"/>
              <a:ext cx="6857998" cy="0"/>
            </a:xfrm>
            <a:prstGeom prst="line">
              <a:avLst/>
            </a:prstGeom>
            <a:noFill/>
            <a:ln w="6350" cap="rnd" cmpd="sng" algn="ctr">
              <a:solidFill>
                <a:srgbClr val="E9D6F2">
                  <a:alpha val="43922"/>
                </a:srgbClr>
              </a:solidFill>
              <a:prstDash val="solid"/>
              <a:round/>
            </a:ln>
            <a:effectLst/>
          </p:spPr>
        </p:cxnSp>
        <p:cxnSp>
          <p:nvCxnSpPr>
            <p:cNvPr id="312" name="小李PPT11-35">
              <a:extLst>
                <a:ext uri="{FF2B5EF4-FFF2-40B4-BE49-F238E27FC236}">
                  <a16:creationId xmlns:a16="http://schemas.microsoft.com/office/drawing/2014/main" id="{137F6894-5BEE-7333-0AA7-51A1C2BAD20B}"/>
                </a:ext>
              </a:extLst>
            </p:cNvPr>
            <p:cNvCxnSpPr/>
            <p:nvPr/>
          </p:nvCxnSpPr>
          <p:spPr>
            <a:xfrm rot="5400000">
              <a:off x="6074162" y="3429001"/>
              <a:ext cx="6857998" cy="0"/>
            </a:xfrm>
            <a:prstGeom prst="line">
              <a:avLst/>
            </a:prstGeom>
            <a:noFill/>
            <a:ln w="6350" cap="rnd" cmpd="sng" algn="ctr">
              <a:solidFill>
                <a:srgbClr val="E9D6F2">
                  <a:alpha val="43922"/>
                </a:srgbClr>
              </a:solidFill>
              <a:prstDash val="solid"/>
              <a:round/>
            </a:ln>
            <a:effectLst/>
          </p:spPr>
        </p:cxnSp>
        <p:cxnSp>
          <p:nvCxnSpPr>
            <p:cNvPr id="313" name="小李PPT11-36">
              <a:extLst>
                <a:ext uri="{FF2B5EF4-FFF2-40B4-BE49-F238E27FC236}">
                  <a16:creationId xmlns:a16="http://schemas.microsoft.com/office/drawing/2014/main" id="{277488F4-28EB-DBB0-868B-C75D2ED71605}"/>
                </a:ext>
              </a:extLst>
            </p:cNvPr>
            <p:cNvCxnSpPr/>
            <p:nvPr/>
          </p:nvCxnSpPr>
          <p:spPr>
            <a:xfrm rot="5400000">
              <a:off x="5720343" y="3429001"/>
              <a:ext cx="6857998" cy="0"/>
            </a:xfrm>
            <a:prstGeom prst="line">
              <a:avLst/>
            </a:prstGeom>
            <a:noFill/>
            <a:ln w="6350" cap="rnd" cmpd="sng" algn="ctr">
              <a:solidFill>
                <a:srgbClr val="E9D6F2">
                  <a:alpha val="43922"/>
                </a:srgbClr>
              </a:solidFill>
              <a:prstDash val="solid"/>
              <a:round/>
            </a:ln>
            <a:effectLst/>
          </p:spPr>
        </p:cxnSp>
        <p:cxnSp>
          <p:nvCxnSpPr>
            <p:cNvPr id="314" name="小李PPT11-37">
              <a:extLst>
                <a:ext uri="{FF2B5EF4-FFF2-40B4-BE49-F238E27FC236}">
                  <a16:creationId xmlns:a16="http://schemas.microsoft.com/office/drawing/2014/main" id="{87F177A2-A3F1-22FA-9DBD-ABFD01923873}"/>
                </a:ext>
              </a:extLst>
            </p:cNvPr>
            <p:cNvCxnSpPr/>
            <p:nvPr/>
          </p:nvCxnSpPr>
          <p:spPr>
            <a:xfrm rot="5400000">
              <a:off x="5366523" y="3429001"/>
              <a:ext cx="6857998" cy="0"/>
            </a:xfrm>
            <a:prstGeom prst="line">
              <a:avLst/>
            </a:prstGeom>
            <a:noFill/>
            <a:ln w="6350" cap="sq" cmpd="dbl" algn="ctr">
              <a:solidFill>
                <a:srgbClr val="E9D6F2">
                  <a:alpha val="43922"/>
                </a:srgbClr>
              </a:solidFill>
              <a:prstDash val="solid"/>
              <a:round/>
            </a:ln>
            <a:effectLst/>
          </p:spPr>
        </p:cxnSp>
        <p:cxnSp>
          <p:nvCxnSpPr>
            <p:cNvPr id="315" name="小李PPT11-38">
              <a:extLst>
                <a:ext uri="{FF2B5EF4-FFF2-40B4-BE49-F238E27FC236}">
                  <a16:creationId xmlns:a16="http://schemas.microsoft.com/office/drawing/2014/main" id="{0AECCCE5-CE1D-767C-75D0-BAF3B6E005EE}"/>
                </a:ext>
              </a:extLst>
            </p:cNvPr>
            <p:cNvCxnSpPr/>
            <p:nvPr/>
          </p:nvCxnSpPr>
          <p:spPr>
            <a:xfrm rot="5400000">
              <a:off x="5012704" y="3429001"/>
              <a:ext cx="6857998" cy="0"/>
            </a:xfrm>
            <a:prstGeom prst="line">
              <a:avLst/>
            </a:prstGeom>
            <a:noFill/>
            <a:ln w="6350" cap="rnd" cmpd="sng" algn="ctr">
              <a:solidFill>
                <a:srgbClr val="E9D6F2">
                  <a:alpha val="43922"/>
                </a:srgbClr>
              </a:solidFill>
              <a:prstDash val="solid"/>
              <a:round/>
            </a:ln>
            <a:effectLst/>
          </p:spPr>
        </p:cxnSp>
        <p:cxnSp>
          <p:nvCxnSpPr>
            <p:cNvPr id="316" name="小李PPT11-39">
              <a:extLst>
                <a:ext uri="{FF2B5EF4-FFF2-40B4-BE49-F238E27FC236}">
                  <a16:creationId xmlns:a16="http://schemas.microsoft.com/office/drawing/2014/main" id="{CB7F1A7A-E6A0-7A68-3F2B-34A01BDAC13B}"/>
                </a:ext>
              </a:extLst>
            </p:cNvPr>
            <p:cNvCxnSpPr/>
            <p:nvPr/>
          </p:nvCxnSpPr>
          <p:spPr>
            <a:xfrm rot="5400000">
              <a:off x="4658885" y="3429001"/>
              <a:ext cx="6857998" cy="0"/>
            </a:xfrm>
            <a:prstGeom prst="line">
              <a:avLst/>
            </a:prstGeom>
            <a:noFill/>
            <a:ln w="6350" cap="rnd" cmpd="sng" algn="ctr">
              <a:solidFill>
                <a:srgbClr val="E9D6F2">
                  <a:alpha val="43922"/>
                </a:srgbClr>
              </a:solidFill>
              <a:prstDash val="solid"/>
              <a:round/>
            </a:ln>
            <a:effectLst/>
          </p:spPr>
        </p:cxnSp>
        <p:cxnSp>
          <p:nvCxnSpPr>
            <p:cNvPr id="317" name="小李PPT11-40">
              <a:extLst>
                <a:ext uri="{FF2B5EF4-FFF2-40B4-BE49-F238E27FC236}">
                  <a16:creationId xmlns:a16="http://schemas.microsoft.com/office/drawing/2014/main" id="{9E312751-11DF-6422-C789-4B449ADC5DE9}"/>
                </a:ext>
              </a:extLst>
            </p:cNvPr>
            <p:cNvCxnSpPr/>
            <p:nvPr/>
          </p:nvCxnSpPr>
          <p:spPr>
            <a:xfrm rot="5400000">
              <a:off x="4305065" y="3429001"/>
              <a:ext cx="6857998" cy="0"/>
            </a:xfrm>
            <a:prstGeom prst="line">
              <a:avLst/>
            </a:prstGeom>
            <a:noFill/>
            <a:ln w="6350" cap="rnd" cmpd="sng" algn="ctr">
              <a:solidFill>
                <a:srgbClr val="E9D6F2">
                  <a:alpha val="43922"/>
                </a:srgbClr>
              </a:solidFill>
              <a:prstDash val="solid"/>
              <a:round/>
            </a:ln>
            <a:effectLst/>
          </p:spPr>
        </p:cxnSp>
        <p:cxnSp>
          <p:nvCxnSpPr>
            <p:cNvPr id="318" name="小李PPT11-41">
              <a:extLst>
                <a:ext uri="{FF2B5EF4-FFF2-40B4-BE49-F238E27FC236}">
                  <a16:creationId xmlns:a16="http://schemas.microsoft.com/office/drawing/2014/main" id="{F61C06DF-F39E-C689-56B9-7D96478DB0A2}"/>
                </a:ext>
              </a:extLst>
            </p:cNvPr>
            <p:cNvCxnSpPr/>
            <p:nvPr/>
          </p:nvCxnSpPr>
          <p:spPr>
            <a:xfrm rot="5400000">
              <a:off x="3951246" y="3429001"/>
              <a:ext cx="6857998" cy="0"/>
            </a:xfrm>
            <a:prstGeom prst="line">
              <a:avLst/>
            </a:prstGeom>
            <a:noFill/>
            <a:ln w="6350" cap="rnd" cmpd="sng" algn="ctr">
              <a:solidFill>
                <a:srgbClr val="E9D6F2">
                  <a:alpha val="43922"/>
                </a:srgbClr>
              </a:solidFill>
              <a:prstDash val="solid"/>
              <a:round/>
            </a:ln>
            <a:effectLst/>
          </p:spPr>
        </p:cxnSp>
        <p:cxnSp>
          <p:nvCxnSpPr>
            <p:cNvPr id="319" name="小李PPT11-42">
              <a:extLst>
                <a:ext uri="{FF2B5EF4-FFF2-40B4-BE49-F238E27FC236}">
                  <a16:creationId xmlns:a16="http://schemas.microsoft.com/office/drawing/2014/main" id="{821DE1F9-6A60-BD97-B7F4-92D265C76E6E}"/>
                </a:ext>
              </a:extLst>
            </p:cNvPr>
            <p:cNvCxnSpPr/>
            <p:nvPr/>
          </p:nvCxnSpPr>
          <p:spPr>
            <a:xfrm rot="5400000">
              <a:off x="3597426" y="3429001"/>
              <a:ext cx="6857998" cy="0"/>
            </a:xfrm>
            <a:prstGeom prst="line">
              <a:avLst/>
            </a:prstGeom>
            <a:noFill/>
            <a:ln w="6350" cap="rnd" cmpd="sng" algn="ctr">
              <a:solidFill>
                <a:srgbClr val="E9D6F2">
                  <a:alpha val="43922"/>
                </a:srgbClr>
              </a:solidFill>
              <a:prstDash val="solid"/>
              <a:round/>
            </a:ln>
            <a:effectLst/>
          </p:spPr>
        </p:cxnSp>
        <p:cxnSp>
          <p:nvCxnSpPr>
            <p:cNvPr id="320" name="小李PPT11-43">
              <a:extLst>
                <a:ext uri="{FF2B5EF4-FFF2-40B4-BE49-F238E27FC236}">
                  <a16:creationId xmlns:a16="http://schemas.microsoft.com/office/drawing/2014/main" id="{4DC49DD9-18C9-B5B1-AFC4-AAECE95C9F41}"/>
                </a:ext>
              </a:extLst>
            </p:cNvPr>
            <p:cNvCxnSpPr/>
            <p:nvPr/>
          </p:nvCxnSpPr>
          <p:spPr>
            <a:xfrm rot="5400000">
              <a:off x="3243607" y="3429001"/>
              <a:ext cx="6857998" cy="0"/>
            </a:xfrm>
            <a:prstGeom prst="line">
              <a:avLst/>
            </a:prstGeom>
            <a:noFill/>
            <a:ln w="6350" cap="rnd" cmpd="sng" algn="ctr">
              <a:solidFill>
                <a:srgbClr val="E9D6F2">
                  <a:alpha val="43922"/>
                </a:srgbClr>
              </a:solidFill>
              <a:prstDash val="solid"/>
              <a:round/>
            </a:ln>
            <a:effectLst/>
          </p:spPr>
        </p:cxnSp>
        <p:cxnSp>
          <p:nvCxnSpPr>
            <p:cNvPr id="321" name="小李PPT11-44">
              <a:extLst>
                <a:ext uri="{FF2B5EF4-FFF2-40B4-BE49-F238E27FC236}">
                  <a16:creationId xmlns:a16="http://schemas.microsoft.com/office/drawing/2014/main" id="{7F79D255-A1F0-9774-6C70-8389D2C97FDF}"/>
                </a:ext>
              </a:extLst>
            </p:cNvPr>
            <p:cNvCxnSpPr/>
            <p:nvPr/>
          </p:nvCxnSpPr>
          <p:spPr>
            <a:xfrm rot="5400000">
              <a:off x="2889789" y="3429001"/>
              <a:ext cx="6857998" cy="0"/>
            </a:xfrm>
            <a:prstGeom prst="line">
              <a:avLst/>
            </a:prstGeom>
            <a:noFill/>
            <a:ln w="6350" cap="rnd" cmpd="sng" algn="ctr">
              <a:solidFill>
                <a:srgbClr val="E9D6F2">
                  <a:alpha val="43922"/>
                </a:srgbClr>
              </a:solidFill>
              <a:prstDash val="solid"/>
              <a:round/>
            </a:ln>
            <a:effectLst/>
          </p:spPr>
        </p:cxnSp>
        <p:cxnSp>
          <p:nvCxnSpPr>
            <p:cNvPr id="322" name="小李PPT11-45">
              <a:extLst>
                <a:ext uri="{FF2B5EF4-FFF2-40B4-BE49-F238E27FC236}">
                  <a16:creationId xmlns:a16="http://schemas.microsoft.com/office/drawing/2014/main" id="{AF475B96-315D-746A-65A7-19DC016186CA}"/>
                </a:ext>
              </a:extLst>
            </p:cNvPr>
            <p:cNvCxnSpPr/>
            <p:nvPr/>
          </p:nvCxnSpPr>
          <p:spPr>
            <a:xfrm rot="5400000">
              <a:off x="2535969" y="3429001"/>
              <a:ext cx="6857998" cy="0"/>
            </a:xfrm>
            <a:prstGeom prst="line">
              <a:avLst/>
            </a:prstGeom>
            <a:noFill/>
            <a:ln w="6350" cap="rnd" cmpd="sng" algn="ctr">
              <a:solidFill>
                <a:srgbClr val="E9D6F2">
                  <a:alpha val="43922"/>
                </a:srgbClr>
              </a:solidFill>
              <a:prstDash val="solid"/>
              <a:round/>
            </a:ln>
            <a:effectLst/>
          </p:spPr>
        </p:cxnSp>
        <p:cxnSp>
          <p:nvCxnSpPr>
            <p:cNvPr id="323" name="小李PPT11-46">
              <a:extLst>
                <a:ext uri="{FF2B5EF4-FFF2-40B4-BE49-F238E27FC236}">
                  <a16:creationId xmlns:a16="http://schemas.microsoft.com/office/drawing/2014/main" id="{781B8F5A-DC8E-1A21-CDAF-9A4AC6FE1570}"/>
                </a:ext>
              </a:extLst>
            </p:cNvPr>
            <p:cNvCxnSpPr/>
            <p:nvPr/>
          </p:nvCxnSpPr>
          <p:spPr>
            <a:xfrm>
              <a:off x="0" y="5868315"/>
              <a:ext cx="12192000" cy="0"/>
            </a:xfrm>
            <a:prstGeom prst="line">
              <a:avLst/>
            </a:prstGeom>
            <a:noFill/>
            <a:ln w="6350" cap="rnd" cmpd="sng" algn="ctr">
              <a:solidFill>
                <a:srgbClr val="E9D6F2">
                  <a:alpha val="43922"/>
                </a:srgbClr>
              </a:solidFill>
              <a:prstDash val="solid"/>
              <a:round/>
            </a:ln>
            <a:effectLst/>
          </p:spPr>
        </p:cxnSp>
        <p:cxnSp>
          <p:nvCxnSpPr>
            <p:cNvPr id="324" name="小李PPT11-47">
              <a:extLst>
                <a:ext uri="{FF2B5EF4-FFF2-40B4-BE49-F238E27FC236}">
                  <a16:creationId xmlns:a16="http://schemas.microsoft.com/office/drawing/2014/main" id="{96479C3C-8F94-6780-E275-3B6ACB320E08}"/>
                </a:ext>
              </a:extLst>
            </p:cNvPr>
            <p:cNvCxnSpPr/>
            <p:nvPr/>
          </p:nvCxnSpPr>
          <p:spPr>
            <a:xfrm>
              <a:off x="0" y="6217616"/>
              <a:ext cx="12192000" cy="0"/>
            </a:xfrm>
            <a:prstGeom prst="line">
              <a:avLst/>
            </a:prstGeom>
            <a:noFill/>
            <a:ln w="6350" cap="rnd" cmpd="sng" algn="ctr">
              <a:solidFill>
                <a:srgbClr val="E9D6F2">
                  <a:alpha val="43922"/>
                </a:srgbClr>
              </a:solidFill>
              <a:prstDash val="solid"/>
              <a:round/>
            </a:ln>
            <a:effectLst/>
          </p:spPr>
        </p:cxnSp>
        <p:cxnSp>
          <p:nvCxnSpPr>
            <p:cNvPr id="325" name="小李PPT11-48">
              <a:extLst>
                <a:ext uri="{FF2B5EF4-FFF2-40B4-BE49-F238E27FC236}">
                  <a16:creationId xmlns:a16="http://schemas.microsoft.com/office/drawing/2014/main" id="{E1E294E3-8556-D46B-FF78-3E32C6CFAC92}"/>
                </a:ext>
              </a:extLst>
            </p:cNvPr>
            <p:cNvCxnSpPr/>
            <p:nvPr/>
          </p:nvCxnSpPr>
          <p:spPr>
            <a:xfrm>
              <a:off x="0" y="6566917"/>
              <a:ext cx="12192000" cy="0"/>
            </a:xfrm>
            <a:prstGeom prst="line">
              <a:avLst/>
            </a:prstGeom>
            <a:noFill/>
            <a:ln w="6350" cap="rnd" cmpd="sng" algn="ctr">
              <a:solidFill>
                <a:srgbClr val="E9D6F2">
                  <a:alpha val="43922"/>
                </a:srgbClr>
              </a:solidFill>
              <a:prstDash val="solid"/>
              <a:round/>
            </a:ln>
            <a:effectLst/>
          </p:spPr>
        </p:cxnSp>
        <p:cxnSp>
          <p:nvCxnSpPr>
            <p:cNvPr id="326" name="小李PPT11-49">
              <a:extLst>
                <a:ext uri="{FF2B5EF4-FFF2-40B4-BE49-F238E27FC236}">
                  <a16:creationId xmlns:a16="http://schemas.microsoft.com/office/drawing/2014/main" id="{7346756B-3873-E60D-A288-7E9A8DFEA634}"/>
                </a:ext>
              </a:extLst>
            </p:cNvPr>
            <p:cNvCxnSpPr/>
            <p:nvPr/>
          </p:nvCxnSpPr>
          <p:spPr>
            <a:xfrm rot="5400000">
              <a:off x="8532255" y="3429001"/>
              <a:ext cx="6857998" cy="0"/>
            </a:xfrm>
            <a:prstGeom prst="line">
              <a:avLst/>
            </a:prstGeom>
            <a:noFill/>
            <a:ln w="6350" cap="rnd" cmpd="sng" algn="ctr">
              <a:solidFill>
                <a:srgbClr val="E9D6F2">
                  <a:alpha val="43922"/>
                </a:srgbClr>
              </a:solidFill>
              <a:prstDash val="solid"/>
              <a:round/>
            </a:ln>
            <a:effectLst/>
          </p:spPr>
        </p:cxnSp>
        <p:cxnSp>
          <p:nvCxnSpPr>
            <p:cNvPr id="327" name="小李PPT11-50">
              <a:extLst>
                <a:ext uri="{FF2B5EF4-FFF2-40B4-BE49-F238E27FC236}">
                  <a16:creationId xmlns:a16="http://schemas.microsoft.com/office/drawing/2014/main" id="{0A6E9455-03E3-BADC-DDE6-9A8E6C11EF94}"/>
                </a:ext>
              </a:extLst>
            </p:cNvPr>
            <p:cNvCxnSpPr/>
            <p:nvPr/>
          </p:nvCxnSpPr>
          <p:spPr>
            <a:xfrm rot="5400000">
              <a:off x="8178436" y="3429001"/>
              <a:ext cx="6857998" cy="0"/>
            </a:xfrm>
            <a:prstGeom prst="line">
              <a:avLst/>
            </a:prstGeom>
            <a:noFill/>
            <a:ln w="6350" cap="rnd" cmpd="sng" algn="ctr">
              <a:solidFill>
                <a:srgbClr val="E9D6F2">
                  <a:alpha val="43922"/>
                </a:srgbClr>
              </a:solidFill>
              <a:prstDash val="solid"/>
              <a:round/>
            </a:ln>
            <a:effectLst/>
          </p:spPr>
        </p:cxnSp>
        <p:cxnSp>
          <p:nvCxnSpPr>
            <p:cNvPr id="328" name="小李PPT11-51">
              <a:extLst>
                <a:ext uri="{FF2B5EF4-FFF2-40B4-BE49-F238E27FC236}">
                  <a16:creationId xmlns:a16="http://schemas.microsoft.com/office/drawing/2014/main" id="{2225C28C-74AF-D02A-A946-AF945155C451}"/>
                </a:ext>
              </a:extLst>
            </p:cNvPr>
            <p:cNvCxnSpPr/>
            <p:nvPr/>
          </p:nvCxnSpPr>
          <p:spPr>
            <a:xfrm rot="5400000">
              <a:off x="7824616" y="3429001"/>
              <a:ext cx="6857998" cy="0"/>
            </a:xfrm>
            <a:prstGeom prst="line">
              <a:avLst/>
            </a:prstGeom>
            <a:noFill/>
            <a:ln w="6350" cap="rnd" cmpd="sng" algn="ctr">
              <a:solidFill>
                <a:srgbClr val="E9D6F2">
                  <a:alpha val="43922"/>
                </a:srgbClr>
              </a:solidFill>
              <a:prstDash val="solid"/>
              <a:round/>
            </a:ln>
            <a:effectLst/>
          </p:spPr>
        </p:cxnSp>
        <p:cxnSp>
          <p:nvCxnSpPr>
            <p:cNvPr id="329" name="小李PPT11-52">
              <a:extLst>
                <a:ext uri="{FF2B5EF4-FFF2-40B4-BE49-F238E27FC236}">
                  <a16:creationId xmlns:a16="http://schemas.microsoft.com/office/drawing/2014/main" id="{36812C8E-00B0-954B-26D4-E52E0009D8D6}"/>
                </a:ext>
              </a:extLst>
            </p:cNvPr>
            <p:cNvCxnSpPr/>
            <p:nvPr/>
          </p:nvCxnSpPr>
          <p:spPr>
            <a:xfrm rot="5400000">
              <a:off x="7470797" y="3429001"/>
              <a:ext cx="6857998" cy="0"/>
            </a:xfrm>
            <a:prstGeom prst="line">
              <a:avLst/>
            </a:prstGeom>
            <a:noFill/>
            <a:ln w="6350" cap="rnd" cmpd="sng" algn="ctr">
              <a:solidFill>
                <a:srgbClr val="E9D6F2">
                  <a:alpha val="43922"/>
                </a:srgbClr>
              </a:solidFill>
              <a:prstDash val="solid"/>
              <a:round/>
            </a:ln>
            <a:effectLst/>
          </p:spPr>
        </p:cxnSp>
        <p:cxnSp>
          <p:nvCxnSpPr>
            <p:cNvPr id="330" name="小李PPT11-53">
              <a:extLst>
                <a:ext uri="{FF2B5EF4-FFF2-40B4-BE49-F238E27FC236}">
                  <a16:creationId xmlns:a16="http://schemas.microsoft.com/office/drawing/2014/main" id="{AAA0CBAD-C7A5-2E8C-B487-49E82FAF197F}"/>
                </a:ext>
              </a:extLst>
            </p:cNvPr>
            <p:cNvCxnSpPr/>
            <p:nvPr/>
          </p:nvCxnSpPr>
          <p:spPr>
            <a:xfrm rot="5400000">
              <a:off x="7116978" y="3429001"/>
              <a:ext cx="6857998" cy="0"/>
            </a:xfrm>
            <a:prstGeom prst="line">
              <a:avLst/>
            </a:prstGeom>
            <a:noFill/>
            <a:ln w="6350" cap="rnd" cmpd="sng" algn="ctr">
              <a:solidFill>
                <a:srgbClr val="E9D6F2">
                  <a:alpha val="43922"/>
                </a:srgbClr>
              </a:solidFill>
              <a:prstDash val="solid"/>
              <a:round/>
            </a:ln>
            <a:effectLst/>
          </p:spPr>
        </p:cxnSp>
      </p:grpSp>
      <p:sp>
        <p:nvSpPr>
          <p:cNvPr id="274" name="小李PPT1"/>
          <p:cNvSpPr/>
          <p:nvPr>
            <p:custDataLst>
              <p:tags r:id="rId2"/>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3"/>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4"/>
            </p:custDataLst>
          </p:nvPr>
        </p:nvSpPr>
        <p:spPr>
          <a:xfrm>
            <a:off x="4000500" y="-914400"/>
            <a:ext cx="635000" cy="635000"/>
          </a:xfrm>
          <a:prstGeom prst="rect">
            <a:avLst/>
          </a:prstGeom>
          <a:solidFill>
            <a:srgbClr val="F5BEF0"/>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5"/>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6"/>
            </p:custDataLst>
          </p:nvPr>
        </p:nvSpPr>
        <p:spPr>
          <a:xfrm>
            <a:off x="5778500" y="-914400"/>
            <a:ext cx="635000" cy="635000"/>
          </a:xfrm>
          <a:prstGeom prst="rect">
            <a:avLst/>
          </a:prstGeom>
          <a:solidFill>
            <a:srgbClr val="8FE6FC"/>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7"/>
            </p:custDataLst>
          </p:nvPr>
        </p:nvSpPr>
        <p:spPr>
          <a:xfrm>
            <a:off x="6540500" y="-946659"/>
            <a:ext cx="635000" cy="635000"/>
          </a:xfrm>
          <a:prstGeom prst="rect">
            <a:avLst/>
          </a:prstGeom>
          <a:solidFill>
            <a:srgbClr val="E0132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8"/>
            </p:custDataLst>
          </p:nvPr>
        </p:nvSpPr>
        <p:spPr>
          <a:xfrm>
            <a:off x="7302500" y="-914400"/>
            <a:ext cx="635000" cy="635000"/>
          </a:xfrm>
          <a:prstGeom prst="rect">
            <a:avLst/>
          </a:prstGeom>
          <a:solidFill>
            <a:srgbClr val="3F4BD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9"/>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10"/>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1"/>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332" name="组合 331">
            <a:extLst>
              <a:ext uri="{FF2B5EF4-FFF2-40B4-BE49-F238E27FC236}">
                <a16:creationId xmlns:a16="http://schemas.microsoft.com/office/drawing/2014/main" id="{48CB0609-70FF-2A70-3406-9F56BA4134F6}"/>
              </a:ext>
            </a:extLst>
          </p:cNvPr>
          <p:cNvGrpSpPr/>
          <p:nvPr/>
        </p:nvGrpSpPr>
        <p:grpSpPr>
          <a:xfrm>
            <a:off x="192793" y="185088"/>
            <a:ext cx="5541145" cy="731415"/>
            <a:chOff x="412929" y="337490"/>
            <a:chExt cx="5638629" cy="779029"/>
          </a:xfrm>
        </p:grpSpPr>
        <p:grpSp>
          <p:nvGrpSpPr>
            <p:cNvPr id="68" name="组合 67">
              <a:extLst>
                <a:ext uri="{FF2B5EF4-FFF2-40B4-BE49-F238E27FC236}">
                  <a16:creationId xmlns:a16="http://schemas.microsoft.com/office/drawing/2014/main" id="{DEAD473B-E94B-4204-C07D-2B71699982A3}"/>
                </a:ext>
              </a:extLst>
            </p:cNvPr>
            <p:cNvGrpSpPr/>
            <p:nvPr/>
          </p:nvGrpSpPr>
          <p:grpSpPr>
            <a:xfrm>
              <a:off x="412929" y="337490"/>
              <a:ext cx="5638629" cy="779029"/>
              <a:chOff x="392813" y="373931"/>
              <a:chExt cx="3163915" cy="483849"/>
            </a:xfrm>
          </p:grpSpPr>
          <p:sp>
            <p:nvSpPr>
              <p:cNvPr id="27" name="任意多边形: 形状 61">
                <a:extLst>
                  <a:ext uri="{FF2B5EF4-FFF2-40B4-BE49-F238E27FC236}">
                    <a16:creationId xmlns:a16="http://schemas.microsoft.com/office/drawing/2014/main" id="{4568F332-B380-6EC4-9315-8C954162131A}"/>
                  </a:ext>
                </a:extLst>
              </p:cNvPr>
              <p:cNvSpPr/>
              <p:nvPr/>
            </p:nvSpPr>
            <p:spPr>
              <a:xfrm>
                <a:off x="522287" y="427864"/>
                <a:ext cx="3034441" cy="375982"/>
              </a:xfrm>
              <a:prstGeom prst="parallelogram">
                <a:avLst>
                  <a:gd name="adj" fmla="val 52926"/>
                </a:avLst>
              </a:prstGeom>
              <a:gradFill flip="none" rotWithShape="1">
                <a:gsLst>
                  <a:gs pos="0">
                    <a:srgbClr val="FFFFFF"/>
                  </a:gs>
                  <a:gs pos="100000">
                    <a:srgbClr val="BB39A0">
                      <a:alpha val="84000"/>
                    </a:srgbClr>
                  </a:gs>
                </a:gsLst>
                <a:lin ang="10800000" scaled="1"/>
                <a:tileRect/>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2" name="任意多边形: 形状 61">
                <a:extLst>
                  <a:ext uri="{FF2B5EF4-FFF2-40B4-BE49-F238E27FC236}">
                    <a16:creationId xmlns:a16="http://schemas.microsoft.com/office/drawing/2014/main" id="{B4D704B6-5055-FA81-4A4E-ED7DBFD438E4}"/>
                  </a:ext>
                </a:extLst>
              </p:cNvPr>
              <p:cNvSpPr/>
              <p:nvPr/>
            </p:nvSpPr>
            <p:spPr>
              <a:xfrm>
                <a:off x="392813" y="399042"/>
                <a:ext cx="221149" cy="260109"/>
              </a:xfrm>
              <a:prstGeom prst="parallelogram">
                <a:avLst>
                  <a:gd name="adj" fmla="val 64309"/>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任意多边形: 形状 61">
                <a:extLst>
                  <a:ext uri="{FF2B5EF4-FFF2-40B4-BE49-F238E27FC236}">
                    <a16:creationId xmlns:a16="http://schemas.microsoft.com/office/drawing/2014/main" id="{A5B511BF-BB56-51CC-5CE5-FD63596A28A8}"/>
                  </a:ext>
                </a:extLst>
              </p:cNvPr>
              <p:cNvSpPr/>
              <p:nvPr/>
            </p:nvSpPr>
            <p:spPr>
              <a:xfrm>
                <a:off x="407458" y="373931"/>
                <a:ext cx="413280" cy="483849"/>
              </a:xfrm>
              <a:prstGeom prst="parallelogram">
                <a:avLst>
                  <a:gd name="adj" fmla="val 61503"/>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331" name="小李PPT1">
              <a:extLst>
                <a:ext uri="{FF2B5EF4-FFF2-40B4-BE49-F238E27FC236}">
                  <a16:creationId xmlns:a16="http://schemas.microsoft.com/office/drawing/2014/main" id="{60296E81-9909-1F74-9C79-5EB97E854FAC}"/>
                </a:ext>
              </a:extLst>
            </p:cNvPr>
            <p:cNvSpPr txBox="1"/>
            <p:nvPr/>
          </p:nvSpPr>
          <p:spPr>
            <a:xfrm>
              <a:off x="1033485" y="401778"/>
              <a:ext cx="3521030" cy="667385"/>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200" dirty="0">
                  <a:solidFill>
                    <a:schemeClr val="tx1">
                      <a:lumMod val="95000"/>
                      <a:lumOff val="5000"/>
                    </a:schemeClr>
                  </a:solidFill>
                  <a:latin typeface="汉仪劲楷简" panose="00020600040101010101" charset="-122"/>
                  <a:ea typeface="汉仪劲楷简" panose="00020600040101010101" charset="-122"/>
                  <a:sym typeface="+mn-ea"/>
                </a:rPr>
                <a:t>3.5 </a:t>
              </a:r>
              <a:r>
                <a:rPr lang="zh-CN" altLang="en-US" sz="3200" dirty="0">
                  <a:solidFill>
                    <a:schemeClr val="tx1">
                      <a:lumMod val="95000"/>
                      <a:lumOff val="5000"/>
                    </a:schemeClr>
                  </a:solidFill>
                  <a:latin typeface="汉仪劲楷简" panose="00020600040101010101" charset="-122"/>
                  <a:ea typeface="汉仪劲楷简" panose="00020600040101010101" charset="-122"/>
                  <a:sym typeface="+mn-ea"/>
                </a:rPr>
                <a:t>金融产品扩散模拟结果</a:t>
              </a:r>
              <a:endParaRPr lang="zh-CN" altLang="en-US" sz="3200" noProof="0" dirty="0">
                <a:ln>
                  <a:noFill/>
                </a:ln>
                <a:solidFill>
                  <a:schemeClr val="tx1">
                    <a:lumMod val="95000"/>
                    <a:lumOff val="5000"/>
                  </a:schemeClr>
                </a:solidFill>
                <a:effectLst/>
                <a:uLnTx/>
                <a:uFillTx/>
                <a:latin typeface="汉仪劲楷简" panose="00020600040101010101" charset="-122"/>
                <a:ea typeface="汉仪劲楷简" panose="00020600040101010101" charset="-122"/>
                <a:sym typeface="+mn-ea"/>
              </a:endParaRPr>
            </a:p>
          </p:txBody>
        </p:sp>
      </p:grpSp>
      <p:pic>
        <p:nvPicPr>
          <p:cNvPr id="18" name="图片 17" descr="图片包含 桌子, 小, 蛋糕, 蓝色&#10;&#10;描述已自动生成">
            <a:extLst>
              <a:ext uri="{FF2B5EF4-FFF2-40B4-BE49-F238E27FC236}">
                <a16:creationId xmlns:a16="http://schemas.microsoft.com/office/drawing/2014/main" id="{AB1D1039-27DB-2B41-FBFE-19FF976D648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618230" y="223047"/>
            <a:ext cx="1334417" cy="667209"/>
          </a:xfrm>
          <a:prstGeom prst="rect">
            <a:avLst/>
          </a:prstGeom>
        </p:spPr>
      </p:pic>
      <p:pic>
        <p:nvPicPr>
          <p:cNvPr id="334" name="图片 333" descr="e4f8873b48c92a912ad2b76d31d4d59">
            <a:extLst>
              <a:ext uri="{FF2B5EF4-FFF2-40B4-BE49-F238E27FC236}">
                <a16:creationId xmlns:a16="http://schemas.microsoft.com/office/drawing/2014/main" id="{BCB23CF7-1F66-1D05-9CE3-30C4BBFA903D}"/>
              </a:ext>
            </a:extLst>
          </p:cNvPr>
          <p:cNvPicPr>
            <a:picLocks noChangeAspect="1"/>
          </p:cNvPicPr>
          <p:nvPr/>
        </p:nvPicPr>
        <p:blipFill>
          <a:blip r:embed="rId16"/>
          <a:stretch>
            <a:fillRect/>
          </a:stretch>
        </p:blipFill>
        <p:spPr>
          <a:xfrm>
            <a:off x="9728122" y="193111"/>
            <a:ext cx="708660" cy="708660"/>
          </a:xfrm>
          <a:prstGeom prst="rect">
            <a:avLst/>
          </a:prstGeom>
        </p:spPr>
      </p:pic>
      <p:grpSp>
        <p:nvGrpSpPr>
          <p:cNvPr id="335" name="组合 334">
            <a:extLst>
              <a:ext uri="{FF2B5EF4-FFF2-40B4-BE49-F238E27FC236}">
                <a16:creationId xmlns:a16="http://schemas.microsoft.com/office/drawing/2014/main" id="{3FCA09F8-FBF9-D014-4D7A-7578A8F09146}"/>
              </a:ext>
            </a:extLst>
          </p:cNvPr>
          <p:cNvGrpSpPr/>
          <p:nvPr/>
        </p:nvGrpSpPr>
        <p:grpSpPr>
          <a:xfrm>
            <a:off x="7354620" y="305784"/>
            <a:ext cx="2162937" cy="506745"/>
            <a:chOff x="7239" y="4557"/>
            <a:chExt cx="3500" cy="820"/>
          </a:xfrm>
          <a:gradFill>
            <a:gsLst>
              <a:gs pos="0">
                <a:srgbClr val="923EBA"/>
              </a:gs>
              <a:gs pos="96000">
                <a:srgbClr val="F7F0FA"/>
              </a:gs>
            </a:gsLst>
            <a:lin ang="10800000" scaled="0"/>
          </a:gradFill>
        </p:grpSpPr>
        <p:sp>
          <p:nvSpPr>
            <p:cNvPr id="336" name="燕尾形 25">
              <a:extLst>
                <a:ext uri="{FF2B5EF4-FFF2-40B4-BE49-F238E27FC236}">
                  <a16:creationId xmlns:a16="http://schemas.microsoft.com/office/drawing/2014/main" id="{AF22FDF5-8757-453D-6866-D0167DB67BC3}"/>
                </a:ext>
              </a:extLst>
            </p:cNvPr>
            <p:cNvSpPr/>
            <p:nvPr/>
          </p:nvSpPr>
          <p:spPr>
            <a:xfrm>
              <a:off x="72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7" name="燕尾形 67">
              <a:extLst>
                <a:ext uri="{FF2B5EF4-FFF2-40B4-BE49-F238E27FC236}">
                  <a16:creationId xmlns:a16="http://schemas.microsoft.com/office/drawing/2014/main" id="{3D9A2FEE-E11C-54D3-7206-76A4D85A3C86}"/>
                </a:ext>
              </a:extLst>
            </p:cNvPr>
            <p:cNvSpPr/>
            <p:nvPr/>
          </p:nvSpPr>
          <p:spPr>
            <a:xfrm>
              <a:off x="79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8" name="燕尾形 68">
              <a:extLst>
                <a:ext uri="{FF2B5EF4-FFF2-40B4-BE49-F238E27FC236}">
                  <a16:creationId xmlns:a16="http://schemas.microsoft.com/office/drawing/2014/main" id="{12C0406F-FBDA-2A3F-CEB6-3AA17989E84D}"/>
                </a:ext>
              </a:extLst>
            </p:cNvPr>
            <p:cNvSpPr/>
            <p:nvPr/>
          </p:nvSpPr>
          <p:spPr>
            <a:xfrm>
              <a:off x="86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9" name="燕尾形 69">
              <a:extLst>
                <a:ext uri="{FF2B5EF4-FFF2-40B4-BE49-F238E27FC236}">
                  <a16:creationId xmlns:a16="http://schemas.microsoft.com/office/drawing/2014/main" id="{8BC960A3-4D4E-BF0F-1275-02E83D81B554}"/>
                </a:ext>
              </a:extLst>
            </p:cNvPr>
            <p:cNvSpPr/>
            <p:nvPr/>
          </p:nvSpPr>
          <p:spPr>
            <a:xfrm>
              <a:off x="93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40" name="燕尾形 77">
              <a:extLst>
                <a:ext uri="{FF2B5EF4-FFF2-40B4-BE49-F238E27FC236}">
                  <a16:creationId xmlns:a16="http://schemas.microsoft.com/office/drawing/2014/main" id="{53C60A93-71F9-9093-80FE-03C8C04849D1}"/>
                </a:ext>
              </a:extLst>
            </p:cNvPr>
            <p:cNvSpPr/>
            <p:nvPr/>
          </p:nvSpPr>
          <p:spPr>
            <a:xfrm>
              <a:off x="100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6" name="文本框 15">
            <a:extLst>
              <a:ext uri="{FF2B5EF4-FFF2-40B4-BE49-F238E27FC236}">
                <a16:creationId xmlns:a16="http://schemas.microsoft.com/office/drawing/2014/main" id="{90D54169-8631-F636-A43A-F4A101D8BC50}"/>
              </a:ext>
            </a:extLst>
          </p:cNvPr>
          <p:cNvSpPr txBox="1"/>
          <p:nvPr/>
        </p:nvSpPr>
        <p:spPr>
          <a:xfrm>
            <a:off x="172477" y="913541"/>
            <a:ext cx="10223959" cy="630440"/>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t" anchorCtr="0">
            <a:noAutofit/>
          </a:bodyPr>
          <a:lstStyle/>
          <a:p>
            <a:pPr algn="ctr">
              <a:lnSpc>
                <a:spcPct val="100000"/>
              </a:lnSpc>
            </a:pPr>
            <a:r>
              <a:rPr lang="zh-CN" altLang="en-US" sz="2400" dirty="0">
                <a:solidFill>
                  <a:schemeClr val="tx1">
                    <a:lumMod val="95000"/>
                    <a:lumOff val="5000"/>
                  </a:schemeClr>
                </a:solidFill>
                <a:latin typeface="汉仪劲楷简" panose="00020600040101010101" charset="-122"/>
                <a:ea typeface="汉仪劲楷简" panose="00020600040101010101" charset="-122"/>
              </a:rPr>
              <a:t>金融扩散模拟过程示意图：红点为被传播者，蓝点为已投资者</a:t>
            </a:r>
          </a:p>
        </p:txBody>
      </p:sp>
      <p:sp>
        <p:nvSpPr>
          <p:cNvPr id="24" name="文本框 23">
            <a:extLst>
              <a:ext uri="{FF2B5EF4-FFF2-40B4-BE49-F238E27FC236}">
                <a16:creationId xmlns:a16="http://schemas.microsoft.com/office/drawing/2014/main" id="{C13F2B46-8FE6-3E52-B163-11118C9E32BD}"/>
              </a:ext>
            </a:extLst>
          </p:cNvPr>
          <p:cNvSpPr txBox="1"/>
          <p:nvPr/>
        </p:nvSpPr>
        <p:spPr>
          <a:xfrm>
            <a:off x="1044546" y="3570095"/>
            <a:ext cx="8165628" cy="561930"/>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t" anchorCtr="0">
            <a:noAutofit/>
          </a:bodyPr>
          <a:lstStyle/>
          <a:p>
            <a:pPr algn="ctr">
              <a:lnSpc>
                <a:spcPct val="100000"/>
              </a:lnSpc>
            </a:pPr>
            <a:r>
              <a:rPr lang="zh-CN" altLang="en-US" sz="2400" dirty="0">
                <a:solidFill>
                  <a:schemeClr val="tx1">
                    <a:lumMod val="95000"/>
                    <a:lumOff val="5000"/>
                  </a:schemeClr>
                </a:solidFill>
                <a:latin typeface="汉仪劲楷简" panose="00020600040101010101" charset="-122"/>
                <a:ea typeface="汉仪劲楷简" panose="00020600040101010101" charset="-122"/>
              </a:rPr>
              <a:t>金融扩散模拟结果：产品契合度、新老用户的效应强度分析</a:t>
            </a:r>
          </a:p>
        </p:txBody>
      </p:sp>
      <p:grpSp>
        <p:nvGrpSpPr>
          <p:cNvPr id="17" name="组合 16">
            <a:extLst>
              <a:ext uri="{FF2B5EF4-FFF2-40B4-BE49-F238E27FC236}">
                <a16:creationId xmlns:a16="http://schemas.microsoft.com/office/drawing/2014/main" id="{0E260622-7804-A9C3-91F5-DB3C5F54D557}"/>
              </a:ext>
            </a:extLst>
          </p:cNvPr>
          <p:cNvGrpSpPr/>
          <p:nvPr/>
        </p:nvGrpSpPr>
        <p:grpSpPr>
          <a:xfrm>
            <a:off x="1258560" y="4213555"/>
            <a:ext cx="9454015" cy="2571165"/>
            <a:chOff x="1167076" y="4085882"/>
            <a:chExt cx="9923461" cy="2698838"/>
          </a:xfrm>
        </p:grpSpPr>
        <p:pic>
          <p:nvPicPr>
            <p:cNvPr id="11" name="图片 10">
              <a:extLst>
                <a:ext uri="{FF2B5EF4-FFF2-40B4-BE49-F238E27FC236}">
                  <a16:creationId xmlns:a16="http://schemas.microsoft.com/office/drawing/2014/main" id="{689A0D9D-0E48-BAE6-2F5E-9680396C5968}"/>
                </a:ext>
              </a:extLst>
            </p:cNvPr>
            <p:cNvPicPr>
              <a:picLocks noChangeAspect="1"/>
            </p:cNvPicPr>
            <p:nvPr/>
          </p:nvPicPr>
          <p:blipFill>
            <a:blip r:embed="rId17" cstate="print">
              <a:extLst>
                <a:ext uri="{28A0092B-C50C-407E-A947-70E740481C1C}">
                  <a14:useLocalDpi xmlns:a14="http://schemas.microsoft.com/office/drawing/2010/main" val="0"/>
                </a:ext>
              </a:extLst>
            </a:blip>
            <a:srcRect/>
            <a:stretch/>
          </p:blipFill>
          <p:spPr>
            <a:xfrm>
              <a:off x="1167076" y="4090890"/>
              <a:ext cx="2693830" cy="2693830"/>
            </a:xfrm>
            <a:prstGeom prst="rect">
              <a:avLst/>
            </a:prstGeom>
          </p:spPr>
        </p:pic>
        <p:pic>
          <p:nvPicPr>
            <p:cNvPr id="13" name="图片 12">
              <a:extLst>
                <a:ext uri="{FF2B5EF4-FFF2-40B4-BE49-F238E27FC236}">
                  <a16:creationId xmlns:a16="http://schemas.microsoft.com/office/drawing/2014/main" id="{11E1AFD3-178B-02AF-EE2A-D0F2800DD18A}"/>
                </a:ext>
              </a:extLst>
            </p:cNvPr>
            <p:cNvPicPr>
              <a:picLocks noChangeAspect="1"/>
            </p:cNvPicPr>
            <p:nvPr/>
          </p:nvPicPr>
          <p:blipFill>
            <a:blip r:embed="rId18" cstate="print">
              <a:extLst>
                <a:ext uri="{28A0092B-C50C-407E-A947-70E740481C1C}">
                  <a14:useLocalDpi xmlns:a14="http://schemas.microsoft.com/office/drawing/2010/main" val="0"/>
                </a:ext>
              </a:extLst>
            </a:blip>
            <a:srcRect/>
            <a:stretch/>
          </p:blipFill>
          <p:spPr>
            <a:xfrm>
              <a:off x="4774930" y="4085882"/>
              <a:ext cx="2697867" cy="2697867"/>
            </a:xfrm>
            <a:prstGeom prst="rect">
              <a:avLst/>
            </a:prstGeom>
          </p:spPr>
        </p:pic>
        <p:pic>
          <p:nvPicPr>
            <p:cNvPr id="15" name="图片 14">
              <a:extLst>
                <a:ext uri="{FF2B5EF4-FFF2-40B4-BE49-F238E27FC236}">
                  <a16:creationId xmlns:a16="http://schemas.microsoft.com/office/drawing/2014/main" id="{DDB7630F-5F04-252B-1E40-F54A32D6AFC8}"/>
                </a:ext>
              </a:extLst>
            </p:cNvPr>
            <p:cNvPicPr>
              <a:picLocks noChangeAspect="1"/>
            </p:cNvPicPr>
            <p:nvPr/>
          </p:nvPicPr>
          <p:blipFill>
            <a:blip r:embed="rId19" cstate="print">
              <a:extLst>
                <a:ext uri="{28A0092B-C50C-407E-A947-70E740481C1C}">
                  <a14:useLocalDpi xmlns:a14="http://schemas.microsoft.com/office/drawing/2010/main" val="0"/>
                </a:ext>
              </a:extLst>
            </a:blip>
            <a:srcRect/>
            <a:stretch/>
          </p:blipFill>
          <p:spPr>
            <a:xfrm>
              <a:off x="8392853" y="4085882"/>
              <a:ext cx="2697684" cy="2697684"/>
            </a:xfrm>
            <a:prstGeom prst="rect">
              <a:avLst/>
            </a:prstGeom>
          </p:spPr>
        </p:pic>
      </p:grpSp>
      <p:grpSp>
        <p:nvGrpSpPr>
          <p:cNvPr id="14" name="组合 13">
            <a:extLst>
              <a:ext uri="{FF2B5EF4-FFF2-40B4-BE49-F238E27FC236}">
                <a16:creationId xmlns:a16="http://schemas.microsoft.com/office/drawing/2014/main" id="{1D36D616-BD38-10C6-0EBF-CD290B42BC8E}"/>
              </a:ext>
            </a:extLst>
          </p:cNvPr>
          <p:cNvGrpSpPr/>
          <p:nvPr/>
        </p:nvGrpSpPr>
        <p:grpSpPr>
          <a:xfrm>
            <a:off x="992294" y="1436272"/>
            <a:ext cx="10069646" cy="2230987"/>
            <a:chOff x="98121" y="1413339"/>
            <a:chExt cx="10069646" cy="2230987"/>
          </a:xfrm>
        </p:grpSpPr>
        <p:pic>
          <p:nvPicPr>
            <p:cNvPr id="3" name="图片 2">
              <a:extLst>
                <a:ext uri="{FF2B5EF4-FFF2-40B4-BE49-F238E27FC236}">
                  <a16:creationId xmlns:a16="http://schemas.microsoft.com/office/drawing/2014/main" id="{6F4BD962-3FC8-4ED8-24B1-0A9741D2477A}"/>
                </a:ext>
              </a:extLst>
            </p:cNvPr>
            <p:cNvPicPr>
              <a:picLocks noChangeAspect="1"/>
            </p:cNvPicPr>
            <p:nvPr/>
          </p:nvPicPr>
          <p:blipFill>
            <a:blip r:embed="rId20" cstate="print">
              <a:extLst>
                <a:ext uri="{28A0092B-C50C-407E-A947-70E740481C1C}">
                  <a14:useLocalDpi xmlns:a14="http://schemas.microsoft.com/office/drawing/2010/main" val="0"/>
                </a:ext>
              </a:extLst>
            </a:blip>
            <a:srcRect/>
            <a:stretch/>
          </p:blipFill>
          <p:spPr>
            <a:xfrm>
              <a:off x="7044706" y="1413339"/>
              <a:ext cx="3123061" cy="2229813"/>
            </a:xfrm>
            <a:prstGeom prst="rect">
              <a:avLst/>
            </a:prstGeom>
            <a:ln w="12700">
              <a:noFill/>
            </a:ln>
          </p:spPr>
        </p:pic>
        <p:pic>
          <p:nvPicPr>
            <p:cNvPr id="7" name="图片 6">
              <a:extLst>
                <a:ext uri="{FF2B5EF4-FFF2-40B4-BE49-F238E27FC236}">
                  <a16:creationId xmlns:a16="http://schemas.microsoft.com/office/drawing/2014/main" id="{E272A9DE-C3EE-32EC-1294-18F56EFD5573}"/>
                </a:ext>
              </a:extLst>
            </p:cNvPr>
            <p:cNvPicPr>
              <a:picLocks noChangeAspect="1"/>
            </p:cNvPicPr>
            <p:nvPr/>
          </p:nvPicPr>
          <p:blipFill>
            <a:blip r:embed="rId21" cstate="print">
              <a:extLst>
                <a:ext uri="{28A0092B-C50C-407E-A947-70E740481C1C}">
                  <a14:useLocalDpi xmlns:a14="http://schemas.microsoft.com/office/drawing/2010/main" val="0"/>
                </a:ext>
              </a:extLst>
            </a:blip>
            <a:srcRect/>
            <a:stretch/>
          </p:blipFill>
          <p:spPr>
            <a:xfrm>
              <a:off x="98121" y="1414506"/>
              <a:ext cx="3123071" cy="2229820"/>
            </a:xfrm>
            <a:prstGeom prst="rect">
              <a:avLst/>
            </a:prstGeom>
            <a:ln w="12700">
              <a:noFill/>
            </a:ln>
          </p:spPr>
        </p:pic>
        <p:pic>
          <p:nvPicPr>
            <p:cNvPr id="12" name="图片 11">
              <a:extLst>
                <a:ext uri="{FF2B5EF4-FFF2-40B4-BE49-F238E27FC236}">
                  <a16:creationId xmlns:a16="http://schemas.microsoft.com/office/drawing/2014/main" id="{30EE111B-FAF1-D3FF-157B-9275AFB06657}"/>
                </a:ext>
              </a:extLst>
            </p:cNvPr>
            <p:cNvPicPr>
              <a:picLocks noChangeAspect="1"/>
            </p:cNvPicPr>
            <p:nvPr/>
          </p:nvPicPr>
          <p:blipFill>
            <a:blip r:embed="rId22" cstate="print">
              <a:extLst>
                <a:ext uri="{28A0092B-C50C-407E-A947-70E740481C1C}">
                  <a14:useLocalDpi xmlns:a14="http://schemas.microsoft.com/office/drawing/2010/main" val="0"/>
                </a:ext>
              </a:extLst>
            </a:blip>
            <a:srcRect/>
            <a:stretch/>
          </p:blipFill>
          <p:spPr>
            <a:xfrm>
              <a:off x="3523023" y="1413339"/>
              <a:ext cx="3123063" cy="2229814"/>
            </a:xfrm>
            <a:prstGeom prst="rect">
              <a:avLst/>
            </a:prstGeom>
            <a:ln w="12700">
              <a:noFill/>
            </a:ln>
          </p:spPr>
        </p:pic>
      </p:grpSp>
    </p:spTree>
    <p:extLst>
      <p:ext uri="{BB962C8B-B14F-4D97-AF65-F5344CB8AC3E}">
        <p14:creationId xmlns:p14="http://schemas.microsoft.com/office/powerpoint/2010/main" val="4270039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7" name="think-cell data - do not delete" hidden="1">
            <a:extLst>
              <a:ext uri="{FF2B5EF4-FFF2-40B4-BE49-F238E27FC236}">
                <a16:creationId xmlns:a16="http://schemas.microsoft.com/office/drawing/2014/main" id="{65F4BBA6-28D3-AD30-8ECB-A072861D92E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3" imgW="471" imgH="473" progId="TCLayout.ActiveDocument.1">
                  <p:embed/>
                </p:oleObj>
              </mc:Choice>
              <mc:Fallback>
                <p:oleObj name="think-cell 幻灯片" r:id="rId13" imgW="471" imgH="473" progId="TCLayout.ActiveDocument.1">
                  <p:embed/>
                  <p:pic>
                    <p:nvPicPr>
                      <p:cNvPr id="67" name="think-cell data - do not delete" hidden="1">
                        <a:extLst>
                          <a:ext uri="{FF2B5EF4-FFF2-40B4-BE49-F238E27FC236}">
                            <a16:creationId xmlns:a16="http://schemas.microsoft.com/office/drawing/2014/main" id="{65F4BBA6-28D3-AD30-8ECB-A072861D92E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74" name="小李PPT1"/>
          <p:cNvSpPr/>
          <p:nvPr>
            <p:custDataLst>
              <p:tags r:id="rId2"/>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3"/>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4"/>
            </p:custDataLst>
          </p:nvPr>
        </p:nvSpPr>
        <p:spPr>
          <a:xfrm>
            <a:off x="4000500" y="-914400"/>
            <a:ext cx="635000" cy="635000"/>
          </a:xfrm>
          <a:prstGeom prst="rect">
            <a:avLst/>
          </a:prstGeom>
          <a:solidFill>
            <a:srgbClr val="F5BEF0"/>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5"/>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6"/>
            </p:custDataLst>
          </p:nvPr>
        </p:nvSpPr>
        <p:spPr>
          <a:xfrm>
            <a:off x="5778500" y="-914400"/>
            <a:ext cx="635000" cy="635000"/>
          </a:xfrm>
          <a:prstGeom prst="rect">
            <a:avLst/>
          </a:prstGeom>
          <a:solidFill>
            <a:srgbClr val="8FE6FC"/>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7"/>
            </p:custDataLst>
          </p:nvPr>
        </p:nvSpPr>
        <p:spPr>
          <a:xfrm>
            <a:off x="6540500" y="-946659"/>
            <a:ext cx="635000" cy="635000"/>
          </a:xfrm>
          <a:prstGeom prst="rect">
            <a:avLst/>
          </a:prstGeom>
          <a:solidFill>
            <a:srgbClr val="E0132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8"/>
            </p:custDataLst>
          </p:nvPr>
        </p:nvSpPr>
        <p:spPr>
          <a:xfrm>
            <a:off x="7302500" y="-914400"/>
            <a:ext cx="635000" cy="635000"/>
          </a:xfrm>
          <a:prstGeom prst="rect">
            <a:avLst/>
          </a:prstGeom>
          <a:solidFill>
            <a:srgbClr val="3F4BD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9"/>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10"/>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1"/>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267" name="小李PPT11">
            <a:extLst>
              <a:ext uri="{FF2B5EF4-FFF2-40B4-BE49-F238E27FC236}">
                <a16:creationId xmlns:a16="http://schemas.microsoft.com/office/drawing/2014/main" id="{E00CE3F1-5B45-F7C7-D558-CF4D4E540D70}"/>
              </a:ext>
            </a:extLst>
          </p:cNvPr>
          <p:cNvGrpSpPr/>
          <p:nvPr/>
        </p:nvGrpSpPr>
        <p:grpSpPr>
          <a:xfrm>
            <a:off x="20600" y="14504"/>
            <a:ext cx="12192000" cy="6857998"/>
            <a:chOff x="0" y="2"/>
            <a:chExt cx="12192000" cy="6857998"/>
          </a:xfrm>
          <a:effectLst/>
        </p:grpSpPr>
        <p:cxnSp>
          <p:nvCxnSpPr>
            <p:cNvPr id="268" name="小李PPT11-1">
              <a:extLst>
                <a:ext uri="{FF2B5EF4-FFF2-40B4-BE49-F238E27FC236}">
                  <a16:creationId xmlns:a16="http://schemas.microsoft.com/office/drawing/2014/main" id="{D149A8DE-5D70-5480-002D-8DB8EA561DD2}"/>
                </a:ext>
              </a:extLst>
            </p:cNvPr>
            <p:cNvCxnSpPr/>
            <p:nvPr/>
          </p:nvCxnSpPr>
          <p:spPr>
            <a:xfrm>
              <a:off x="0" y="291084"/>
              <a:ext cx="12192000" cy="0"/>
            </a:xfrm>
            <a:prstGeom prst="line">
              <a:avLst/>
            </a:prstGeom>
            <a:noFill/>
            <a:ln w="6350" cap="rnd" cmpd="sng" algn="ctr">
              <a:solidFill>
                <a:srgbClr val="E9D6F2">
                  <a:alpha val="43922"/>
                </a:srgbClr>
              </a:solidFill>
              <a:prstDash val="solid"/>
              <a:round/>
            </a:ln>
            <a:effectLst/>
          </p:spPr>
        </p:cxnSp>
        <p:cxnSp>
          <p:nvCxnSpPr>
            <p:cNvPr id="269" name="小李PPT11-2">
              <a:extLst>
                <a:ext uri="{FF2B5EF4-FFF2-40B4-BE49-F238E27FC236}">
                  <a16:creationId xmlns:a16="http://schemas.microsoft.com/office/drawing/2014/main" id="{12405815-2BB6-8915-822D-91905D766527}"/>
                </a:ext>
              </a:extLst>
            </p:cNvPr>
            <p:cNvCxnSpPr/>
            <p:nvPr/>
          </p:nvCxnSpPr>
          <p:spPr>
            <a:xfrm>
              <a:off x="0" y="640385"/>
              <a:ext cx="12192000" cy="0"/>
            </a:xfrm>
            <a:prstGeom prst="line">
              <a:avLst/>
            </a:prstGeom>
            <a:noFill/>
            <a:ln w="6350" cap="rnd" cmpd="sng" algn="ctr">
              <a:solidFill>
                <a:srgbClr val="E9D6F2">
                  <a:alpha val="43922"/>
                </a:srgbClr>
              </a:solidFill>
              <a:prstDash val="solid"/>
              <a:round/>
            </a:ln>
            <a:effectLst/>
          </p:spPr>
        </p:cxnSp>
        <p:cxnSp>
          <p:nvCxnSpPr>
            <p:cNvPr id="270" name="小李PPT11-3">
              <a:extLst>
                <a:ext uri="{FF2B5EF4-FFF2-40B4-BE49-F238E27FC236}">
                  <a16:creationId xmlns:a16="http://schemas.microsoft.com/office/drawing/2014/main" id="{142F80B8-DE7C-9802-AED4-8B9E3CC242BA}"/>
                </a:ext>
              </a:extLst>
            </p:cNvPr>
            <p:cNvCxnSpPr/>
            <p:nvPr/>
          </p:nvCxnSpPr>
          <p:spPr>
            <a:xfrm>
              <a:off x="0" y="989685"/>
              <a:ext cx="12192000" cy="0"/>
            </a:xfrm>
            <a:prstGeom prst="line">
              <a:avLst/>
            </a:prstGeom>
            <a:noFill/>
            <a:ln w="6350" cap="rnd" cmpd="sng" algn="ctr">
              <a:solidFill>
                <a:srgbClr val="E9D6F2">
                  <a:alpha val="43922"/>
                </a:srgbClr>
              </a:solidFill>
              <a:prstDash val="solid"/>
              <a:round/>
            </a:ln>
            <a:effectLst/>
          </p:spPr>
        </p:cxnSp>
        <p:cxnSp>
          <p:nvCxnSpPr>
            <p:cNvPr id="271" name="小李PPT11-4">
              <a:extLst>
                <a:ext uri="{FF2B5EF4-FFF2-40B4-BE49-F238E27FC236}">
                  <a16:creationId xmlns:a16="http://schemas.microsoft.com/office/drawing/2014/main" id="{7ACFC8FC-0E7C-6E37-2D81-F22516A9C047}"/>
                </a:ext>
              </a:extLst>
            </p:cNvPr>
            <p:cNvCxnSpPr/>
            <p:nvPr/>
          </p:nvCxnSpPr>
          <p:spPr>
            <a:xfrm>
              <a:off x="0" y="1338986"/>
              <a:ext cx="12192000" cy="0"/>
            </a:xfrm>
            <a:prstGeom prst="line">
              <a:avLst/>
            </a:prstGeom>
            <a:noFill/>
            <a:ln w="6350" cap="rnd" cmpd="sng" algn="ctr">
              <a:solidFill>
                <a:srgbClr val="E9D6F2">
                  <a:alpha val="43922"/>
                </a:srgbClr>
              </a:solidFill>
              <a:prstDash val="solid"/>
              <a:round/>
            </a:ln>
            <a:effectLst/>
          </p:spPr>
        </p:cxnSp>
        <p:cxnSp>
          <p:nvCxnSpPr>
            <p:cNvPr id="272" name="小李PPT11-5">
              <a:extLst>
                <a:ext uri="{FF2B5EF4-FFF2-40B4-BE49-F238E27FC236}">
                  <a16:creationId xmlns:a16="http://schemas.microsoft.com/office/drawing/2014/main" id="{4B1541F3-583D-3A73-E035-4135F1592316}"/>
                </a:ext>
              </a:extLst>
            </p:cNvPr>
            <p:cNvCxnSpPr/>
            <p:nvPr/>
          </p:nvCxnSpPr>
          <p:spPr>
            <a:xfrm>
              <a:off x="0" y="1688287"/>
              <a:ext cx="12192000" cy="0"/>
            </a:xfrm>
            <a:prstGeom prst="line">
              <a:avLst/>
            </a:prstGeom>
            <a:noFill/>
            <a:ln w="6350" cap="rnd" cmpd="sng" algn="ctr">
              <a:solidFill>
                <a:srgbClr val="E9D6F2">
                  <a:alpha val="43922"/>
                </a:srgbClr>
              </a:solidFill>
              <a:prstDash val="solid"/>
              <a:round/>
            </a:ln>
            <a:effectLst/>
          </p:spPr>
        </p:cxnSp>
        <p:cxnSp>
          <p:nvCxnSpPr>
            <p:cNvPr id="273" name="小李PPT11-6">
              <a:extLst>
                <a:ext uri="{FF2B5EF4-FFF2-40B4-BE49-F238E27FC236}">
                  <a16:creationId xmlns:a16="http://schemas.microsoft.com/office/drawing/2014/main" id="{66E042A9-2D0E-3B84-6BB9-F016B7AEEA7C}"/>
                </a:ext>
              </a:extLst>
            </p:cNvPr>
            <p:cNvCxnSpPr/>
            <p:nvPr/>
          </p:nvCxnSpPr>
          <p:spPr>
            <a:xfrm>
              <a:off x="0" y="2037588"/>
              <a:ext cx="12192000" cy="0"/>
            </a:xfrm>
            <a:prstGeom prst="line">
              <a:avLst/>
            </a:prstGeom>
            <a:noFill/>
            <a:ln w="6350" cap="rnd" cmpd="sng" algn="ctr">
              <a:solidFill>
                <a:srgbClr val="E9D6F2">
                  <a:alpha val="43922"/>
                </a:srgbClr>
              </a:solidFill>
              <a:prstDash val="solid"/>
              <a:round/>
            </a:ln>
            <a:effectLst/>
          </p:spPr>
        </p:cxnSp>
        <p:cxnSp>
          <p:nvCxnSpPr>
            <p:cNvPr id="284" name="小李PPT11-7">
              <a:extLst>
                <a:ext uri="{FF2B5EF4-FFF2-40B4-BE49-F238E27FC236}">
                  <a16:creationId xmlns:a16="http://schemas.microsoft.com/office/drawing/2014/main" id="{06D7C7DA-C60C-6A00-79B5-33A5EB452FC6}"/>
                </a:ext>
              </a:extLst>
            </p:cNvPr>
            <p:cNvCxnSpPr/>
            <p:nvPr/>
          </p:nvCxnSpPr>
          <p:spPr>
            <a:xfrm>
              <a:off x="0" y="2386888"/>
              <a:ext cx="12192000" cy="0"/>
            </a:xfrm>
            <a:prstGeom prst="line">
              <a:avLst/>
            </a:prstGeom>
            <a:noFill/>
            <a:ln w="6350" cap="rnd" cmpd="sng" algn="ctr">
              <a:solidFill>
                <a:srgbClr val="E9D6F2">
                  <a:alpha val="43922"/>
                </a:srgbClr>
              </a:solidFill>
              <a:prstDash val="solid"/>
              <a:round/>
            </a:ln>
            <a:effectLst/>
          </p:spPr>
        </p:cxnSp>
        <p:cxnSp>
          <p:nvCxnSpPr>
            <p:cNvPr id="285" name="小李PPT11-8">
              <a:extLst>
                <a:ext uri="{FF2B5EF4-FFF2-40B4-BE49-F238E27FC236}">
                  <a16:creationId xmlns:a16="http://schemas.microsoft.com/office/drawing/2014/main" id="{6D0C7100-34C7-043F-36DA-67E2864B1E77}"/>
                </a:ext>
              </a:extLst>
            </p:cNvPr>
            <p:cNvCxnSpPr/>
            <p:nvPr/>
          </p:nvCxnSpPr>
          <p:spPr>
            <a:xfrm>
              <a:off x="0" y="2736189"/>
              <a:ext cx="12192000" cy="0"/>
            </a:xfrm>
            <a:prstGeom prst="line">
              <a:avLst/>
            </a:prstGeom>
            <a:noFill/>
            <a:ln w="6350" cap="rnd" cmpd="sng" algn="ctr">
              <a:solidFill>
                <a:srgbClr val="E9D6F2">
                  <a:alpha val="43922"/>
                </a:srgbClr>
              </a:solidFill>
              <a:prstDash val="solid"/>
              <a:round/>
            </a:ln>
            <a:effectLst/>
          </p:spPr>
        </p:cxnSp>
        <p:cxnSp>
          <p:nvCxnSpPr>
            <p:cNvPr id="286" name="小李PPT11-9">
              <a:extLst>
                <a:ext uri="{FF2B5EF4-FFF2-40B4-BE49-F238E27FC236}">
                  <a16:creationId xmlns:a16="http://schemas.microsoft.com/office/drawing/2014/main" id="{7DE0E073-233F-1CAC-DFD0-AE043F408038}"/>
                </a:ext>
              </a:extLst>
            </p:cNvPr>
            <p:cNvCxnSpPr/>
            <p:nvPr/>
          </p:nvCxnSpPr>
          <p:spPr>
            <a:xfrm>
              <a:off x="0" y="3085490"/>
              <a:ext cx="12192000" cy="0"/>
            </a:xfrm>
            <a:prstGeom prst="line">
              <a:avLst/>
            </a:prstGeom>
            <a:noFill/>
            <a:ln w="6350" cap="rnd" cmpd="sng" algn="ctr">
              <a:solidFill>
                <a:srgbClr val="E9D6F2">
                  <a:alpha val="43922"/>
                </a:srgbClr>
              </a:solidFill>
              <a:prstDash val="solid"/>
              <a:round/>
            </a:ln>
            <a:effectLst/>
          </p:spPr>
        </p:cxnSp>
        <p:cxnSp>
          <p:nvCxnSpPr>
            <p:cNvPr id="287" name="小李PPT11-10">
              <a:extLst>
                <a:ext uri="{FF2B5EF4-FFF2-40B4-BE49-F238E27FC236}">
                  <a16:creationId xmlns:a16="http://schemas.microsoft.com/office/drawing/2014/main" id="{EA56C2C0-43C0-D849-356F-9AB3E2465B9B}"/>
                </a:ext>
              </a:extLst>
            </p:cNvPr>
            <p:cNvCxnSpPr/>
            <p:nvPr/>
          </p:nvCxnSpPr>
          <p:spPr>
            <a:xfrm>
              <a:off x="0" y="3434791"/>
              <a:ext cx="12192000" cy="0"/>
            </a:xfrm>
            <a:prstGeom prst="line">
              <a:avLst/>
            </a:prstGeom>
            <a:noFill/>
            <a:ln w="6350" cap="rnd" cmpd="sng" algn="ctr">
              <a:solidFill>
                <a:srgbClr val="E9D6F2">
                  <a:alpha val="43922"/>
                </a:srgbClr>
              </a:solidFill>
              <a:prstDash val="solid"/>
              <a:round/>
            </a:ln>
            <a:effectLst/>
          </p:spPr>
        </p:cxnSp>
        <p:cxnSp>
          <p:nvCxnSpPr>
            <p:cNvPr id="288" name="小李PPT11-11">
              <a:extLst>
                <a:ext uri="{FF2B5EF4-FFF2-40B4-BE49-F238E27FC236}">
                  <a16:creationId xmlns:a16="http://schemas.microsoft.com/office/drawing/2014/main" id="{254E15E1-1941-52F8-7CAE-C9D37DFCA5AF}"/>
                </a:ext>
              </a:extLst>
            </p:cNvPr>
            <p:cNvCxnSpPr/>
            <p:nvPr/>
          </p:nvCxnSpPr>
          <p:spPr>
            <a:xfrm>
              <a:off x="0" y="3784091"/>
              <a:ext cx="12192000" cy="0"/>
            </a:xfrm>
            <a:prstGeom prst="line">
              <a:avLst/>
            </a:prstGeom>
            <a:noFill/>
            <a:ln w="6350" cap="rnd" cmpd="sng" algn="ctr">
              <a:solidFill>
                <a:srgbClr val="E9D6F2">
                  <a:alpha val="43922"/>
                </a:srgbClr>
              </a:solidFill>
              <a:prstDash val="solid"/>
              <a:round/>
            </a:ln>
            <a:effectLst/>
          </p:spPr>
        </p:cxnSp>
        <p:cxnSp>
          <p:nvCxnSpPr>
            <p:cNvPr id="289" name="小李PPT11-12">
              <a:extLst>
                <a:ext uri="{FF2B5EF4-FFF2-40B4-BE49-F238E27FC236}">
                  <a16:creationId xmlns:a16="http://schemas.microsoft.com/office/drawing/2014/main" id="{FC67DC33-8B06-C5A7-285A-18E9A62A83E3}"/>
                </a:ext>
              </a:extLst>
            </p:cNvPr>
            <p:cNvCxnSpPr/>
            <p:nvPr/>
          </p:nvCxnSpPr>
          <p:spPr>
            <a:xfrm>
              <a:off x="0" y="4133392"/>
              <a:ext cx="12192000" cy="0"/>
            </a:xfrm>
            <a:prstGeom prst="line">
              <a:avLst/>
            </a:prstGeom>
            <a:noFill/>
            <a:ln w="6350" cap="rnd" cmpd="sng" algn="ctr">
              <a:solidFill>
                <a:srgbClr val="E9D6F2">
                  <a:alpha val="43922"/>
                </a:srgbClr>
              </a:solidFill>
              <a:prstDash val="solid"/>
              <a:round/>
            </a:ln>
            <a:effectLst/>
          </p:spPr>
        </p:cxnSp>
        <p:cxnSp>
          <p:nvCxnSpPr>
            <p:cNvPr id="290" name="小李PPT11-13">
              <a:extLst>
                <a:ext uri="{FF2B5EF4-FFF2-40B4-BE49-F238E27FC236}">
                  <a16:creationId xmlns:a16="http://schemas.microsoft.com/office/drawing/2014/main" id="{C01CAF94-0D94-A0A5-CC17-8DA7676E27D4}"/>
                </a:ext>
              </a:extLst>
            </p:cNvPr>
            <p:cNvCxnSpPr/>
            <p:nvPr/>
          </p:nvCxnSpPr>
          <p:spPr>
            <a:xfrm>
              <a:off x="0" y="4482693"/>
              <a:ext cx="12192000" cy="0"/>
            </a:xfrm>
            <a:prstGeom prst="line">
              <a:avLst/>
            </a:prstGeom>
            <a:noFill/>
            <a:ln w="6350" cap="rnd" cmpd="sng" algn="ctr">
              <a:solidFill>
                <a:srgbClr val="E9D6F2">
                  <a:alpha val="43922"/>
                </a:srgbClr>
              </a:solidFill>
              <a:prstDash val="solid"/>
              <a:round/>
            </a:ln>
            <a:effectLst/>
          </p:spPr>
        </p:cxnSp>
        <p:cxnSp>
          <p:nvCxnSpPr>
            <p:cNvPr id="291" name="小李PPT11-14">
              <a:extLst>
                <a:ext uri="{FF2B5EF4-FFF2-40B4-BE49-F238E27FC236}">
                  <a16:creationId xmlns:a16="http://schemas.microsoft.com/office/drawing/2014/main" id="{3C424704-4D6B-B42A-4418-44F53C830A7C}"/>
                </a:ext>
              </a:extLst>
            </p:cNvPr>
            <p:cNvCxnSpPr/>
            <p:nvPr/>
          </p:nvCxnSpPr>
          <p:spPr>
            <a:xfrm>
              <a:off x="0" y="4831994"/>
              <a:ext cx="12192000" cy="0"/>
            </a:xfrm>
            <a:prstGeom prst="line">
              <a:avLst/>
            </a:prstGeom>
            <a:noFill/>
            <a:ln w="6350" cap="rnd" cmpd="sng" algn="ctr">
              <a:solidFill>
                <a:srgbClr val="E9D6F2">
                  <a:alpha val="43922"/>
                </a:srgbClr>
              </a:solidFill>
              <a:prstDash val="solid"/>
              <a:round/>
            </a:ln>
            <a:effectLst/>
          </p:spPr>
        </p:cxnSp>
        <p:cxnSp>
          <p:nvCxnSpPr>
            <p:cNvPr id="292" name="小李PPT11-15">
              <a:extLst>
                <a:ext uri="{FF2B5EF4-FFF2-40B4-BE49-F238E27FC236}">
                  <a16:creationId xmlns:a16="http://schemas.microsoft.com/office/drawing/2014/main" id="{1B0613AC-5DAE-A539-F142-5B4B136F0118}"/>
                </a:ext>
              </a:extLst>
            </p:cNvPr>
            <p:cNvCxnSpPr/>
            <p:nvPr/>
          </p:nvCxnSpPr>
          <p:spPr>
            <a:xfrm>
              <a:off x="0" y="5181294"/>
              <a:ext cx="12192000" cy="0"/>
            </a:xfrm>
            <a:prstGeom prst="line">
              <a:avLst/>
            </a:prstGeom>
            <a:noFill/>
            <a:ln w="6350" cap="rnd" cmpd="sng" algn="ctr">
              <a:solidFill>
                <a:srgbClr val="E9D6F2">
                  <a:alpha val="43922"/>
                </a:srgbClr>
              </a:solidFill>
              <a:prstDash val="solid"/>
              <a:round/>
            </a:ln>
            <a:effectLst/>
          </p:spPr>
        </p:cxnSp>
        <p:cxnSp>
          <p:nvCxnSpPr>
            <p:cNvPr id="293" name="小李PPT11-16">
              <a:extLst>
                <a:ext uri="{FF2B5EF4-FFF2-40B4-BE49-F238E27FC236}">
                  <a16:creationId xmlns:a16="http://schemas.microsoft.com/office/drawing/2014/main" id="{A82AC189-FB20-5A34-F29A-29BC661D40C1}"/>
                </a:ext>
              </a:extLst>
            </p:cNvPr>
            <p:cNvCxnSpPr/>
            <p:nvPr/>
          </p:nvCxnSpPr>
          <p:spPr>
            <a:xfrm>
              <a:off x="0" y="5530595"/>
              <a:ext cx="12192000" cy="0"/>
            </a:xfrm>
            <a:prstGeom prst="line">
              <a:avLst/>
            </a:prstGeom>
            <a:noFill/>
            <a:ln w="6350" cap="rnd" cmpd="sng" algn="ctr">
              <a:solidFill>
                <a:srgbClr val="E9D6F2">
                  <a:alpha val="43922"/>
                </a:srgbClr>
              </a:solidFill>
              <a:prstDash val="solid"/>
              <a:round/>
            </a:ln>
            <a:effectLst/>
          </p:spPr>
        </p:cxnSp>
        <p:cxnSp>
          <p:nvCxnSpPr>
            <p:cNvPr id="294" name="小李PPT11-17">
              <a:extLst>
                <a:ext uri="{FF2B5EF4-FFF2-40B4-BE49-F238E27FC236}">
                  <a16:creationId xmlns:a16="http://schemas.microsoft.com/office/drawing/2014/main" id="{76B83A31-2D9E-D7BD-CA39-2AE556A84190}"/>
                </a:ext>
              </a:extLst>
            </p:cNvPr>
            <p:cNvCxnSpPr/>
            <p:nvPr/>
          </p:nvCxnSpPr>
          <p:spPr>
            <a:xfrm rot="5400000">
              <a:off x="2180157" y="3429001"/>
              <a:ext cx="6857998" cy="0"/>
            </a:xfrm>
            <a:prstGeom prst="line">
              <a:avLst/>
            </a:prstGeom>
            <a:noFill/>
            <a:ln w="6350" cap="rnd" cmpd="sng" algn="ctr">
              <a:solidFill>
                <a:srgbClr val="E9D6F2">
                  <a:alpha val="43922"/>
                </a:srgbClr>
              </a:solidFill>
              <a:prstDash val="solid"/>
              <a:round/>
            </a:ln>
            <a:effectLst/>
          </p:spPr>
        </p:cxnSp>
        <p:cxnSp>
          <p:nvCxnSpPr>
            <p:cNvPr id="295" name="小李PPT11-18">
              <a:extLst>
                <a:ext uri="{FF2B5EF4-FFF2-40B4-BE49-F238E27FC236}">
                  <a16:creationId xmlns:a16="http://schemas.microsoft.com/office/drawing/2014/main" id="{895F1AE6-1ED3-945C-7DBD-11795EA54ABE}"/>
                </a:ext>
              </a:extLst>
            </p:cNvPr>
            <p:cNvCxnSpPr/>
            <p:nvPr/>
          </p:nvCxnSpPr>
          <p:spPr>
            <a:xfrm rot="5400000">
              <a:off x="1826337" y="3429001"/>
              <a:ext cx="6857998" cy="0"/>
            </a:xfrm>
            <a:prstGeom prst="line">
              <a:avLst/>
            </a:prstGeom>
            <a:noFill/>
            <a:ln w="6350" cap="rnd" cmpd="sng" algn="ctr">
              <a:solidFill>
                <a:srgbClr val="E9D6F2">
                  <a:alpha val="43922"/>
                </a:srgbClr>
              </a:solidFill>
              <a:prstDash val="solid"/>
              <a:round/>
            </a:ln>
            <a:effectLst/>
          </p:spPr>
        </p:cxnSp>
        <p:cxnSp>
          <p:nvCxnSpPr>
            <p:cNvPr id="296" name="小李PPT11-19">
              <a:extLst>
                <a:ext uri="{FF2B5EF4-FFF2-40B4-BE49-F238E27FC236}">
                  <a16:creationId xmlns:a16="http://schemas.microsoft.com/office/drawing/2014/main" id="{762323E0-65C1-CE4A-4F8F-B2AA3BD5F737}"/>
                </a:ext>
              </a:extLst>
            </p:cNvPr>
            <p:cNvCxnSpPr/>
            <p:nvPr/>
          </p:nvCxnSpPr>
          <p:spPr>
            <a:xfrm rot="5400000">
              <a:off x="1472518" y="3429001"/>
              <a:ext cx="6857998" cy="0"/>
            </a:xfrm>
            <a:prstGeom prst="line">
              <a:avLst/>
            </a:prstGeom>
            <a:noFill/>
            <a:ln w="6350" cap="rnd" cmpd="sng" algn="ctr">
              <a:solidFill>
                <a:srgbClr val="E9D6F2">
                  <a:alpha val="43922"/>
                </a:srgbClr>
              </a:solidFill>
              <a:prstDash val="solid"/>
              <a:round/>
            </a:ln>
            <a:effectLst/>
          </p:spPr>
        </p:cxnSp>
        <p:cxnSp>
          <p:nvCxnSpPr>
            <p:cNvPr id="297" name="小李PPT11-20">
              <a:extLst>
                <a:ext uri="{FF2B5EF4-FFF2-40B4-BE49-F238E27FC236}">
                  <a16:creationId xmlns:a16="http://schemas.microsoft.com/office/drawing/2014/main" id="{F16FA46A-61DA-8608-A3F1-EB417B6C7478}"/>
                </a:ext>
              </a:extLst>
            </p:cNvPr>
            <p:cNvCxnSpPr/>
            <p:nvPr/>
          </p:nvCxnSpPr>
          <p:spPr>
            <a:xfrm rot="5400000">
              <a:off x="1118698" y="3429001"/>
              <a:ext cx="6857998" cy="0"/>
            </a:xfrm>
            <a:prstGeom prst="line">
              <a:avLst/>
            </a:prstGeom>
            <a:noFill/>
            <a:ln w="6350" cap="rnd" cmpd="sng" algn="ctr">
              <a:solidFill>
                <a:srgbClr val="E9D6F2">
                  <a:alpha val="43922"/>
                </a:srgbClr>
              </a:solidFill>
              <a:prstDash val="solid"/>
              <a:round/>
            </a:ln>
            <a:effectLst/>
          </p:spPr>
        </p:cxnSp>
        <p:cxnSp>
          <p:nvCxnSpPr>
            <p:cNvPr id="298" name="小李PPT11-21">
              <a:extLst>
                <a:ext uri="{FF2B5EF4-FFF2-40B4-BE49-F238E27FC236}">
                  <a16:creationId xmlns:a16="http://schemas.microsoft.com/office/drawing/2014/main" id="{837CC4D4-E4DB-55F1-C903-5BAFBE536376}"/>
                </a:ext>
              </a:extLst>
            </p:cNvPr>
            <p:cNvCxnSpPr/>
            <p:nvPr/>
          </p:nvCxnSpPr>
          <p:spPr>
            <a:xfrm rot="5400000">
              <a:off x="764879" y="3429001"/>
              <a:ext cx="6857998" cy="0"/>
            </a:xfrm>
            <a:prstGeom prst="line">
              <a:avLst/>
            </a:prstGeom>
            <a:noFill/>
            <a:ln w="6350" cap="rnd" cmpd="sng" algn="ctr">
              <a:solidFill>
                <a:srgbClr val="E9D6F2">
                  <a:alpha val="43922"/>
                </a:srgbClr>
              </a:solidFill>
              <a:prstDash val="solid"/>
              <a:round/>
            </a:ln>
            <a:effectLst/>
          </p:spPr>
        </p:cxnSp>
        <p:cxnSp>
          <p:nvCxnSpPr>
            <p:cNvPr id="299" name="小李PPT11-22">
              <a:extLst>
                <a:ext uri="{FF2B5EF4-FFF2-40B4-BE49-F238E27FC236}">
                  <a16:creationId xmlns:a16="http://schemas.microsoft.com/office/drawing/2014/main" id="{A18F6059-82B4-C7AD-5331-2ACCF967110E}"/>
                </a:ext>
              </a:extLst>
            </p:cNvPr>
            <p:cNvCxnSpPr/>
            <p:nvPr/>
          </p:nvCxnSpPr>
          <p:spPr>
            <a:xfrm rot="5400000">
              <a:off x="411061" y="3429001"/>
              <a:ext cx="6857998" cy="0"/>
            </a:xfrm>
            <a:prstGeom prst="line">
              <a:avLst/>
            </a:prstGeom>
            <a:noFill/>
            <a:ln w="6350" cap="rnd" cmpd="sng" algn="ctr">
              <a:solidFill>
                <a:srgbClr val="E9D6F2">
                  <a:alpha val="43922"/>
                </a:srgbClr>
              </a:solidFill>
              <a:prstDash val="solid"/>
              <a:round/>
            </a:ln>
            <a:effectLst/>
          </p:spPr>
        </p:cxnSp>
        <p:cxnSp>
          <p:nvCxnSpPr>
            <p:cNvPr id="300" name="小李PPT11-23">
              <a:extLst>
                <a:ext uri="{FF2B5EF4-FFF2-40B4-BE49-F238E27FC236}">
                  <a16:creationId xmlns:a16="http://schemas.microsoft.com/office/drawing/2014/main" id="{A9A85CAC-8B8C-CFE6-AB4A-7F43E4A9D781}"/>
                </a:ext>
              </a:extLst>
            </p:cNvPr>
            <p:cNvCxnSpPr/>
            <p:nvPr/>
          </p:nvCxnSpPr>
          <p:spPr>
            <a:xfrm rot="5400000">
              <a:off x="57241" y="3429001"/>
              <a:ext cx="6857998" cy="0"/>
            </a:xfrm>
            <a:prstGeom prst="line">
              <a:avLst/>
            </a:prstGeom>
            <a:noFill/>
            <a:ln w="6350" cap="rnd" cmpd="sng" algn="ctr">
              <a:solidFill>
                <a:srgbClr val="E9D6F2">
                  <a:alpha val="43922"/>
                </a:srgbClr>
              </a:solidFill>
              <a:prstDash val="solid"/>
              <a:round/>
            </a:ln>
            <a:effectLst/>
          </p:spPr>
        </p:cxnSp>
        <p:cxnSp>
          <p:nvCxnSpPr>
            <p:cNvPr id="301" name="小李PPT11-24">
              <a:extLst>
                <a:ext uri="{FF2B5EF4-FFF2-40B4-BE49-F238E27FC236}">
                  <a16:creationId xmlns:a16="http://schemas.microsoft.com/office/drawing/2014/main" id="{A084D740-B9DB-BA65-905B-6C99371D7667}"/>
                </a:ext>
              </a:extLst>
            </p:cNvPr>
            <p:cNvCxnSpPr/>
            <p:nvPr/>
          </p:nvCxnSpPr>
          <p:spPr>
            <a:xfrm rot="5400000">
              <a:off x="-296578" y="3429001"/>
              <a:ext cx="6857998" cy="0"/>
            </a:xfrm>
            <a:prstGeom prst="line">
              <a:avLst/>
            </a:prstGeom>
            <a:noFill/>
            <a:ln w="6350" cap="rnd" cmpd="sng" algn="ctr">
              <a:solidFill>
                <a:srgbClr val="E9D6F2">
                  <a:alpha val="43922"/>
                </a:srgbClr>
              </a:solidFill>
              <a:prstDash val="solid"/>
              <a:round/>
            </a:ln>
            <a:effectLst/>
          </p:spPr>
        </p:cxnSp>
        <p:cxnSp>
          <p:nvCxnSpPr>
            <p:cNvPr id="302" name="小李PPT11-25">
              <a:extLst>
                <a:ext uri="{FF2B5EF4-FFF2-40B4-BE49-F238E27FC236}">
                  <a16:creationId xmlns:a16="http://schemas.microsoft.com/office/drawing/2014/main" id="{4BC52A2B-58EE-7F90-8026-B11F33CD56A7}"/>
                </a:ext>
              </a:extLst>
            </p:cNvPr>
            <p:cNvCxnSpPr/>
            <p:nvPr/>
          </p:nvCxnSpPr>
          <p:spPr>
            <a:xfrm rot="5400000">
              <a:off x="-650398" y="3429001"/>
              <a:ext cx="6857998" cy="0"/>
            </a:xfrm>
            <a:prstGeom prst="line">
              <a:avLst/>
            </a:prstGeom>
            <a:noFill/>
            <a:ln w="6350" cap="rnd" cmpd="sng" algn="ctr">
              <a:solidFill>
                <a:srgbClr val="E9D6F2">
                  <a:alpha val="43922"/>
                </a:srgbClr>
              </a:solidFill>
              <a:prstDash val="solid"/>
              <a:round/>
            </a:ln>
            <a:effectLst/>
          </p:spPr>
        </p:cxnSp>
        <p:cxnSp>
          <p:nvCxnSpPr>
            <p:cNvPr id="303" name="小李PPT11-26">
              <a:extLst>
                <a:ext uri="{FF2B5EF4-FFF2-40B4-BE49-F238E27FC236}">
                  <a16:creationId xmlns:a16="http://schemas.microsoft.com/office/drawing/2014/main" id="{A6CBAFE8-1219-FADF-D00C-CEF2C972633A}"/>
                </a:ext>
              </a:extLst>
            </p:cNvPr>
            <p:cNvCxnSpPr/>
            <p:nvPr/>
          </p:nvCxnSpPr>
          <p:spPr>
            <a:xfrm rot="5400000">
              <a:off x="-1004217" y="3429001"/>
              <a:ext cx="6857998" cy="0"/>
            </a:xfrm>
            <a:prstGeom prst="line">
              <a:avLst/>
            </a:prstGeom>
            <a:noFill/>
            <a:ln w="6350" cap="rnd" cmpd="sng" algn="ctr">
              <a:solidFill>
                <a:srgbClr val="E9D6F2">
                  <a:alpha val="43922"/>
                </a:srgbClr>
              </a:solidFill>
              <a:prstDash val="solid"/>
              <a:round/>
            </a:ln>
            <a:effectLst/>
          </p:spPr>
        </p:cxnSp>
        <p:cxnSp>
          <p:nvCxnSpPr>
            <p:cNvPr id="304" name="小李PPT11-27">
              <a:extLst>
                <a:ext uri="{FF2B5EF4-FFF2-40B4-BE49-F238E27FC236}">
                  <a16:creationId xmlns:a16="http://schemas.microsoft.com/office/drawing/2014/main" id="{DF86F9CC-48C5-E7C3-9A84-2BB52248DB1E}"/>
                </a:ext>
              </a:extLst>
            </p:cNvPr>
            <p:cNvCxnSpPr/>
            <p:nvPr/>
          </p:nvCxnSpPr>
          <p:spPr>
            <a:xfrm rot="5400000">
              <a:off x="-1358036" y="3429001"/>
              <a:ext cx="6857998" cy="0"/>
            </a:xfrm>
            <a:prstGeom prst="line">
              <a:avLst/>
            </a:prstGeom>
            <a:noFill/>
            <a:ln w="6350" cap="rnd" cmpd="sng" algn="ctr">
              <a:solidFill>
                <a:srgbClr val="E9D6F2">
                  <a:alpha val="43922"/>
                </a:srgbClr>
              </a:solidFill>
              <a:prstDash val="solid"/>
              <a:round/>
            </a:ln>
            <a:effectLst/>
          </p:spPr>
        </p:cxnSp>
        <p:cxnSp>
          <p:nvCxnSpPr>
            <p:cNvPr id="305" name="小李PPT11-28">
              <a:extLst>
                <a:ext uri="{FF2B5EF4-FFF2-40B4-BE49-F238E27FC236}">
                  <a16:creationId xmlns:a16="http://schemas.microsoft.com/office/drawing/2014/main" id="{634DDDD0-AD3A-E164-6A22-7EA73F0DF471}"/>
                </a:ext>
              </a:extLst>
            </p:cNvPr>
            <p:cNvCxnSpPr/>
            <p:nvPr/>
          </p:nvCxnSpPr>
          <p:spPr>
            <a:xfrm rot="5400000">
              <a:off x="-1711856" y="3429001"/>
              <a:ext cx="6857998" cy="0"/>
            </a:xfrm>
            <a:prstGeom prst="line">
              <a:avLst/>
            </a:prstGeom>
            <a:noFill/>
            <a:ln w="6350" cap="rnd" cmpd="sng" algn="ctr">
              <a:solidFill>
                <a:srgbClr val="E9D6F2">
                  <a:alpha val="43922"/>
                </a:srgbClr>
              </a:solidFill>
              <a:prstDash val="solid"/>
              <a:round/>
            </a:ln>
            <a:effectLst/>
          </p:spPr>
        </p:cxnSp>
        <p:cxnSp>
          <p:nvCxnSpPr>
            <p:cNvPr id="306" name="小李PPT11-29">
              <a:extLst>
                <a:ext uri="{FF2B5EF4-FFF2-40B4-BE49-F238E27FC236}">
                  <a16:creationId xmlns:a16="http://schemas.microsoft.com/office/drawing/2014/main" id="{E8411CF7-545D-7752-3880-A26682214D26}"/>
                </a:ext>
              </a:extLst>
            </p:cNvPr>
            <p:cNvCxnSpPr/>
            <p:nvPr/>
          </p:nvCxnSpPr>
          <p:spPr>
            <a:xfrm rot="5400000">
              <a:off x="-2065675" y="3429001"/>
              <a:ext cx="6857998" cy="0"/>
            </a:xfrm>
            <a:prstGeom prst="line">
              <a:avLst/>
            </a:prstGeom>
            <a:noFill/>
            <a:ln w="6350" cap="rnd" cmpd="sng" algn="ctr">
              <a:solidFill>
                <a:srgbClr val="E9D6F2">
                  <a:alpha val="43922"/>
                </a:srgbClr>
              </a:solidFill>
              <a:prstDash val="solid"/>
              <a:round/>
            </a:ln>
            <a:effectLst/>
          </p:spPr>
        </p:cxnSp>
        <p:cxnSp>
          <p:nvCxnSpPr>
            <p:cNvPr id="307" name="小李PPT11-30">
              <a:extLst>
                <a:ext uri="{FF2B5EF4-FFF2-40B4-BE49-F238E27FC236}">
                  <a16:creationId xmlns:a16="http://schemas.microsoft.com/office/drawing/2014/main" id="{9C9BE50B-BAF8-F983-8B86-ADF4C2A49155}"/>
                </a:ext>
              </a:extLst>
            </p:cNvPr>
            <p:cNvCxnSpPr/>
            <p:nvPr/>
          </p:nvCxnSpPr>
          <p:spPr>
            <a:xfrm rot="5400000">
              <a:off x="-2419495" y="3429001"/>
              <a:ext cx="6857998" cy="0"/>
            </a:xfrm>
            <a:prstGeom prst="line">
              <a:avLst/>
            </a:prstGeom>
            <a:noFill/>
            <a:ln w="6350" cap="rnd" cmpd="sng" algn="ctr">
              <a:solidFill>
                <a:srgbClr val="E9D6F2">
                  <a:alpha val="43922"/>
                </a:srgbClr>
              </a:solidFill>
              <a:prstDash val="solid"/>
              <a:round/>
            </a:ln>
            <a:effectLst/>
          </p:spPr>
        </p:cxnSp>
        <p:cxnSp>
          <p:nvCxnSpPr>
            <p:cNvPr id="308" name="小李PPT11-31">
              <a:extLst>
                <a:ext uri="{FF2B5EF4-FFF2-40B4-BE49-F238E27FC236}">
                  <a16:creationId xmlns:a16="http://schemas.microsoft.com/office/drawing/2014/main" id="{207652CB-EEE9-9E62-ED0C-C5538C2293AA}"/>
                </a:ext>
              </a:extLst>
            </p:cNvPr>
            <p:cNvCxnSpPr/>
            <p:nvPr/>
          </p:nvCxnSpPr>
          <p:spPr>
            <a:xfrm rot="5400000">
              <a:off x="-2773314" y="3429001"/>
              <a:ext cx="6857998" cy="0"/>
            </a:xfrm>
            <a:prstGeom prst="line">
              <a:avLst/>
            </a:prstGeom>
            <a:noFill/>
            <a:ln w="6350" cap="rnd" cmpd="sng" algn="ctr">
              <a:solidFill>
                <a:srgbClr val="E9D6F2">
                  <a:alpha val="43922"/>
                </a:srgbClr>
              </a:solidFill>
              <a:prstDash val="solid"/>
              <a:round/>
            </a:ln>
            <a:effectLst/>
          </p:spPr>
        </p:cxnSp>
        <p:cxnSp>
          <p:nvCxnSpPr>
            <p:cNvPr id="309" name="小李PPT11-32">
              <a:extLst>
                <a:ext uri="{FF2B5EF4-FFF2-40B4-BE49-F238E27FC236}">
                  <a16:creationId xmlns:a16="http://schemas.microsoft.com/office/drawing/2014/main" id="{6E042C72-6234-B5FE-0F29-46E45950958C}"/>
                </a:ext>
              </a:extLst>
            </p:cNvPr>
            <p:cNvCxnSpPr/>
            <p:nvPr/>
          </p:nvCxnSpPr>
          <p:spPr>
            <a:xfrm rot="5400000">
              <a:off x="-3127134" y="3429001"/>
              <a:ext cx="6857998" cy="0"/>
            </a:xfrm>
            <a:prstGeom prst="line">
              <a:avLst/>
            </a:prstGeom>
            <a:noFill/>
            <a:ln w="6350" cap="rnd" cmpd="sng" algn="ctr">
              <a:solidFill>
                <a:srgbClr val="E9D6F2">
                  <a:alpha val="43922"/>
                </a:srgbClr>
              </a:solidFill>
              <a:prstDash val="solid"/>
              <a:round/>
            </a:ln>
            <a:effectLst/>
          </p:spPr>
        </p:cxnSp>
        <p:cxnSp>
          <p:nvCxnSpPr>
            <p:cNvPr id="310" name="小李PPT11-33">
              <a:extLst>
                <a:ext uri="{FF2B5EF4-FFF2-40B4-BE49-F238E27FC236}">
                  <a16:creationId xmlns:a16="http://schemas.microsoft.com/office/drawing/2014/main" id="{049B3365-36B4-07A8-6740-9088C537C85B}"/>
                </a:ext>
              </a:extLst>
            </p:cNvPr>
            <p:cNvCxnSpPr/>
            <p:nvPr/>
          </p:nvCxnSpPr>
          <p:spPr>
            <a:xfrm rot="5400000">
              <a:off x="6781801" y="3429001"/>
              <a:ext cx="6857998" cy="0"/>
            </a:xfrm>
            <a:prstGeom prst="line">
              <a:avLst/>
            </a:prstGeom>
            <a:noFill/>
            <a:ln w="6350" cap="rnd" cmpd="sng" algn="ctr">
              <a:solidFill>
                <a:srgbClr val="E9D6F2">
                  <a:alpha val="43922"/>
                </a:srgbClr>
              </a:solidFill>
              <a:prstDash val="solid"/>
              <a:round/>
            </a:ln>
            <a:effectLst/>
          </p:spPr>
        </p:cxnSp>
        <p:cxnSp>
          <p:nvCxnSpPr>
            <p:cNvPr id="311" name="小李PPT11-34">
              <a:extLst>
                <a:ext uri="{FF2B5EF4-FFF2-40B4-BE49-F238E27FC236}">
                  <a16:creationId xmlns:a16="http://schemas.microsoft.com/office/drawing/2014/main" id="{420CD8AD-E89C-827A-ABCF-1CEBFF0419BA}"/>
                </a:ext>
              </a:extLst>
            </p:cNvPr>
            <p:cNvCxnSpPr/>
            <p:nvPr/>
          </p:nvCxnSpPr>
          <p:spPr>
            <a:xfrm rot="5400000">
              <a:off x="6427982" y="3429001"/>
              <a:ext cx="6857998" cy="0"/>
            </a:xfrm>
            <a:prstGeom prst="line">
              <a:avLst/>
            </a:prstGeom>
            <a:noFill/>
            <a:ln w="6350" cap="rnd" cmpd="sng" algn="ctr">
              <a:solidFill>
                <a:srgbClr val="E9D6F2">
                  <a:alpha val="43922"/>
                </a:srgbClr>
              </a:solidFill>
              <a:prstDash val="solid"/>
              <a:round/>
            </a:ln>
            <a:effectLst/>
          </p:spPr>
        </p:cxnSp>
        <p:cxnSp>
          <p:nvCxnSpPr>
            <p:cNvPr id="312" name="小李PPT11-35">
              <a:extLst>
                <a:ext uri="{FF2B5EF4-FFF2-40B4-BE49-F238E27FC236}">
                  <a16:creationId xmlns:a16="http://schemas.microsoft.com/office/drawing/2014/main" id="{137F6894-5BEE-7333-0AA7-51A1C2BAD20B}"/>
                </a:ext>
              </a:extLst>
            </p:cNvPr>
            <p:cNvCxnSpPr/>
            <p:nvPr/>
          </p:nvCxnSpPr>
          <p:spPr>
            <a:xfrm rot="5400000">
              <a:off x="6074162" y="3429001"/>
              <a:ext cx="6857998" cy="0"/>
            </a:xfrm>
            <a:prstGeom prst="line">
              <a:avLst/>
            </a:prstGeom>
            <a:noFill/>
            <a:ln w="6350" cap="rnd" cmpd="sng" algn="ctr">
              <a:solidFill>
                <a:srgbClr val="E9D6F2">
                  <a:alpha val="43922"/>
                </a:srgbClr>
              </a:solidFill>
              <a:prstDash val="solid"/>
              <a:round/>
            </a:ln>
            <a:effectLst/>
          </p:spPr>
        </p:cxnSp>
        <p:cxnSp>
          <p:nvCxnSpPr>
            <p:cNvPr id="313" name="小李PPT11-36">
              <a:extLst>
                <a:ext uri="{FF2B5EF4-FFF2-40B4-BE49-F238E27FC236}">
                  <a16:creationId xmlns:a16="http://schemas.microsoft.com/office/drawing/2014/main" id="{277488F4-28EB-DBB0-868B-C75D2ED71605}"/>
                </a:ext>
              </a:extLst>
            </p:cNvPr>
            <p:cNvCxnSpPr/>
            <p:nvPr/>
          </p:nvCxnSpPr>
          <p:spPr>
            <a:xfrm rot="5400000">
              <a:off x="5720343" y="3429001"/>
              <a:ext cx="6857998" cy="0"/>
            </a:xfrm>
            <a:prstGeom prst="line">
              <a:avLst/>
            </a:prstGeom>
            <a:noFill/>
            <a:ln w="6350" cap="rnd" cmpd="sng" algn="ctr">
              <a:solidFill>
                <a:srgbClr val="E9D6F2">
                  <a:alpha val="43922"/>
                </a:srgbClr>
              </a:solidFill>
              <a:prstDash val="solid"/>
              <a:round/>
            </a:ln>
            <a:effectLst/>
          </p:spPr>
        </p:cxnSp>
        <p:cxnSp>
          <p:nvCxnSpPr>
            <p:cNvPr id="314" name="小李PPT11-37">
              <a:extLst>
                <a:ext uri="{FF2B5EF4-FFF2-40B4-BE49-F238E27FC236}">
                  <a16:creationId xmlns:a16="http://schemas.microsoft.com/office/drawing/2014/main" id="{87F177A2-A3F1-22FA-9DBD-ABFD01923873}"/>
                </a:ext>
              </a:extLst>
            </p:cNvPr>
            <p:cNvCxnSpPr/>
            <p:nvPr/>
          </p:nvCxnSpPr>
          <p:spPr>
            <a:xfrm rot="5400000">
              <a:off x="5366523" y="3429001"/>
              <a:ext cx="6857998" cy="0"/>
            </a:xfrm>
            <a:prstGeom prst="line">
              <a:avLst/>
            </a:prstGeom>
            <a:noFill/>
            <a:ln w="6350" cap="sq" cmpd="dbl" algn="ctr">
              <a:solidFill>
                <a:srgbClr val="E9D6F2">
                  <a:alpha val="43922"/>
                </a:srgbClr>
              </a:solidFill>
              <a:prstDash val="solid"/>
              <a:round/>
            </a:ln>
            <a:effectLst/>
          </p:spPr>
        </p:cxnSp>
        <p:cxnSp>
          <p:nvCxnSpPr>
            <p:cNvPr id="315" name="小李PPT11-38">
              <a:extLst>
                <a:ext uri="{FF2B5EF4-FFF2-40B4-BE49-F238E27FC236}">
                  <a16:creationId xmlns:a16="http://schemas.microsoft.com/office/drawing/2014/main" id="{0AECCCE5-CE1D-767C-75D0-BAF3B6E005EE}"/>
                </a:ext>
              </a:extLst>
            </p:cNvPr>
            <p:cNvCxnSpPr/>
            <p:nvPr/>
          </p:nvCxnSpPr>
          <p:spPr>
            <a:xfrm rot="5400000">
              <a:off x="5012704" y="3429001"/>
              <a:ext cx="6857998" cy="0"/>
            </a:xfrm>
            <a:prstGeom prst="line">
              <a:avLst/>
            </a:prstGeom>
            <a:noFill/>
            <a:ln w="6350" cap="rnd" cmpd="sng" algn="ctr">
              <a:solidFill>
                <a:srgbClr val="E9D6F2">
                  <a:alpha val="43922"/>
                </a:srgbClr>
              </a:solidFill>
              <a:prstDash val="solid"/>
              <a:round/>
            </a:ln>
            <a:effectLst/>
          </p:spPr>
        </p:cxnSp>
        <p:cxnSp>
          <p:nvCxnSpPr>
            <p:cNvPr id="316" name="小李PPT11-39">
              <a:extLst>
                <a:ext uri="{FF2B5EF4-FFF2-40B4-BE49-F238E27FC236}">
                  <a16:creationId xmlns:a16="http://schemas.microsoft.com/office/drawing/2014/main" id="{CB7F1A7A-E6A0-7A68-3F2B-34A01BDAC13B}"/>
                </a:ext>
              </a:extLst>
            </p:cNvPr>
            <p:cNvCxnSpPr/>
            <p:nvPr/>
          </p:nvCxnSpPr>
          <p:spPr>
            <a:xfrm rot="5400000">
              <a:off x="4658885" y="3429001"/>
              <a:ext cx="6857998" cy="0"/>
            </a:xfrm>
            <a:prstGeom prst="line">
              <a:avLst/>
            </a:prstGeom>
            <a:noFill/>
            <a:ln w="6350" cap="rnd" cmpd="sng" algn="ctr">
              <a:solidFill>
                <a:srgbClr val="E9D6F2">
                  <a:alpha val="43922"/>
                </a:srgbClr>
              </a:solidFill>
              <a:prstDash val="solid"/>
              <a:round/>
            </a:ln>
            <a:effectLst/>
          </p:spPr>
        </p:cxnSp>
        <p:cxnSp>
          <p:nvCxnSpPr>
            <p:cNvPr id="317" name="小李PPT11-40">
              <a:extLst>
                <a:ext uri="{FF2B5EF4-FFF2-40B4-BE49-F238E27FC236}">
                  <a16:creationId xmlns:a16="http://schemas.microsoft.com/office/drawing/2014/main" id="{9E312751-11DF-6422-C789-4B449ADC5DE9}"/>
                </a:ext>
              </a:extLst>
            </p:cNvPr>
            <p:cNvCxnSpPr/>
            <p:nvPr/>
          </p:nvCxnSpPr>
          <p:spPr>
            <a:xfrm rot="5400000">
              <a:off x="4305065" y="3429001"/>
              <a:ext cx="6857998" cy="0"/>
            </a:xfrm>
            <a:prstGeom prst="line">
              <a:avLst/>
            </a:prstGeom>
            <a:noFill/>
            <a:ln w="6350" cap="rnd" cmpd="sng" algn="ctr">
              <a:solidFill>
                <a:srgbClr val="E9D6F2">
                  <a:alpha val="43922"/>
                </a:srgbClr>
              </a:solidFill>
              <a:prstDash val="solid"/>
              <a:round/>
            </a:ln>
            <a:effectLst/>
          </p:spPr>
        </p:cxnSp>
        <p:cxnSp>
          <p:nvCxnSpPr>
            <p:cNvPr id="318" name="小李PPT11-41">
              <a:extLst>
                <a:ext uri="{FF2B5EF4-FFF2-40B4-BE49-F238E27FC236}">
                  <a16:creationId xmlns:a16="http://schemas.microsoft.com/office/drawing/2014/main" id="{F61C06DF-F39E-C689-56B9-7D96478DB0A2}"/>
                </a:ext>
              </a:extLst>
            </p:cNvPr>
            <p:cNvCxnSpPr/>
            <p:nvPr/>
          </p:nvCxnSpPr>
          <p:spPr>
            <a:xfrm rot="5400000">
              <a:off x="3951246" y="3429001"/>
              <a:ext cx="6857998" cy="0"/>
            </a:xfrm>
            <a:prstGeom prst="line">
              <a:avLst/>
            </a:prstGeom>
            <a:noFill/>
            <a:ln w="6350" cap="rnd" cmpd="sng" algn="ctr">
              <a:solidFill>
                <a:srgbClr val="E9D6F2">
                  <a:alpha val="43922"/>
                </a:srgbClr>
              </a:solidFill>
              <a:prstDash val="solid"/>
              <a:round/>
            </a:ln>
            <a:effectLst/>
          </p:spPr>
        </p:cxnSp>
        <p:cxnSp>
          <p:nvCxnSpPr>
            <p:cNvPr id="319" name="小李PPT11-42">
              <a:extLst>
                <a:ext uri="{FF2B5EF4-FFF2-40B4-BE49-F238E27FC236}">
                  <a16:creationId xmlns:a16="http://schemas.microsoft.com/office/drawing/2014/main" id="{821DE1F9-6A60-BD97-B7F4-92D265C76E6E}"/>
                </a:ext>
              </a:extLst>
            </p:cNvPr>
            <p:cNvCxnSpPr/>
            <p:nvPr/>
          </p:nvCxnSpPr>
          <p:spPr>
            <a:xfrm rot="5400000">
              <a:off x="3597426" y="3429001"/>
              <a:ext cx="6857998" cy="0"/>
            </a:xfrm>
            <a:prstGeom prst="line">
              <a:avLst/>
            </a:prstGeom>
            <a:noFill/>
            <a:ln w="6350" cap="rnd" cmpd="sng" algn="ctr">
              <a:solidFill>
                <a:srgbClr val="E9D6F2">
                  <a:alpha val="43922"/>
                </a:srgbClr>
              </a:solidFill>
              <a:prstDash val="solid"/>
              <a:round/>
            </a:ln>
            <a:effectLst/>
          </p:spPr>
        </p:cxnSp>
        <p:cxnSp>
          <p:nvCxnSpPr>
            <p:cNvPr id="320" name="小李PPT11-43">
              <a:extLst>
                <a:ext uri="{FF2B5EF4-FFF2-40B4-BE49-F238E27FC236}">
                  <a16:creationId xmlns:a16="http://schemas.microsoft.com/office/drawing/2014/main" id="{4DC49DD9-18C9-B5B1-AFC4-AAECE95C9F41}"/>
                </a:ext>
              </a:extLst>
            </p:cNvPr>
            <p:cNvCxnSpPr/>
            <p:nvPr/>
          </p:nvCxnSpPr>
          <p:spPr>
            <a:xfrm rot="5400000">
              <a:off x="3243607" y="3429001"/>
              <a:ext cx="6857998" cy="0"/>
            </a:xfrm>
            <a:prstGeom prst="line">
              <a:avLst/>
            </a:prstGeom>
            <a:noFill/>
            <a:ln w="6350" cap="rnd" cmpd="sng" algn="ctr">
              <a:solidFill>
                <a:srgbClr val="E9D6F2">
                  <a:alpha val="43922"/>
                </a:srgbClr>
              </a:solidFill>
              <a:prstDash val="solid"/>
              <a:round/>
            </a:ln>
            <a:effectLst/>
          </p:spPr>
        </p:cxnSp>
        <p:cxnSp>
          <p:nvCxnSpPr>
            <p:cNvPr id="321" name="小李PPT11-44">
              <a:extLst>
                <a:ext uri="{FF2B5EF4-FFF2-40B4-BE49-F238E27FC236}">
                  <a16:creationId xmlns:a16="http://schemas.microsoft.com/office/drawing/2014/main" id="{7F79D255-A1F0-9774-6C70-8389D2C97FDF}"/>
                </a:ext>
              </a:extLst>
            </p:cNvPr>
            <p:cNvCxnSpPr/>
            <p:nvPr/>
          </p:nvCxnSpPr>
          <p:spPr>
            <a:xfrm rot="5400000">
              <a:off x="2889789" y="3429001"/>
              <a:ext cx="6857998" cy="0"/>
            </a:xfrm>
            <a:prstGeom prst="line">
              <a:avLst/>
            </a:prstGeom>
            <a:noFill/>
            <a:ln w="6350" cap="rnd" cmpd="sng" algn="ctr">
              <a:solidFill>
                <a:srgbClr val="E9D6F2">
                  <a:alpha val="43922"/>
                </a:srgbClr>
              </a:solidFill>
              <a:prstDash val="solid"/>
              <a:round/>
            </a:ln>
            <a:effectLst/>
          </p:spPr>
        </p:cxnSp>
        <p:cxnSp>
          <p:nvCxnSpPr>
            <p:cNvPr id="322" name="小李PPT11-45">
              <a:extLst>
                <a:ext uri="{FF2B5EF4-FFF2-40B4-BE49-F238E27FC236}">
                  <a16:creationId xmlns:a16="http://schemas.microsoft.com/office/drawing/2014/main" id="{AF475B96-315D-746A-65A7-19DC016186CA}"/>
                </a:ext>
              </a:extLst>
            </p:cNvPr>
            <p:cNvCxnSpPr/>
            <p:nvPr/>
          </p:nvCxnSpPr>
          <p:spPr>
            <a:xfrm rot="5400000">
              <a:off x="2535969" y="3429001"/>
              <a:ext cx="6857998" cy="0"/>
            </a:xfrm>
            <a:prstGeom prst="line">
              <a:avLst/>
            </a:prstGeom>
            <a:noFill/>
            <a:ln w="6350" cap="rnd" cmpd="sng" algn="ctr">
              <a:solidFill>
                <a:srgbClr val="E9D6F2">
                  <a:alpha val="43922"/>
                </a:srgbClr>
              </a:solidFill>
              <a:prstDash val="solid"/>
              <a:round/>
            </a:ln>
            <a:effectLst/>
          </p:spPr>
        </p:cxnSp>
        <p:cxnSp>
          <p:nvCxnSpPr>
            <p:cNvPr id="323" name="小李PPT11-46">
              <a:extLst>
                <a:ext uri="{FF2B5EF4-FFF2-40B4-BE49-F238E27FC236}">
                  <a16:creationId xmlns:a16="http://schemas.microsoft.com/office/drawing/2014/main" id="{781B8F5A-DC8E-1A21-CDAF-9A4AC6FE1570}"/>
                </a:ext>
              </a:extLst>
            </p:cNvPr>
            <p:cNvCxnSpPr/>
            <p:nvPr/>
          </p:nvCxnSpPr>
          <p:spPr>
            <a:xfrm>
              <a:off x="0" y="5868315"/>
              <a:ext cx="12192000" cy="0"/>
            </a:xfrm>
            <a:prstGeom prst="line">
              <a:avLst/>
            </a:prstGeom>
            <a:noFill/>
            <a:ln w="6350" cap="rnd" cmpd="sng" algn="ctr">
              <a:solidFill>
                <a:srgbClr val="E9D6F2">
                  <a:alpha val="43922"/>
                </a:srgbClr>
              </a:solidFill>
              <a:prstDash val="solid"/>
              <a:round/>
            </a:ln>
            <a:effectLst/>
          </p:spPr>
        </p:cxnSp>
        <p:cxnSp>
          <p:nvCxnSpPr>
            <p:cNvPr id="324" name="小李PPT11-47">
              <a:extLst>
                <a:ext uri="{FF2B5EF4-FFF2-40B4-BE49-F238E27FC236}">
                  <a16:creationId xmlns:a16="http://schemas.microsoft.com/office/drawing/2014/main" id="{96479C3C-8F94-6780-E275-3B6ACB320E08}"/>
                </a:ext>
              </a:extLst>
            </p:cNvPr>
            <p:cNvCxnSpPr/>
            <p:nvPr/>
          </p:nvCxnSpPr>
          <p:spPr>
            <a:xfrm>
              <a:off x="0" y="6217616"/>
              <a:ext cx="12192000" cy="0"/>
            </a:xfrm>
            <a:prstGeom prst="line">
              <a:avLst/>
            </a:prstGeom>
            <a:noFill/>
            <a:ln w="6350" cap="rnd" cmpd="sng" algn="ctr">
              <a:solidFill>
                <a:srgbClr val="E9D6F2">
                  <a:alpha val="43922"/>
                </a:srgbClr>
              </a:solidFill>
              <a:prstDash val="solid"/>
              <a:round/>
            </a:ln>
            <a:effectLst/>
          </p:spPr>
        </p:cxnSp>
        <p:cxnSp>
          <p:nvCxnSpPr>
            <p:cNvPr id="325" name="小李PPT11-48">
              <a:extLst>
                <a:ext uri="{FF2B5EF4-FFF2-40B4-BE49-F238E27FC236}">
                  <a16:creationId xmlns:a16="http://schemas.microsoft.com/office/drawing/2014/main" id="{E1E294E3-8556-D46B-FF78-3E32C6CFAC92}"/>
                </a:ext>
              </a:extLst>
            </p:cNvPr>
            <p:cNvCxnSpPr/>
            <p:nvPr/>
          </p:nvCxnSpPr>
          <p:spPr>
            <a:xfrm>
              <a:off x="0" y="6566917"/>
              <a:ext cx="12192000" cy="0"/>
            </a:xfrm>
            <a:prstGeom prst="line">
              <a:avLst/>
            </a:prstGeom>
            <a:noFill/>
            <a:ln w="6350" cap="rnd" cmpd="sng" algn="ctr">
              <a:solidFill>
                <a:srgbClr val="E9D6F2">
                  <a:alpha val="43922"/>
                </a:srgbClr>
              </a:solidFill>
              <a:prstDash val="solid"/>
              <a:round/>
            </a:ln>
            <a:effectLst/>
          </p:spPr>
        </p:cxnSp>
        <p:cxnSp>
          <p:nvCxnSpPr>
            <p:cNvPr id="326" name="小李PPT11-49">
              <a:extLst>
                <a:ext uri="{FF2B5EF4-FFF2-40B4-BE49-F238E27FC236}">
                  <a16:creationId xmlns:a16="http://schemas.microsoft.com/office/drawing/2014/main" id="{7346756B-3873-E60D-A288-7E9A8DFEA634}"/>
                </a:ext>
              </a:extLst>
            </p:cNvPr>
            <p:cNvCxnSpPr/>
            <p:nvPr/>
          </p:nvCxnSpPr>
          <p:spPr>
            <a:xfrm rot="5400000">
              <a:off x="8532255" y="3429001"/>
              <a:ext cx="6857998" cy="0"/>
            </a:xfrm>
            <a:prstGeom prst="line">
              <a:avLst/>
            </a:prstGeom>
            <a:noFill/>
            <a:ln w="6350" cap="rnd" cmpd="sng" algn="ctr">
              <a:solidFill>
                <a:srgbClr val="E9D6F2">
                  <a:alpha val="43922"/>
                </a:srgbClr>
              </a:solidFill>
              <a:prstDash val="solid"/>
              <a:round/>
            </a:ln>
            <a:effectLst/>
          </p:spPr>
        </p:cxnSp>
        <p:cxnSp>
          <p:nvCxnSpPr>
            <p:cNvPr id="327" name="小李PPT11-50">
              <a:extLst>
                <a:ext uri="{FF2B5EF4-FFF2-40B4-BE49-F238E27FC236}">
                  <a16:creationId xmlns:a16="http://schemas.microsoft.com/office/drawing/2014/main" id="{0A6E9455-03E3-BADC-DDE6-9A8E6C11EF94}"/>
                </a:ext>
              </a:extLst>
            </p:cNvPr>
            <p:cNvCxnSpPr/>
            <p:nvPr/>
          </p:nvCxnSpPr>
          <p:spPr>
            <a:xfrm rot="5400000">
              <a:off x="8178436" y="3429001"/>
              <a:ext cx="6857998" cy="0"/>
            </a:xfrm>
            <a:prstGeom prst="line">
              <a:avLst/>
            </a:prstGeom>
            <a:noFill/>
            <a:ln w="6350" cap="rnd" cmpd="sng" algn="ctr">
              <a:solidFill>
                <a:srgbClr val="E9D6F2">
                  <a:alpha val="43922"/>
                </a:srgbClr>
              </a:solidFill>
              <a:prstDash val="solid"/>
              <a:round/>
            </a:ln>
            <a:effectLst/>
          </p:spPr>
        </p:cxnSp>
        <p:cxnSp>
          <p:nvCxnSpPr>
            <p:cNvPr id="328" name="小李PPT11-51">
              <a:extLst>
                <a:ext uri="{FF2B5EF4-FFF2-40B4-BE49-F238E27FC236}">
                  <a16:creationId xmlns:a16="http://schemas.microsoft.com/office/drawing/2014/main" id="{2225C28C-74AF-D02A-A946-AF945155C451}"/>
                </a:ext>
              </a:extLst>
            </p:cNvPr>
            <p:cNvCxnSpPr/>
            <p:nvPr/>
          </p:nvCxnSpPr>
          <p:spPr>
            <a:xfrm rot="5400000">
              <a:off x="7824616" y="3429001"/>
              <a:ext cx="6857998" cy="0"/>
            </a:xfrm>
            <a:prstGeom prst="line">
              <a:avLst/>
            </a:prstGeom>
            <a:noFill/>
            <a:ln w="6350" cap="rnd" cmpd="sng" algn="ctr">
              <a:solidFill>
                <a:srgbClr val="E9D6F2">
                  <a:alpha val="43922"/>
                </a:srgbClr>
              </a:solidFill>
              <a:prstDash val="solid"/>
              <a:round/>
            </a:ln>
            <a:effectLst/>
          </p:spPr>
        </p:cxnSp>
        <p:cxnSp>
          <p:nvCxnSpPr>
            <p:cNvPr id="329" name="小李PPT11-52">
              <a:extLst>
                <a:ext uri="{FF2B5EF4-FFF2-40B4-BE49-F238E27FC236}">
                  <a16:creationId xmlns:a16="http://schemas.microsoft.com/office/drawing/2014/main" id="{36812C8E-00B0-954B-26D4-E52E0009D8D6}"/>
                </a:ext>
              </a:extLst>
            </p:cNvPr>
            <p:cNvCxnSpPr/>
            <p:nvPr/>
          </p:nvCxnSpPr>
          <p:spPr>
            <a:xfrm rot="5400000">
              <a:off x="7470797" y="3429001"/>
              <a:ext cx="6857998" cy="0"/>
            </a:xfrm>
            <a:prstGeom prst="line">
              <a:avLst/>
            </a:prstGeom>
            <a:noFill/>
            <a:ln w="6350" cap="rnd" cmpd="sng" algn="ctr">
              <a:solidFill>
                <a:srgbClr val="E9D6F2">
                  <a:alpha val="43922"/>
                </a:srgbClr>
              </a:solidFill>
              <a:prstDash val="solid"/>
              <a:round/>
            </a:ln>
            <a:effectLst/>
          </p:spPr>
        </p:cxnSp>
        <p:cxnSp>
          <p:nvCxnSpPr>
            <p:cNvPr id="330" name="小李PPT11-53">
              <a:extLst>
                <a:ext uri="{FF2B5EF4-FFF2-40B4-BE49-F238E27FC236}">
                  <a16:creationId xmlns:a16="http://schemas.microsoft.com/office/drawing/2014/main" id="{AAA0CBAD-C7A5-2E8C-B487-49E82FAF197F}"/>
                </a:ext>
              </a:extLst>
            </p:cNvPr>
            <p:cNvCxnSpPr/>
            <p:nvPr/>
          </p:nvCxnSpPr>
          <p:spPr>
            <a:xfrm rot="5400000">
              <a:off x="7116978" y="3429001"/>
              <a:ext cx="6857998" cy="0"/>
            </a:xfrm>
            <a:prstGeom prst="line">
              <a:avLst/>
            </a:prstGeom>
            <a:noFill/>
            <a:ln w="6350" cap="rnd" cmpd="sng" algn="ctr">
              <a:solidFill>
                <a:srgbClr val="E9D6F2">
                  <a:alpha val="43922"/>
                </a:srgbClr>
              </a:solidFill>
              <a:prstDash val="solid"/>
              <a:round/>
            </a:ln>
            <a:effectLst/>
          </p:spPr>
        </p:cxnSp>
      </p:grpSp>
      <p:grpSp>
        <p:nvGrpSpPr>
          <p:cNvPr id="332" name="组合 331">
            <a:extLst>
              <a:ext uri="{FF2B5EF4-FFF2-40B4-BE49-F238E27FC236}">
                <a16:creationId xmlns:a16="http://schemas.microsoft.com/office/drawing/2014/main" id="{48CB0609-70FF-2A70-3406-9F56BA4134F6}"/>
              </a:ext>
            </a:extLst>
          </p:cNvPr>
          <p:cNvGrpSpPr/>
          <p:nvPr/>
        </p:nvGrpSpPr>
        <p:grpSpPr>
          <a:xfrm>
            <a:off x="192793" y="185088"/>
            <a:ext cx="5541145" cy="731415"/>
            <a:chOff x="412929" y="337490"/>
            <a:chExt cx="5638629" cy="779029"/>
          </a:xfrm>
        </p:grpSpPr>
        <p:grpSp>
          <p:nvGrpSpPr>
            <p:cNvPr id="68" name="组合 67">
              <a:extLst>
                <a:ext uri="{FF2B5EF4-FFF2-40B4-BE49-F238E27FC236}">
                  <a16:creationId xmlns:a16="http://schemas.microsoft.com/office/drawing/2014/main" id="{DEAD473B-E94B-4204-C07D-2B71699982A3}"/>
                </a:ext>
              </a:extLst>
            </p:cNvPr>
            <p:cNvGrpSpPr/>
            <p:nvPr/>
          </p:nvGrpSpPr>
          <p:grpSpPr>
            <a:xfrm>
              <a:off x="412929" y="337490"/>
              <a:ext cx="5638629" cy="779029"/>
              <a:chOff x="392813" y="373931"/>
              <a:chExt cx="3163915" cy="483849"/>
            </a:xfrm>
          </p:grpSpPr>
          <p:sp>
            <p:nvSpPr>
              <p:cNvPr id="27" name="任意多边形: 形状 61">
                <a:extLst>
                  <a:ext uri="{FF2B5EF4-FFF2-40B4-BE49-F238E27FC236}">
                    <a16:creationId xmlns:a16="http://schemas.microsoft.com/office/drawing/2014/main" id="{4568F332-B380-6EC4-9315-8C954162131A}"/>
                  </a:ext>
                </a:extLst>
              </p:cNvPr>
              <p:cNvSpPr/>
              <p:nvPr/>
            </p:nvSpPr>
            <p:spPr>
              <a:xfrm>
                <a:off x="522287" y="427864"/>
                <a:ext cx="3034441" cy="375982"/>
              </a:xfrm>
              <a:prstGeom prst="parallelogram">
                <a:avLst>
                  <a:gd name="adj" fmla="val 52926"/>
                </a:avLst>
              </a:prstGeom>
              <a:gradFill flip="none" rotWithShape="1">
                <a:gsLst>
                  <a:gs pos="0">
                    <a:srgbClr val="FFFFFF"/>
                  </a:gs>
                  <a:gs pos="100000">
                    <a:srgbClr val="BB39A0">
                      <a:alpha val="84000"/>
                    </a:srgbClr>
                  </a:gs>
                </a:gsLst>
                <a:lin ang="10800000" scaled="1"/>
                <a:tileRect/>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2" name="任意多边形: 形状 61">
                <a:extLst>
                  <a:ext uri="{FF2B5EF4-FFF2-40B4-BE49-F238E27FC236}">
                    <a16:creationId xmlns:a16="http://schemas.microsoft.com/office/drawing/2014/main" id="{B4D704B6-5055-FA81-4A4E-ED7DBFD438E4}"/>
                  </a:ext>
                </a:extLst>
              </p:cNvPr>
              <p:cNvSpPr/>
              <p:nvPr/>
            </p:nvSpPr>
            <p:spPr>
              <a:xfrm>
                <a:off x="392813" y="399042"/>
                <a:ext cx="221149" cy="260109"/>
              </a:xfrm>
              <a:prstGeom prst="parallelogram">
                <a:avLst>
                  <a:gd name="adj" fmla="val 64309"/>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任意多边形: 形状 61">
                <a:extLst>
                  <a:ext uri="{FF2B5EF4-FFF2-40B4-BE49-F238E27FC236}">
                    <a16:creationId xmlns:a16="http://schemas.microsoft.com/office/drawing/2014/main" id="{A5B511BF-BB56-51CC-5CE5-FD63596A28A8}"/>
                  </a:ext>
                </a:extLst>
              </p:cNvPr>
              <p:cNvSpPr/>
              <p:nvPr/>
            </p:nvSpPr>
            <p:spPr>
              <a:xfrm>
                <a:off x="407458" y="373931"/>
                <a:ext cx="413280" cy="483849"/>
              </a:xfrm>
              <a:prstGeom prst="parallelogram">
                <a:avLst>
                  <a:gd name="adj" fmla="val 61503"/>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331" name="小李PPT1">
              <a:extLst>
                <a:ext uri="{FF2B5EF4-FFF2-40B4-BE49-F238E27FC236}">
                  <a16:creationId xmlns:a16="http://schemas.microsoft.com/office/drawing/2014/main" id="{60296E81-9909-1F74-9C79-5EB97E854FAC}"/>
                </a:ext>
              </a:extLst>
            </p:cNvPr>
            <p:cNvSpPr txBox="1"/>
            <p:nvPr/>
          </p:nvSpPr>
          <p:spPr>
            <a:xfrm>
              <a:off x="1033485" y="401778"/>
              <a:ext cx="3521030" cy="667385"/>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200" dirty="0">
                  <a:solidFill>
                    <a:schemeClr val="tx1">
                      <a:lumMod val="95000"/>
                      <a:lumOff val="5000"/>
                    </a:schemeClr>
                  </a:solidFill>
                  <a:latin typeface="汉仪劲楷简" panose="00020600040101010101" charset="-122"/>
                  <a:ea typeface="汉仪劲楷简" panose="00020600040101010101" charset="-122"/>
                  <a:sym typeface="+mn-ea"/>
                </a:rPr>
                <a:t>4.1 </a:t>
              </a:r>
              <a:r>
                <a:rPr lang="zh-CN" altLang="en-US" sz="3200" dirty="0">
                  <a:solidFill>
                    <a:schemeClr val="tx1">
                      <a:lumMod val="95000"/>
                      <a:lumOff val="5000"/>
                    </a:schemeClr>
                  </a:solidFill>
                  <a:latin typeface="汉仪劲楷简" panose="00020600040101010101" charset="-122"/>
                  <a:ea typeface="汉仪劲楷简" panose="00020600040101010101" charset="-122"/>
                  <a:sym typeface="+mn-ea"/>
                </a:rPr>
                <a:t>服务产品功能架构</a:t>
              </a:r>
              <a:endParaRPr lang="zh-CN" altLang="en-US" sz="3200" noProof="0" dirty="0">
                <a:ln>
                  <a:noFill/>
                </a:ln>
                <a:solidFill>
                  <a:schemeClr val="tx1">
                    <a:lumMod val="95000"/>
                    <a:lumOff val="5000"/>
                  </a:schemeClr>
                </a:solidFill>
                <a:effectLst/>
                <a:uLnTx/>
                <a:uFillTx/>
                <a:latin typeface="汉仪劲楷简" panose="00020600040101010101" charset="-122"/>
                <a:ea typeface="汉仪劲楷简" panose="00020600040101010101" charset="-122"/>
                <a:sym typeface="+mn-ea"/>
              </a:endParaRPr>
            </a:p>
          </p:txBody>
        </p:sp>
      </p:grpSp>
      <p:pic>
        <p:nvPicPr>
          <p:cNvPr id="18" name="图片 17" descr="图片包含 桌子, 小, 蛋糕, 蓝色&#10;&#10;描述已自动生成">
            <a:extLst>
              <a:ext uri="{FF2B5EF4-FFF2-40B4-BE49-F238E27FC236}">
                <a16:creationId xmlns:a16="http://schemas.microsoft.com/office/drawing/2014/main" id="{AB1D1039-27DB-2B41-FBFE-19FF976D648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618230" y="223047"/>
            <a:ext cx="1334417" cy="667209"/>
          </a:xfrm>
          <a:prstGeom prst="rect">
            <a:avLst/>
          </a:prstGeom>
        </p:spPr>
      </p:pic>
      <p:pic>
        <p:nvPicPr>
          <p:cNvPr id="334" name="图片 333" descr="e4f8873b48c92a912ad2b76d31d4d59">
            <a:extLst>
              <a:ext uri="{FF2B5EF4-FFF2-40B4-BE49-F238E27FC236}">
                <a16:creationId xmlns:a16="http://schemas.microsoft.com/office/drawing/2014/main" id="{BCB23CF7-1F66-1D05-9CE3-30C4BBFA903D}"/>
              </a:ext>
            </a:extLst>
          </p:cNvPr>
          <p:cNvPicPr>
            <a:picLocks noChangeAspect="1"/>
          </p:cNvPicPr>
          <p:nvPr/>
        </p:nvPicPr>
        <p:blipFill>
          <a:blip r:embed="rId16"/>
          <a:stretch>
            <a:fillRect/>
          </a:stretch>
        </p:blipFill>
        <p:spPr>
          <a:xfrm>
            <a:off x="9728122" y="193111"/>
            <a:ext cx="708660" cy="708660"/>
          </a:xfrm>
          <a:prstGeom prst="rect">
            <a:avLst/>
          </a:prstGeom>
        </p:spPr>
      </p:pic>
      <p:grpSp>
        <p:nvGrpSpPr>
          <p:cNvPr id="335" name="组合 334">
            <a:extLst>
              <a:ext uri="{FF2B5EF4-FFF2-40B4-BE49-F238E27FC236}">
                <a16:creationId xmlns:a16="http://schemas.microsoft.com/office/drawing/2014/main" id="{3FCA09F8-FBF9-D014-4D7A-7578A8F09146}"/>
              </a:ext>
            </a:extLst>
          </p:cNvPr>
          <p:cNvGrpSpPr/>
          <p:nvPr/>
        </p:nvGrpSpPr>
        <p:grpSpPr>
          <a:xfrm>
            <a:off x="7354620" y="305784"/>
            <a:ext cx="2162937" cy="506745"/>
            <a:chOff x="7239" y="4557"/>
            <a:chExt cx="3500" cy="820"/>
          </a:xfrm>
          <a:gradFill>
            <a:gsLst>
              <a:gs pos="0">
                <a:srgbClr val="923EBA"/>
              </a:gs>
              <a:gs pos="96000">
                <a:srgbClr val="F7F0FA"/>
              </a:gs>
            </a:gsLst>
            <a:lin ang="10800000" scaled="0"/>
          </a:gradFill>
        </p:grpSpPr>
        <p:sp>
          <p:nvSpPr>
            <p:cNvPr id="336" name="燕尾形 25">
              <a:extLst>
                <a:ext uri="{FF2B5EF4-FFF2-40B4-BE49-F238E27FC236}">
                  <a16:creationId xmlns:a16="http://schemas.microsoft.com/office/drawing/2014/main" id="{AF22FDF5-8757-453D-6866-D0167DB67BC3}"/>
                </a:ext>
              </a:extLst>
            </p:cNvPr>
            <p:cNvSpPr/>
            <p:nvPr/>
          </p:nvSpPr>
          <p:spPr>
            <a:xfrm>
              <a:off x="72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7" name="燕尾形 67">
              <a:extLst>
                <a:ext uri="{FF2B5EF4-FFF2-40B4-BE49-F238E27FC236}">
                  <a16:creationId xmlns:a16="http://schemas.microsoft.com/office/drawing/2014/main" id="{3D9A2FEE-E11C-54D3-7206-76A4D85A3C86}"/>
                </a:ext>
              </a:extLst>
            </p:cNvPr>
            <p:cNvSpPr/>
            <p:nvPr/>
          </p:nvSpPr>
          <p:spPr>
            <a:xfrm>
              <a:off x="79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8" name="燕尾形 68">
              <a:extLst>
                <a:ext uri="{FF2B5EF4-FFF2-40B4-BE49-F238E27FC236}">
                  <a16:creationId xmlns:a16="http://schemas.microsoft.com/office/drawing/2014/main" id="{12C0406F-FBDA-2A3F-CEB6-3AA17989E84D}"/>
                </a:ext>
              </a:extLst>
            </p:cNvPr>
            <p:cNvSpPr/>
            <p:nvPr/>
          </p:nvSpPr>
          <p:spPr>
            <a:xfrm>
              <a:off x="86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9" name="燕尾形 69">
              <a:extLst>
                <a:ext uri="{FF2B5EF4-FFF2-40B4-BE49-F238E27FC236}">
                  <a16:creationId xmlns:a16="http://schemas.microsoft.com/office/drawing/2014/main" id="{8BC960A3-4D4E-BF0F-1275-02E83D81B554}"/>
                </a:ext>
              </a:extLst>
            </p:cNvPr>
            <p:cNvSpPr/>
            <p:nvPr/>
          </p:nvSpPr>
          <p:spPr>
            <a:xfrm>
              <a:off x="93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40" name="燕尾形 77">
              <a:extLst>
                <a:ext uri="{FF2B5EF4-FFF2-40B4-BE49-F238E27FC236}">
                  <a16:creationId xmlns:a16="http://schemas.microsoft.com/office/drawing/2014/main" id="{53C60A93-71F9-9093-80FE-03C8C04849D1}"/>
                </a:ext>
              </a:extLst>
            </p:cNvPr>
            <p:cNvSpPr/>
            <p:nvPr/>
          </p:nvSpPr>
          <p:spPr>
            <a:xfrm>
              <a:off x="100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2" name="矩形: 圆角 1">
            <a:extLst>
              <a:ext uri="{FF2B5EF4-FFF2-40B4-BE49-F238E27FC236}">
                <a16:creationId xmlns:a16="http://schemas.microsoft.com/office/drawing/2014/main" id="{94B3DA72-0CE4-BF83-9117-E089B8C20A89}"/>
              </a:ext>
            </a:extLst>
          </p:cNvPr>
          <p:cNvSpPr/>
          <p:nvPr/>
        </p:nvSpPr>
        <p:spPr>
          <a:xfrm>
            <a:off x="1571178" y="1466909"/>
            <a:ext cx="8827811" cy="569364"/>
          </a:xfrm>
          <a:prstGeom prst="roundRect">
            <a:avLst/>
          </a:prstGeom>
          <a:solidFill>
            <a:srgbClr val="CCB4D7">
              <a:alpha val="8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2000" dirty="0">
                <a:solidFill>
                  <a:schemeClr val="tx1"/>
                </a:solidFill>
                <a:latin typeface="汉仪劲楷简" panose="00020600040101010101" charset="-122"/>
                <a:ea typeface="汉仪劲楷简" panose="00020600040101010101" charset="-122"/>
              </a:rPr>
              <a:t>基于潜在空间模型和 </a:t>
            </a:r>
            <a:r>
              <a:rPr lang="en-US" altLang="zh-CN" sz="2000" dirty="0">
                <a:solidFill>
                  <a:schemeClr val="tx1"/>
                </a:solidFill>
                <a:latin typeface="汉仪劲楷简" panose="00020600040101010101" charset="-122"/>
                <a:ea typeface="汉仪劲楷简" panose="00020600040101010101" charset="-122"/>
              </a:rPr>
              <a:t>Rubin </a:t>
            </a:r>
            <a:r>
              <a:rPr lang="zh-CN" altLang="en-US" sz="2000" dirty="0">
                <a:solidFill>
                  <a:schemeClr val="tx1"/>
                </a:solidFill>
                <a:latin typeface="汉仪劲楷简" panose="00020600040101010101" charset="-122"/>
                <a:ea typeface="汉仪劲楷简" panose="00020600040101010101" charset="-122"/>
              </a:rPr>
              <a:t>因果模型的意见领袖用户识别</a:t>
            </a:r>
          </a:p>
        </p:txBody>
      </p:sp>
      <p:sp>
        <p:nvSpPr>
          <p:cNvPr id="3" name="矩形: 圆角 2">
            <a:extLst>
              <a:ext uri="{FF2B5EF4-FFF2-40B4-BE49-F238E27FC236}">
                <a16:creationId xmlns:a16="http://schemas.microsoft.com/office/drawing/2014/main" id="{C3751A66-DFA4-DA46-4AF5-F7874AE02C3F}"/>
              </a:ext>
            </a:extLst>
          </p:cNvPr>
          <p:cNvSpPr/>
          <p:nvPr/>
        </p:nvSpPr>
        <p:spPr>
          <a:xfrm>
            <a:off x="1565758" y="2278208"/>
            <a:ext cx="4252222" cy="569364"/>
          </a:xfrm>
          <a:prstGeom prst="roundRect">
            <a:avLst/>
          </a:prstGeom>
          <a:solidFill>
            <a:srgbClr val="8EA0CC"/>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lnSpc>
                <a:spcPct val="100000"/>
              </a:lnSpc>
            </a:pPr>
            <a:r>
              <a:rPr lang="zh-CN" altLang="en-US" sz="2000" dirty="0">
                <a:solidFill>
                  <a:srgbClr val="C00000"/>
                </a:solidFill>
                <a:latin typeface="汉仪劲楷简" panose="00020600040101010101" charset="-122"/>
                <a:ea typeface="汉仪劲楷简" panose="00020600040101010101" charset="-122"/>
              </a:rPr>
              <a:t>用户端</a:t>
            </a:r>
          </a:p>
        </p:txBody>
      </p:sp>
      <p:sp>
        <p:nvSpPr>
          <p:cNvPr id="4" name="矩形: 圆角 3">
            <a:extLst>
              <a:ext uri="{FF2B5EF4-FFF2-40B4-BE49-F238E27FC236}">
                <a16:creationId xmlns:a16="http://schemas.microsoft.com/office/drawing/2014/main" id="{2BA718CE-88C6-C2B5-6BA4-E08AD297F9CB}"/>
              </a:ext>
            </a:extLst>
          </p:cNvPr>
          <p:cNvSpPr/>
          <p:nvPr/>
        </p:nvSpPr>
        <p:spPr>
          <a:xfrm>
            <a:off x="6146765" y="2282321"/>
            <a:ext cx="4252222" cy="569364"/>
          </a:xfrm>
          <a:prstGeom prst="roundRect">
            <a:avLst/>
          </a:prstGeom>
          <a:solidFill>
            <a:srgbClr val="8EA0CC"/>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lnSpc>
                <a:spcPct val="100000"/>
              </a:lnSpc>
            </a:pPr>
            <a:r>
              <a:rPr lang="zh-CN" altLang="en-US" sz="2000" dirty="0">
                <a:solidFill>
                  <a:srgbClr val="C00000"/>
                </a:solidFill>
                <a:latin typeface="汉仪劲楷简" panose="00020600040101010101" charset="-122"/>
                <a:ea typeface="汉仪劲楷简" panose="00020600040101010101" charset="-122"/>
              </a:rPr>
              <a:t>企业端</a:t>
            </a:r>
          </a:p>
        </p:txBody>
      </p:sp>
      <p:sp>
        <p:nvSpPr>
          <p:cNvPr id="5" name="矩形: 圆角 4">
            <a:extLst>
              <a:ext uri="{FF2B5EF4-FFF2-40B4-BE49-F238E27FC236}">
                <a16:creationId xmlns:a16="http://schemas.microsoft.com/office/drawing/2014/main" id="{5814FB65-F4FE-B759-4F51-46A302D7ECA0}"/>
              </a:ext>
            </a:extLst>
          </p:cNvPr>
          <p:cNvSpPr/>
          <p:nvPr/>
        </p:nvSpPr>
        <p:spPr>
          <a:xfrm>
            <a:off x="1573960" y="3066217"/>
            <a:ext cx="4244018" cy="569364"/>
          </a:xfrm>
          <a:prstGeom prst="roundRect">
            <a:avLst/>
          </a:prstGeom>
          <a:solidFill>
            <a:srgbClr val="CCB4D7">
              <a:alpha val="8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2000" dirty="0">
                <a:solidFill>
                  <a:schemeClr val="tx1"/>
                </a:solidFill>
                <a:latin typeface="汉仪劲楷简" panose="00020600040101010101" charset="-122"/>
                <a:ea typeface="汉仪劲楷简" panose="00020600040101010101" charset="-122"/>
              </a:rPr>
              <a:t>智能投顾智能体</a:t>
            </a:r>
          </a:p>
        </p:txBody>
      </p:sp>
      <p:sp>
        <p:nvSpPr>
          <p:cNvPr id="7" name="矩形: 圆角 6">
            <a:extLst>
              <a:ext uri="{FF2B5EF4-FFF2-40B4-BE49-F238E27FC236}">
                <a16:creationId xmlns:a16="http://schemas.microsoft.com/office/drawing/2014/main" id="{EB6BA28A-9D0F-7976-2B2A-4E1579582591}"/>
              </a:ext>
            </a:extLst>
          </p:cNvPr>
          <p:cNvSpPr/>
          <p:nvPr/>
        </p:nvSpPr>
        <p:spPr>
          <a:xfrm>
            <a:off x="6146765" y="3066217"/>
            <a:ext cx="4252222" cy="569364"/>
          </a:xfrm>
          <a:prstGeom prst="roundRect">
            <a:avLst/>
          </a:prstGeom>
          <a:solidFill>
            <a:srgbClr val="CCB4D7">
              <a:alpha val="8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sz="2000" dirty="0">
                <a:solidFill>
                  <a:schemeClr val="tx1"/>
                </a:solidFill>
                <a:latin typeface="汉仪劲楷简" panose="00020600040101010101" charset="-122"/>
                <a:ea typeface="汉仪劲楷简" panose="00020600040101010101" charset="-122"/>
              </a:rPr>
              <a:t>B </a:t>
            </a:r>
            <a:r>
              <a:rPr lang="zh-CN" altLang="en-US" sz="2000" dirty="0">
                <a:solidFill>
                  <a:schemeClr val="tx1"/>
                </a:solidFill>
                <a:latin typeface="汉仪劲楷简" panose="00020600040101010101" charset="-122"/>
                <a:ea typeface="汉仪劲楷简" panose="00020600040101010101" charset="-122"/>
              </a:rPr>
              <a:t>端管理界面</a:t>
            </a:r>
          </a:p>
        </p:txBody>
      </p:sp>
      <p:sp>
        <p:nvSpPr>
          <p:cNvPr id="8" name="矩形: 圆角 7">
            <a:extLst>
              <a:ext uri="{FF2B5EF4-FFF2-40B4-BE49-F238E27FC236}">
                <a16:creationId xmlns:a16="http://schemas.microsoft.com/office/drawing/2014/main" id="{1A1230DF-D859-60DE-D257-FD4352EFCEEA}"/>
              </a:ext>
            </a:extLst>
          </p:cNvPr>
          <p:cNvSpPr/>
          <p:nvPr/>
        </p:nvSpPr>
        <p:spPr>
          <a:xfrm>
            <a:off x="1565759" y="3881882"/>
            <a:ext cx="1889430" cy="990428"/>
          </a:xfrm>
          <a:prstGeom prst="roundRect">
            <a:avLst/>
          </a:prstGeom>
          <a:solidFill>
            <a:srgbClr val="8EA0CC"/>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lnSpc>
                <a:spcPct val="100000"/>
              </a:lnSpc>
            </a:pPr>
            <a:r>
              <a:rPr lang="zh-CN" altLang="en-US" sz="2000" dirty="0">
                <a:solidFill>
                  <a:srgbClr val="C00000"/>
                </a:solidFill>
                <a:latin typeface="汉仪劲楷简" panose="00020600040101010101" charset="-122"/>
                <a:ea typeface="汉仪劲楷简" panose="00020600040101010101" charset="-122"/>
              </a:rPr>
              <a:t>根据社交网络数据智能推荐</a:t>
            </a:r>
          </a:p>
        </p:txBody>
      </p:sp>
      <p:sp>
        <p:nvSpPr>
          <p:cNvPr id="9" name="矩形: 圆角 8">
            <a:extLst>
              <a:ext uri="{FF2B5EF4-FFF2-40B4-BE49-F238E27FC236}">
                <a16:creationId xmlns:a16="http://schemas.microsoft.com/office/drawing/2014/main" id="{472A24D6-8C56-9143-0DD4-BB36E9A984DB}"/>
              </a:ext>
            </a:extLst>
          </p:cNvPr>
          <p:cNvSpPr/>
          <p:nvPr/>
        </p:nvSpPr>
        <p:spPr>
          <a:xfrm>
            <a:off x="3928548" y="3881882"/>
            <a:ext cx="1889430" cy="990428"/>
          </a:xfrm>
          <a:prstGeom prst="roundRect">
            <a:avLst/>
          </a:prstGeom>
          <a:solidFill>
            <a:srgbClr val="8EA0CC"/>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lnSpc>
                <a:spcPct val="100000"/>
              </a:lnSpc>
            </a:pPr>
            <a:r>
              <a:rPr lang="zh-CN" altLang="en-US" sz="2000" dirty="0">
                <a:solidFill>
                  <a:srgbClr val="C00000"/>
                </a:solidFill>
                <a:latin typeface="汉仪劲楷简" panose="00020600040101010101" charset="-122"/>
                <a:ea typeface="汉仪劲楷简" panose="00020600040101010101" charset="-122"/>
              </a:rPr>
              <a:t>结合用户历史操作辅助决策</a:t>
            </a:r>
          </a:p>
        </p:txBody>
      </p:sp>
      <p:sp>
        <p:nvSpPr>
          <p:cNvPr id="10" name="矩形: 圆角 9">
            <a:extLst>
              <a:ext uri="{FF2B5EF4-FFF2-40B4-BE49-F238E27FC236}">
                <a16:creationId xmlns:a16="http://schemas.microsoft.com/office/drawing/2014/main" id="{7E90BCB4-6AE6-12A2-2ADE-B098FA8F9550}"/>
              </a:ext>
            </a:extLst>
          </p:cNvPr>
          <p:cNvSpPr/>
          <p:nvPr/>
        </p:nvSpPr>
        <p:spPr>
          <a:xfrm>
            <a:off x="6146765" y="3881882"/>
            <a:ext cx="1889430" cy="990428"/>
          </a:xfrm>
          <a:prstGeom prst="roundRect">
            <a:avLst/>
          </a:prstGeom>
          <a:solidFill>
            <a:srgbClr val="8EA0CC"/>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lnSpc>
                <a:spcPct val="100000"/>
              </a:lnSpc>
            </a:pPr>
            <a:r>
              <a:rPr lang="zh-CN" altLang="en-US" sz="2000" dirty="0">
                <a:solidFill>
                  <a:srgbClr val="C00000"/>
                </a:solidFill>
                <a:latin typeface="汉仪劲楷简" panose="00020600040101010101" charset="-122"/>
                <a:ea typeface="汉仪劲楷简" panose="00020600040101010101" charset="-122"/>
              </a:rPr>
              <a:t>后台总览用户社交属性</a:t>
            </a:r>
          </a:p>
        </p:txBody>
      </p:sp>
      <p:sp>
        <p:nvSpPr>
          <p:cNvPr id="11" name="矩形: 圆角 10">
            <a:extLst>
              <a:ext uri="{FF2B5EF4-FFF2-40B4-BE49-F238E27FC236}">
                <a16:creationId xmlns:a16="http://schemas.microsoft.com/office/drawing/2014/main" id="{FA0DD76A-A45E-AF97-E401-CC20EFA4739E}"/>
              </a:ext>
            </a:extLst>
          </p:cNvPr>
          <p:cNvSpPr/>
          <p:nvPr/>
        </p:nvSpPr>
        <p:spPr>
          <a:xfrm>
            <a:off x="8509557" y="3881882"/>
            <a:ext cx="1889430" cy="990428"/>
          </a:xfrm>
          <a:prstGeom prst="roundRect">
            <a:avLst/>
          </a:prstGeom>
          <a:solidFill>
            <a:srgbClr val="8EA0CC"/>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lnSpc>
                <a:spcPct val="100000"/>
              </a:lnSpc>
            </a:pPr>
            <a:r>
              <a:rPr lang="zh-CN" altLang="en-US" sz="2000" dirty="0">
                <a:solidFill>
                  <a:srgbClr val="C00000"/>
                </a:solidFill>
                <a:latin typeface="汉仪劲楷简" panose="00020600040101010101" charset="-122"/>
                <a:ea typeface="汉仪劲楷简" panose="00020600040101010101" charset="-122"/>
              </a:rPr>
              <a:t>针对潜在用户和意见领袖</a:t>
            </a:r>
            <a:endParaRPr lang="en-US" altLang="zh-CN" sz="2000" dirty="0">
              <a:solidFill>
                <a:srgbClr val="C00000"/>
              </a:solidFill>
              <a:latin typeface="汉仪劲楷简" panose="00020600040101010101" charset="-122"/>
              <a:ea typeface="汉仪劲楷简" panose="00020600040101010101" charset="-122"/>
            </a:endParaRPr>
          </a:p>
          <a:p>
            <a:pPr algn="ctr">
              <a:lnSpc>
                <a:spcPct val="100000"/>
              </a:lnSpc>
            </a:pPr>
            <a:r>
              <a:rPr lang="zh-CN" altLang="en-US" sz="2000" dirty="0">
                <a:solidFill>
                  <a:srgbClr val="C00000"/>
                </a:solidFill>
                <a:latin typeface="汉仪劲楷简" panose="00020600040101010101" charset="-122"/>
                <a:ea typeface="汉仪劲楷简" panose="00020600040101010101" charset="-122"/>
              </a:rPr>
              <a:t>精准投放</a:t>
            </a:r>
          </a:p>
        </p:txBody>
      </p:sp>
      <p:sp>
        <p:nvSpPr>
          <p:cNvPr id="12" name="矩形: 圆角 11">
            <a:extLst>
              <a:ext uri="{FF2B5EF4-FFF2-40B4-BE49-F238E27FC236}">
                <a16:creationId xmlns:a16="http://schemas.microsoft.com/office/drawing/2014/main" id="{8806AB30-ADC4-9A86-4218-96727D73C231}"/>
              </a:ext>
            </a:extLst>
          </p:cNvPr>
          <p:cNvSpPr/>
          <p:nvPr/>
        </p:nvSpPr>
        <p:spPr>
          <a:xfrm>
            <a:off x="1565758" y="5144199"/>
            <a:ext cx="8827811" cy="569364"/>
          </a:xfrm>
          <a:prstGeom prst="roundRect">
            <a:avLst/>
          </a:prstGeom>
          <a:solidFill>
            <a:srgbClr val="CCB4D7">
              <a:alpha val="8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2000" dirty="0">
                <a:solidFill>
                  <a:schemeClr val="tx1"/>
                </a:solidFill>
                <a:latin typeface="汉仪劲楷简" panose="00020600040101010101" charset="-122"/>
                <a:ea typeface="汉仪劲楷简" panose="00020600040101010101" charset="-122"/>
              </a:rPr>
              <a:t>构建基于社交平台的金融产品扩散模式框架</a:t>
            </a:r>
          </a:p>
        </p:txBody>
      </p:sp>
    </p:spTree>
    <p:extLst>
      <p:ext uri="{BB962C8B-B14F-4D97-AF65-F5344CB8AC3E}">
        <p14:creationId xmlns:p14="http://schemas.microsoft.com/office/powerpoint/2010/main" val="1577489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7" name="think-cell data - do not delete" hidden="1">
            <a:extLst>
              <a:ext uri="{FF2B5EF4-FFF2-40B4-BE49-F238E27FC236}">
                <a16:creationId xmlns:a16="http://schemas.microsoft.com/office/drawing/2014/main" id="{65F4BBA6-28D3-AD30-8ECB-A072861D92E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5" imgW="471" imgH="473" progId="TCLayout.ActiveDocument.1">
                  <p:embed/>
                </p:oleObj>
              </mc:Choice>
              <mc:Fallback>
                <p:oleObj name="think-cell 幻灯片" r:id="rId15" imgW="471" imgH="473" progId="TCLayout.ActiveDocument.1">
                  <p:embed/>
                  <p:pic>
                    <p:nvPicPr>
                      <p:cNvPr id="67" name="think-cell data - do not delete" hidden="1">
                        <a:extLst>
                          <a:ext uri="{FF2B5EF4-FFF2-40B4-BE49-F238E27FC236}">
                            <a16:creationId xmlns:a16="http://schemas.microsoft.com/office/drawing/2014/main" id="{65F4BBA6-28D3-AD30-8ECB-A072861D92E4}"/>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74" name="小李PPT1"/>
          <p:cNvSpPr/>
          <p:nvPr>
            <p:custDataLst>
              <p:tags r:id="rId2"/>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3"/>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4"/>
            </p:custDataLst>
          </p:nvPr>
        </p:nvSpPr>
        <p:spPr>
          <a:xfrm>
            <a:off x="4000500" y="-914400"/>
            <a:ext cx="635000" cy="635000"/>
          </a:xfrm>
          <a:prstGeom prst="rect">
            <a:avLst/>
          </a:prstGeom>
          <a:solidFill>
            <a:srgbClr val="F5BEF0"/>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5"/>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6"/>
            </p:custDataLst>
          </p:nvPr>
        </p:nvSpPr>
        <p:spPr>
          <a:xfrm>
            <a:off x="5778500" y="-914400"/>
            <a:ext cx="635000" cy="635000"/>
          </a:xfrm>
          <a:prstGeom prst="rect">
            <a:avLst/>
          </a:prstGeom>
          <a:solidFill>
            <a:srgbClr val="8FE6FC"/>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7"/>
            </p:custDataLst>
          </p:nvPr>
        </p:nvSpPr>
        <p:spPr>
          <a:xfrm>
            <a:off x="6540500" y="-946659"/>
            <a:ext cx="635000" cy="635000"/>
          </a:xfrm>
          <a:prstGeom prst="rect">
            <a:avLst/>
          </a:prstGeom>
          <a:solidFill>
            <a:srgbClr val="E0132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8"/>
            </p:custDataLst>
          </p:nvPr>
        </p:nvSpPr>
        <p:spPr>
          <a:xfrm>
            <a:off x="7302500" y="-914400"/>
            <a:ext cx="635000" cy="635000"/>
          </a:xfrm>
          <a:prstGeom prst="rect">
            <a:avLst/>
          </a:prstGeom>
          <a:solidFill>
            <a:srgbClr val="3F4BD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9"/>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10"/>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1"/>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267" name="小李PPT11">
            <a:extLst>
              <a:ext uri="{FF2B5EF4-FFF2-40B4-BE49-F238E27FC236}">
                <a16:creationId xmlns:a16="http://schemas.microsoft.com/office/drawing/2014/main" id="{E00CE3F1-5B45-F7C7-D558-CF4D4E540D70}"/>
              </a:ext>
            </a:extLst>
          </p:cNvPr>
          <p:cNvGrpSpPr/>
          <p:nvPr/>
        </p:nvGrpSpPr>
        <p:grpSpPr>
          <a:xfrm>
            <a:off x="20600" y="14504"/>
            <a:ext cx="12192000" cy="6857998"/>
            <a:chOff x="0" y="2"/>
            <a:chExt cx="12192000" cy="6857998"/>
          </a:xfrm>
          <a:effectLst/>
        </p:grpSpPr>
        <p:cxnSp>
          <p:nvCxnSpPr>
            <p:cNvPr id="268" name="小李PPT11-1">
              <a:extLst>
                <a:ext uri="{FF2B5EF4-FFF2-40B4-BE49-F238E27FC236}">
                  <a16:creationId xmlns:a16="http://schemas.microsoft.com/office/drawing/2014/main" id="{D149A8DE-5D70-5480-002D-8DB8EA561DD2}"/>
                </a:ext>
              </a:extLst>
            </p:cNvPr>
            <p:cNvCxnSpPr/>
            <p:nvPr/>
          </p:nvCxnSpPr>
          <p:spPr>
            <a:xfrm>
              <a:off x="0" y="291084"/>
              <a:ext cx="12192000" cy="0"/>
            </a:xfrm>
            <a:prstGeom prst="line">
              <a:avLst/>
            </a:prstGeom>
            <a:noFill/>
            <a:ln w="6350" cap="rnd" cmpd="sng" algn="ctr">
              <a:solidFill>
                <a:srgbClr val="E9D6F2">
                  <a:alpha val="43922"/>
                </a:srgbClr>
              </a:solidFill>
              <a:prstDash val="solid"/>
              <a:round/>
            </a:ln>
            <a:effectLst/>
          </p:spPr>
        </p:cxnSp>
        <p:cxnSp>
          <p:nvCxnSpPr>
            <p:cNvPr id="269" name="小李PPT11-2">
              <a:extLst>
                <a:ext uri="{FF2B5EF4-FFF2-40B4-BE49-F238E27FC236}">
                  <a16:creationId xmlns:a16="http://schemas.microsoft.com/office/drawing/2014/main" id="{12405815-2BB6-8915-822D-91905D766527}"/>
                </a:ext>
              </a:extLst>
            </p:cNvPr>
            <p:cNvCxnSpPr/>
            <p:nvPr/>
          </p:nvCxnSpPr>
          <p:spPr>
            <a:xfrm>
              <a:off x="0" y="640385"/>
              <a:ext cx="12192000" cy="0"/>
            </a:xfrm>
            <a:prstGeom prst="line">
              <a:avLst/>
            </a:prstGeom>
            <a:noFill/>
            <a:ln w="6350" cap="rnd" cmpd="sng" algn="ctr">
              <a:solidFill>
                <a:srgbClr val="E9D6F2">
                  <a:alpha val="43922"/>
                </a:srgbClr>
              </a:solidFill>
              <a:prstDash val="solid"/>
              <a:round/>
            </a:ln>
            <a:effectLst/>
          </p:spPr>
        </p:cxnSp>
        <p:cxnSp>
          <p:nvCxnSpPr>
            <p:cNvPr id="270" name="小李PPT11-3">
              <a:extLst>
                <a:ext uri="{FF2B5EF4-FFF2-40B4-BE49-F238E27FC236}">
                  <a16:creationId xmlns:a16="http://schemas.microsoft.com/office/drawing/2014/main" id="{142F80B8-DE7C-9802-AED4-8B9E3CC242BA}"/>
                </a:ext>
              </a:extLst>
            </p:cNvPr>
            <p:cNvCxnSpPr/>
            <p:nvPr/>
          </p:nvCxnSpPr>
          <p:spPr>
            <a:xfrm>
              <a:off x="0" y="989685"/>
              <a:ext cx="12192000" cy="0"/>
            </a:xfrm>
            <a:prstGeom prst="line">
              <a:avLst/>
            </a:prstGeom>
            <a:noFill/>
            <a:ln w="6350" cap="rnd" cmpd="sng" algn="ctr">
              <a:solidFill>
                <a:srgbClr val="E9D6F2">
                  <a:alpha val="43922"/>
                </a:srgbClr>
              </a:solidFill>
              <a:prstDash val="solid"/>
              <a:round/>
            </a:ln>
            <a:effectLst/>
          </p:spPr>
        </p:cxnSp>
        <p:cxnSp>
          <p:nvCxnSpPr>
            <p:cNvPr id="271" name="小李PPT11-4">
              <a:extLst>
                <a:ext uri="{FF2B5EF4-FFF2-40B4-BE49-F238E27FC236}">
                  <a16:creationId xmlns:a16="http://schemas.microsoft.com/office/drawing/2014/main" id="{7ACFC8FC-0E7C-6E37-2D81-F22516A9C047}"/>
                </a:ext>
              </a:extLst>
            </p:cNvPr>
            <p:cNvCxnSpPr/>
            <p:nvPr/>
          </p:nvCxnSpPr>
          <p:spPr>
            <a:xfrm>
              <a:off x="0" y="1338986"/>
              <a:ext cx="12192000" cy="0"/>
            </a:xfrm>
            <a:prstGeom prst="line">
              <a:avLst/>
            </a:prstGeom>
            <a:noFill/>
            <a:ln w="6350" cap="rnd" cmpd="sng" algn="ctr">
              <a:solidFill>
                <a:srgbClr val="E9D6F2">
                  <a:alpha val="43922"/>
                </a:srgbClr>
              </a:solidFill>
              <a:prstDash val="solid"/>
              <a:round/>
            </a:ln>
            <a:effectLst/>
          </p:spPr>
        </p:cxnSp>
        <p:cxnSp>
          <p:nvCxnSpPr>
            <p:cNvPr id="272" name="小李PPT11-5">
              <a:extLst>
                <a:ext uri="{FF2B5EF4-FFF2-40B4-BE49-F238E27FC236}">
                  <a16:creationId xmlns:a16="http://schemas.microsoft.com/office/drawing/2014/main" id="{4B1541F3-583D-3A73-E035-4135F1592316}"/>
                </a:ext>
              </a:extLst>
            </p:cNvPr>
            <p:cNvCxnSpPr/>
            <p:nvPr/>
          </p:nvCxnSpPr>
          <p:spPr>
            <a:xfrm>
              <a:off x="0" y="1688287"/>
              <a:ext cx="12192000" cy="0"/>
            </a:xfrm>
            <a:prstGeom prst="line">
              <a:avLst/>
            </a:prstGeom>
            <a:noFill/>
            <a:ln w="6350" cap="rnd" cmpd="sng" algn="ctr">
              <a:solidFill>
                <a:srgbClr val="E9D6F2">
                  <a:alpha val="43922"/>
                </a:srgbClr>
              </a:solidFill>
              <a:prstDash val="solid"/>
              <a:round/>
            </a:ln>
            <a:effectLst/>
          </p:spPr>
        </p:cxnSp>
        <p:cxnSp>
          <p:nvCxnSpPr>
            <p:cNvPr id="273" name="小李PPT11-6">
              <a:extLst>
                <a:ext uri="{FF2B5EF4-FFF2-40B4-BE49-F238E27FC236}">
                  <a16:creationId xmlns:a16="http://schemas.microsoft.com/office/drawing/2014/main" id="{66E042A9-2D0E-3B84-6BB9-F016B7AEEA7C}"/>
                </a:ext>
              </a:extLst>
            </p:cNvPr>
            <p:cNvCxnSpPr/>
            <p:nvPr/>
          </p:nvCxnSpPr>
          <p:spPr>
            <a:xfrm>
              <a:off x="0" y="2037588"/>
              <a:ext cx="12192000" cy="0"/>
            </a:xfrm>
            <a:prstGeom prst="line">
              <a:avLst/>
            </a:prstGeom>
            <a:noFill/>
            <a:ln w="6350" cap="rnd" cmpd="sng" algn="ctr">
              <a:solidFill>
                <a:srgbClr val="E9D6F2">
                  <a:alpha val="43922"/>
                </a:srgbClr>
              </a:solidFill>
              <a:prstDash val="solid"/>
              <a:round/>
            </a:ln>
            <a:effectLst/>
          </p:spPr>
        </p:cxnSp>
        <p:cxnSp>
          <p:nvCxnSpPr>
            <p:cNvPr id="284" name="小李PPT11-7">
              <a:extLst>
                <a:ext uri="{FF2B5EF4-FFF2-40B4-BE49-F238E27FC236}">
                  <a16:creationId xmlns:a16="http://schemas.microsoft.com/office/drawing/2014/main" id="{06D7C7DA-C60C-6A00-79B5-33A5EB452FC6}"/>
                </a:ext>
              </a:extLst>
            </p:cNvPr>
            <p:cNvCxnSpPr/>
            <p:nvPr/>
          </p:nvCxnSpPr>
          <p:spPr>
            <a:xfrm>
              <a:off x="0" y="2386888"/>
              <a:ext cx="12192000" cy="0"/>
            </a:xfrm>
            <a:prstGeom prst="line">
              <a:avLst/>
            </a:prstGeom>
            <a:noFill/>
            <a:ln w="6350" cap="rnd" cmpd="sng" algn="ctr">
              <a:solidFill>
                <a:srgbClr val="E9D6F2">
                  <a:alpha val="43922"/>
                </a:srgbClr>
              </a:solidFill>
              <a:prstDash val="solid"/>
              <a:round/>
            </a:ln>
            <a:effectLst/>
          </p:spPr>
        </p:cxnSp>
        <p:cxnSp>
          <p:nvCxnSpPr>
            <p:cNvPr id="285" name="小李PPT11-8">
              <a:extLst>
                <a:ext uri="{FF2B5EF4-FFF2-40B4-BE49-F238E27FC236}">
                  <a16:creationId xmlns:a16="http://schemas.microsoft.com/office/drawing/2014/main" id="{6D0C7100-34C7-043F-36DA-67E2864B1E77}"/>
                </a:ext>
              </a:extLst>
            </p:cNvPr>
            <p:cNvCxnSpPr/>
            <p:nvPr/>
          </p:nvCxnSpPr>
          <p:spPr>
            <a:xfrm>
              <a:off x="0" y="2736189"/>
              <a:ext cx="12192000" cy="0"/>
            </a:xfrm>
            <a:prstGeom prst="line">
              <a:avLst/>
            </a:prstGeom>
            <a:noFill/>
            <a:ln w="6350" cap="rnd" cmpd="sng" algn="ctr">
              <a:solidFill>
                <a:srgbClr val="E9D6F2">
                  <a:alpha val="43922"/>
                </a:srgbClr>
              </a:solidFill>
              <a:prstDash val="solid"/>
              <a:round/>
            </a:ln>
            <a:effectLst/>
          </p:spPr>
        </p:cxnSp>
        <p:cxnSp>
          <p:nvCxnSpPr>
            <p:cNvPr id="286" name="小李PPT11-9">
              <a:extLst>
                <a:ext uri="{FF2B5EF4-FFF2-40B4-BE49-F238E27FC236}">
                  <a16:creationId xmlns:a16="http://schemas.microsoft.com/office/drawing/2014/main" id="{7DE0E073-233F-1CAC-DFD0-AE043F408038}"/>
                </a:ext>
              </a:extLst>
            </p:cNvPr>
            <p:cNvCxnSpPr/>
            <p:nvPr/>
          </p:nvCxnSpPr>
          <p:spPr>
            <a:xfrm>
              <a:off x="0" y="3085490"/>
              <a:ext cx="12192000" cy="0"/>
            </a:xfrm>
            <a:prstGeom prst="line">
              <a:avLst/>
            </a:prstGeom>
            <a:noFill/>
            <a:ln w="6350" cap="rnd" cmpd="sng" algn="ctr">
              <a:solidFill>
                <a:srgbClr val="E9D6F2">
                  <a:alpha val="43922"/>
                </a:srgbClr>
              </a:solidFill>
              <a:prstDash val="solid"/>
              <a:round/>
            </a:ln>
            <a:effectLst/>
          </p:spPr>
        </p:cxnSp>
        <p:cxnSp>
          <p:nvCxnSpPr>
            <p:cNvPr id="287" name="小李PPT11-10">
              <a:extLst>
                <a:ext uri="{FF2B5EF4-FFF2-40B4-BE49-F238E27FC236}">
                  <a16:creationId xmlns:a16="http://schemas.microsoft.com/office/drawing/2014/main" id="{EA56C2C0-43C0-D849-356F-9AB3E2465B9B}"/>
                </a:ext>
              </a:extLst>
            </p:cNvPr>
            <p:cNvCxnSpPr/>
            <p:nvPr/>
          </p:nvCxnSpPr>
          <p:spPr>
            <a:xfrm>
              <a:off x="0" y="3434791"/>
              <a:ext cx="12192000" cy="0"/>
            </a:xfrm>
            <a:prstGeom prst="line">
              <a:avLst/>
            </a:prstGeom>
            <a:noFill/>
            <a:ln w="6350" cap="rnd" cmpd="sng" algn="ctr">
              <a:solidFill>
                <a:srgbClr val="E9D6F2">
                  <a:alpha val="43922"/>
                </a:srgbClr>
              </a:solidFill>
              <a:prstDash val="solid"/>
              <a:round/>
            </a:ln>
            <a:effectLst/>
          </p:spPr>
        </p:cxnSp>
        <p:cxnSp>
          <p:nvCxnSpPr>
            <p:cNvPr id="288" name="小李PPT11-11">
              <a:extLst>
                <a:ext uri="{FF2B5EF4-FFF2-40B4-BE49-F238E27FC236}">
                  <a16:creationId xmlns:a16="http://schemas.microsoft.com/office/drawing/2014/main" id="{254E15E1-1941-52F8-7CAE-C9D37DFCA5AF}"/>
                </a:ext>
              </a:extLst>
            </p:cNvPr>
            <p:cNvCxnSpPr/>
            <p:nvPr/>
          </p:nvCxnSpPr>
          <p:spPr>
            <a:xfrm>
              <a:off x="0" y="3784091"/>
              <a:ext cx="12192000" cy="0"/>
            </a:xfrm>
            <a:prstGeom prst="line">
              <a:avLst/>
            </a:prstGeom>
            <a:noFill/>
            <a:ln w="6350" cap="rnd" cmpd="sng" algn="ctr">
              <a:solidFill>
                <a:srgbClr val="E9D6F2">
                  <a:alpha val="43922"/>
                </a:srgbClr>
              </a:solidFill>
              <a:prstDash val="solid"/>
              <a:round/>
            </a:ln>
            <a:effectLst/>
          </p:spPr>
        </p:cxnSp>
        <p:cxnSp>
          <p:nvCxnSpPr>
            <p:cNvPr id="289" name="小李PPT11-12">
              <a:extLst>
                <a:ext uri="{FF2B5EF4-FFF2-40B4-BE49-F238E27FC236}">
                  <a16:creationId xmlns:a16="http://schemas.microsoft.com/office/drawing/2014/main" id="{FC67DC33-8B06-C5A7-285A-18E9A62A83E3}"/>
                </a:ext>
              </a:extLst>
            </p:cNvPr>
            <p:cNvCxnSpPr/>
            <p:nvPr/>
          </p:nvCxnSpPr>
          <p:spPr>
            <a:xfrm>
              <a:off x="0" y="4133392"/>
              <a:ext cx="12192000" cy="0"/>
            </a:xfrm>
            <a:prstGeom prst="line">
              <a:avLst/>
            </a:prstGeom>
            <a:noFill/>
            <a:ln w="6350" cap="rnd" cmpd="sng" algn="ctr">
              <a:solidFill>
                <a:srgbClr val="E9D6F2">
                  <a:alpha val="43922"/>
                </a:srgbClr>
              </a:solidFill>
              <a:prstDash val="solid"/>
              <a:round/>
            </a:ln>
            <a:effectLst/>
          </p:spPr>
        </p:cxnSp>
        <p:cxnSp>
          <p:nvCxnSpPr>
            <p:cNvPr id="290" name="小李PPT11-13">
              <a:extLst>
                <a:ext uri="{FF2B5EF4-FFF2-40B4-BE49-F238E27FC236}">
                  <a16:creationId xmlns:a16="http://schemas.microsoft.com/office/drawing/2014/main" id="{C01CAF94-0D94-A0A5-CC17-8DA7676E27D4}"/>
                </a:ext>
              </a:extLst>
            </p:cNvPr>
            <p:cNvCxnSpPr/>
            <p:nvPr/>
          </p:nvCxnSpPr>
          <p:spPr>
            <a:xfrm>
              <a:off x="0" y="4482693"/>
              <a:ext cx="12192000" cy="0"/>
            </a:xfrm>
            <a:prstGeom prst="line">
              <a:avLst/>
            </a:prstGeom>
            <a:noFill/>
            <a:ln w="6350" cap="rnd" cmpd="sng" algn="ctr">
              <a:solidFill>
                <a:srgbClr val="E9D6F2">
                  <a:alpha val="43922"/>
                </a:srgbClr>
              </a:solidFill>
              <a:prstDash val="solid"/>
              <a:round/>
            </a:ln>
            <a:effectLst/>
          </p:spPr>
        </p:cxnSp>
        <p:cxnSp>
          <p:nvCxnSpPr>
            <p:cNvPr id="291" name="小李PPT11-14">
              <a:extLst>
                <a:ext uri="{FF2B5EF4-FFF2-40B4-BE49-F238E27FC236}">
                  <a16:creationId xmlns:a16="http://schemas.microsoft.com/office/drawing/2014/main" id="{3C424704-4D6B-B42A-4418-44F53C830A7C}"/>
                </a:ext>
              </a:extLst>
            </p:cNvPr>
            <p:cNvCxnSpPr/>
            <p:nvPr/>
          </p:nvCxnSpPr>
          <p:spPr>
            <a:xfrm>
              <a:off x="0" y="4831994"/>
              <a:ext cx="12192000" cy="0"/>
            </a:xfrm>
            <a:prstGeom prst="line">
              <a:avLst/>
            </a:prstGeom>
            <a:noFill/>
            <a:ln w="6350" cap="rnd" cmpd="sng" algn="ctr">
              <a:solidFill>
                <a:srgbClr val="E9D6F2">
                  <a:alpha val="43922"/>
                </a:srgbClr>
              </a:solidFill>
              <a:prstDash val="solid"/>
              <a:round/>
            </a:ln>
            <a:effectLst/>
          </p:spPr>
        </p:cxnSp>
        <p:cxnSp>
          <p:nvCxnSpPr>
            <p:cNvPr id="292" name="小李PPT11-15">
              <a:extLst>
                <a:ext uri="{FF2B5EF4-FFF2-40B4-BE49-F238E27FC236}">
                  <a16:creationId xmlns:a16="http://schemas.microsoft.com/office/drawing/2014/main" id="{1B0613AC-5DAE-A539-F142-5B4B136F0118}"/>
                </a:ext>
              </a:extLst>
            </p:cNvPr>
            <p:cNvCxnSpPr/>
            <p:nvPr/>
          </p:nvCxnSpPr>
          <p:spPr>
            <a:xfrm>
              <a:off x="0" y="5181294"/>
              <a:ext cx="12192000" cy="0"/>
            </a:xfrm>
            <a:prstGeom prst="line">
              <a:avLst/>
            </a:prstGeom>
            <a:noFill/>
            <a:ln w="6350" cap="rnd" cmpd="sng" algn="ctr">
              <a:solidFill>
                <a:srgbClr val="E9D6F2">
                  <a:alpha val="43922"/>
                </a:srgbClr>
              </a:solidFill>
              <a:prstDash val="solid"/>
              <a:round/>
            </a:ln>
            <a:effectLst/>
          </p:spPr>
        </p:cxnSp>
        <p:cxnSp>
          <p:nvCxnSpPr>
            <p:cNvPr id="293" name="小李PPT11-16">
              <a:extLst>
                <a:ext uri="{FF2B5EF4-FFF2-40B4-BE49-F238E27FC236}">
                  <a16:creationId xmlns:a16="http://schemas.microsoft.com/office/drawing/2014/main" id="{A82AC189-FB20-5A34-F29A-29BC661D40C1}"/>
                </a:ext>
              </a:extLst>
            </p:cNvPr>
            <p:cNvCxnSpPr/>
            <p:nvPr/>
          </p:nvCxnSpPr>
          <p:spPr>
            <a:xfrm>
              <a:off x="0" y="5530595"/>
              <a:ext cx="12192000" cy="0"/>
            </a:xfrm>
            <a:prstGeom prst="line">
              <a:avLst/>
            </a:prstGeom>
            <a:noFill/>
            <a:ln w="6350" cap="rnd" cmpd="sng" algn="ctr">
              <a:solidFill>
                <a:srgbClr val="E9D6F2">
                  <a:alpha val="43922"/>
                </a:srgbClr>
              </a:solidFill>
              <a:prstDash val="solid"/>
              <a:round/>
            </a:ln>
            <a:effectLst/>
          </p:spPr>
        </p:cxnSp>
        <p:cxnSp>
          <p:nvCxnSpPr>
            <p:cNvPr id="294" name="小李PPT11-17">
              <a:extLst>
                <a:ext uri="{FF2B5EF4-FFF2-40B4-BE49-F238E27FC236}">
                  <a16:creationId xmlns:a16="http://schemas.microsoft.com/office/drawing/2014/main" id="{76B83A31-2D9E-D7BD-CA39-2AE556A84190}"/>
                </a:ext>
              </a:extLst>
            </p:cNvPr>
            <p:cNvCxnSpPr/>
            <p:nvPr/>
          </p:nvCxnSpPr>
          <p:spPr>
            <a:xfrm rot="5400000">
              <a:off x="2180157" y="3429001"/>
              <a:ext cx="6857998" cy="0"/>
            </a:xfrm>
            <a:prstGeom prst="line">
              <a:avLst/>
            </a:prstGeom>
            <a:noFill/>
            <a:ln w="6350" cap="rnd" cmpd="sng" algn="ctr">
              <a:solidFill>
                <a:srgbClr val="E9D6F2">
                  <a:alpha val="43922"/>
                </a:srgbClr>
              </a:solidFill>
              <a:prstDash val="solid"/>
              <a:round/>
            </a:ln>
            <a:effectLst/>
          </p:spPr>
        </p:cxnSp>
        <p:cxnSp>
          <p:nvCxnSpPr>
            <p:cNvPr id="295" name="小李PPT11-18">
              <a:extLst>
                <a:ext uri="{FF2B5EF4-FFF2-40B4-BE49-F238E27FC236}">
                  <a16:creationId xmlns:a16="http://schemas.microsoft.com/office/drawing/2014/main" id="{895F1AE6-1ED3-945C-7DBD-11795EA54ABE}"/>
                </a:ext>
              </a:extLst>
            </p:cNvPr>
            <p:cNvCxnSpPr/>
            <p:nvPr/>
          </p:nvCxnSpPr>
          <p:spPr>
            <a:xfrm rot="5400000">
              <a:off x="1826337" y="3429001"/>
              <a:ext cx="6857998" cy="0"/>
            </a:xfrm>
            <a:prstGeom prst="line">
              <a:avLst/>
            </a:prstGeom>
            <a:noFill/>
            <a:ln w="6350" cap="rnd" cmpd="sng" algn="ctr">
              <a:solidFill>
                <a:srgbClr val="E9D6F2">
                  <a:alpha val="43922"/>
                </a:srgbClr>
              </a:solidFill>
              <a:prstDash val="solid"/>
              <a:round/>
            </a:ln>
            <a:effectLst/>
          </p:spPr>
        </p:cxnSp>
        <p:cxnSp>
          <p:nvCxnSpPr>
            <p:cNvPr id="296" name="小李PPT11-19">
              <a:extLst>
                <a:ext uri="{FF2B5EF4-FFF2-40B4-BE49-F238E27FC236}">
                  <a16:creationId xmlns:a16="http://schemas.microsoft.com/office/drawing/2014/main" id="{762323E0-65C1-CE4A-4F8F-B2AA3BD5F737}"/>
                </a:ext>
              </a:extLst>
            </p:cNvPr>
            <p:cNvCxnSpPr/>
            <p:nvPr/>
          </p:nvCxnSpPr>
          <p:spPr>
            <a:xfrm rot="5400000">
              <a:off x="1472518" y="3429001"/>
              <a:ext cx="6857998" cy="0"/>
            </a:xfrm>
            <a:prstGeom prst="line">
              <a:avLst/>
            </a:prstGeom>
            <a:noFill/>
            <a:ln w="6350" cap="rnd" cmpd="sng" algn="ctr">
              <a:solidFill>
                <a:srgbClr val="E9D6F2">
                  <a:alpha val="43922"/>
                </a:srgbClr>
              </a:solidFill>
              <a:prstDash val="solid"/>
              <a:round/>
            </a:ln>
            <a:effectLst/>
          </p:spPr>
        </p:cxnSp>
        <p:cxnSp>
          <p:nvCxnSpPr>
            <p:cNvPr id="297" name="小李PPT11-20">
              <a:extLst>
                <a:ext uri="{FF2B5EF4-FFF2-40B4-BE49-F238E27FC236}">
                  <a16:creationId xmlns:a16="http://schemas.microsoft.com/office/drawing/2014/main" id="{F16FA46A-61DA-8608-A3F1-EB417B6C7478}"/>
                </a:ext>
              </a:extLst>
            </p:cNvPr>
            <p:cNvCxnSpPr/>
            <p:nvPr/>
          </p:nvCxnSpPr>
          <p:spPr>
            <a:xfrm rot="5400000">
              <a:off x="1118698" y="3429001"/>
              <a:ext cx="6857998" cy="0"/>
            </a:xfrm>
            <a:prstGeom prst="line">
              <a:avLst/>
            </a:prstGeom>
            <a:noFill/>
            <a:ln w="6350" cap="rnd" cmpd="sng" algn="ctr">
              <a:solidFill>
                <a:srgbClr val="E9D6F2">
                  <a:alpha val="43922"/>
                </a:srgbClr>
              </a:solidFill>
              <a:prstDash val="solid"/>
              <a:round/>
            </a:ln>
            <a:effectLst/>
          </p:spPr>
        </p:cxnSp>
        <p:cxnSp>
          <p:nvCxnSpPr>
            <p:cNvPr id="298" name="小李PPT11-21">
              <a:extLst>
                <a:ext uri="{FF2B5EF4-FFF2-40B4-BE49-F238E27FC236}">
                  <a16:creationId xmlns:a16="http://schemas.microsoft.com/office/drawing/2014/main" id="{837CC4D4-E4DB-55F1-C903-5BAFBE536376}"/>
                </a:ext>
              </a:extLst>
            </p:cNvPr>
            <p:cNvCxnSpPr/>
            <p:nvPr/>
          </p:nvCxnSpPr>
          <p:spPr>
            <a:xfrm rot="5400000">
              <a:off x="764879" y="3429001"/>
              <a:ext cx="6857998" cy="0"/>
            </a:xfrm>
            <a:prstGeom prst="line">
              <a:avLst/>
            </a:prstGeom>
            <a:noFill/>
            <a:ln w="6350" cap="rnd" cmpd="sng" algn="ctr">
              <a:solidFill>
                <a:srgbClr val="E9D6F2">
                  <a:alpha val="43922"/>
                </a:srgbClr>
              </a:solidFill>
              <a:prstDash val="solid"/>
              <a:round/>
            </a:ln>
            <a:effectLst/>
          </p:spPr>
        </p:cxnSp>
        <p:cxnSp>
          <p:nvCxnSpPr>
            <p:cNvPr id="299" name="小李PPT11-22">
              <a:extLst>
                <a:ext uri="{FF2B5EF4-FFF2-40B4-BE49-F238E27FC236}">
                  <a16:creationId xmlns:a16="http://schemas.microsoft.com/office/drawing/2014/main" id="{A18F6059-82B4-C7AD-5331-2ACCF967110E}"/>
                </a:ext>
              </a:extLst>
            </p:cNvPr>
            <p:cNvCxnSpPr/>
            <p:nvPr/>
          </p:nvCxnSpPr>
          <p:spPr>
            <a:xfrm rot="5400000">
              <a:off x="411061" y="3429001"/>
              <a:ext cx="6857998" cy="0"/>
            </a:xfrm>
            <a:prstGeom prst="line">
              <a:avLst/>
            </a:prstGeom>
            <a:noFill/>
            <a:ln w="6350" cap="rnd" cmpd="sng" algn="ctr">
              <a:solidFill>
                <a:srgbClr val="E9D6F2">
                  <a:alpha val="43922"/>
                </a:srgbClr>
              </a:solidFill>
              <a:prstDash val="solid"/>
              <a:round/>
            </a:ln>
            <a:effectLst/>
          </p:spPr>
        </p:cxnSp>
        <p:cxnSp>
          <p:nvCxnSpPr>
            <p:cNvPr id="300" name="小李PPT11-23">
              <a:extLst>
                <a:ext uri="{FF2B5EF4-FFF2-40B4-BE49-F238E27FC236}">
                  <a16:creationId xmlns:a16="http://schemas.microsoft.com/office/drawing/2014/main" id="{A9A85CAC-8B8C-CFE6-AB4A-7F43E4A9D781}"/>
                </a:ext>
              </a:extLst>
            </p:cNvPr>
            <p:cNvCxnSpPr/>
            <p:nvPr/>
          </p:nvCxnSpPr>
          <p:spPr>
            <a:xfrm rot="5400000">
              <a:off x="57241" y="3429001"/>
              <a:ext cx="6857998" cy="0"/>
            </a:xfrm>
            <a:prstGeom prst="line">
              <a:avLst/>
            </a:prstGeom>
            <a:noFill/>
            <a:ln w="6350" cap="rnd" cmpd="sng" algn="ctr">
              <a:solidFill>
                <a:srgbClr val="E9D6F2">
                  <a:alpha val="43922"/>
                </a:srgbClr>
              </a:solidFill>
              <a:prstDash val="solid"/>
              <a:round/>
            </a:ln>
            <a:effectLst/>
          </p:spPr>
        </p:cxnSp>
        <p:cxnSp>
          <p:nvCxnSpPr>
            <p:cNvPr id="301" name="小李PPT11-24">
              <a:extLst>
                <a:ext uri="{FF2B5EF4-FFF2-40B4-BE49-F238E27FC236}">
                  <a16:creationId xmlns:a16="http://schemas.microsoft.com/office/drawing/2014/main" id="{A084D740-B9DB-BA65-905B-6C99371D7667}"/>
                </a:ext>
              </a:extLst>
            </p:cNvPr>
            <p:cNvCxnSpPr/>
            <p:nvPr/>
          </p:nvCxnSpPr>
          <p:spPr>
            <a:xfrm rot="5400000">
              <a:off x="-296578" y="3429001"/>
              <a:ext cx="6857998" cy="0"/>
            </a:xfrm>
            <a:prstGeom prst="line">
              <a:avLst/>
            </a:prstGeom>
            <a:noFill/>
            <a:ln w="6350" cap="rnd" cmpd="sng" algn="ctr">
              <a:solidFill>
                <a:srgbClr val="E9D6F2">
                  <a:alpha val="43922"/>
                </a:srgbClr>
              </a:solidFill>
              <a:prstDash val="solid"/>
              <a:round/>
            </a:ln>
            <a:effectLst/>
          </p:spPr>
        </p:cxnSp>
        <p:cxnSp>
          <p:nvCxnSpPr>
            <p:cNvPr id="302" name="小李PPT11-25">
              <a:extLst>
                <a:ext uri="{FF2B5EF4-FFF2-40B4-BE49-F238E27FC236}">
                  <a16:creationId xmlns:a16="http://schemas.microsoft.com/office/drawing/2014/main" id="{4BC52A2B-58EE-7F90-8026-B11F33CD56A7}"/>
                </a:ext>
              </a:extLst>
            </p:cNvPr>
            <p:cNvCxnSpPr/>
            <p:nvPr/>
          </p:nvCxnSpPr>
          <p:spPr>
            <a:xfrm rot="5400000">
              <a:off x="-650398" y="3429001"/>
              <a:ext cx="6857998" cy="0"/>
            </a:xfrm>
            <a:prstGeom prst="line">
              <a:avLst/>
            </a:prstGeom>
            <a:noFill/>
            <a:ln w="6350" cap="rnd" cmpd="sng" algn="ctr">
              <a:solidFill>
                <a:srgbClr val="E9D6F2">
                  <a:alpha val="43922"/>
                </a:srgbClr>
              </a:solidFill>
              <a:prstDash val="solid"/>
              <a:round/>
            </a:ln>
            <a:effectLst/>
          </p:spPr>
        </p:cxnSp>
        <p:cxnSp>
          <p:nvCxnSpPr>
            <p:cNvPr id="303" name="小李PPT11-26">
              <a:extLst>
                <a:ext uri="{FF2B5EF4-FFF2-40B4-BE49-F238E27FC236}">
                  <a16:creationId xmlns:a16="http://schemas.microsoft.com/office/drawing/2014/main" id="{A6CBAFE8-1219-FADF-D00C-CEF2C972633A}"/>
                </a:ext>
              </a:extLst>
            </p:cNvPr>
            <p:cNvCxnSpPr/>
            <p:nvPr/>
          </p:nvCxnSpPr>
          <p:spPr>
            <a:xfrm rot="5400000">
              <a:off x="-1004217" y="3429001"/>
              <a:ext cx="6857998" cy="0"/>
            </a:xfrm>
            <a:prstGeom prst="line">
              <a:avLst/>
            </a:prstGeom>
            <a:noFill/>
            <a:ln w="6350" cap="rnd" cmpd="sng" algn="ctr">
              <a:solidFill>
                <a:srgbClr val="E9D6F2">
                  <a:alpha val="43922"/>
                </a:srgbClr>
              </a:solidFill>
              <a:prstDash val="solid"/>
              <a:round/>
            </a:ln>
            <a:effectLst/>
          </p:spPr>
        </p:cxnSp>
        <p:cxnSp>
          <p:nvCxnSpPr>
            <p:cNvPr id="304" name="小李PPT11-27">
              <a:extLst>
                <a:ext uri="{FF2B5EF4-FFF2-40B4-BE49-F238E27FC236}">
                  <a16:creationId xmlns:a16="http://schemas.microsoft.com/office/drawing/2014/main" id="{DF86F9CC-48C5-E7C3-9A84-2BB52248DB1E}"/>
                </a:ext>
              </a:extLst>
            </p:cNvPr>
            <p:cNvCxnSpPr/>
            <p:nvPr/>
          </p:nvCxnSpPr>
          <p:spPr>
            <a:xfrm rot="5400000">
              <a:off x="-1358036" y="3429001"/>
              <a:ext cx="6857998" cy="0"/>
            </a:xfrm>
            <a:prstGeom prst="line">
              <a:avLst/>
            </a:prstGeom>
            <a:noFill/>
            <a:ln w="6350" cap="rnd" cmpd="sng" algn="ctr">
              <a:solidFill>
                <a:srgbClr val="E9D6F2">
                  <a:alpha val="43922"/>
                </a:srgbClr>
              </a:solidFill>
              <a:prstDash val="solid"/>
              <a:round/>
            </a:ln>
            <a:effectLst/>
          </p:spPr>
        </p:cxnSp>
        <p:cxnSp>
          <p:nvCxnSpPr>
            <p:cNvPr id="305" name="小李PPT11-28">
              <a:extLst>
                <a:ext uri="{FF2B5EF4-FFF2-40B4-BE49-F238E27FC236}">
                  <a16:creationId xmlns:a16="http://schemas.microsoft.com/office/drawing/2014/main" id="{634DDDD0-AD3A-E164-6A22-7EA73F0DF471}"/>
                </a:ext>
              </a:extLst>
            </p:cNvPr>
            <p:cNvCxnSpPr/>
            <p:nvPr/>
          </p:nvCxnSpPr>
          <p:spPr>
            <a:xfrm rot="5400000">
              <a:off x="-1711856" y="3429001"/>
              <a:ext cx="6857998" cy="0"/>
            </a:xfrm>
            <a:prstGeom prst="line">
              <a:avLst/>
            </a:prstGeom>
            <a:noFill/>
            <a:ln w="6350" cap="rnd" cmpd="sng" algn="ctr">
              <a:solidFill>
                <a:srgbClr val="E9D6F2">
                  <a:alpha val="43922"/>
                </a:srgbClr>
              </a:solidFill>
              <a:prstDash val="solid"/>
              <a:round/>
            </a:ln>
            <a:effectLst/>
          </p:spPr>
        </p:cxnSp>
        <p:cxnSp>
          <p:nvCxnSpPr>
            <p:cNvPr id="306" name="小李PPT11-29">
              <a:extLst>
                <a:ext uri="{FF2B5EF4-FFF2-40B4-BE49-F238E27FC236}">
                  <a16:creationId xmlns:a16="http://schemas.microsoft.com/office/drawing/2014/main" id="{E8411CF7-545D-7752-3880-A26682214D26}"/>
                </a:ext>
              </a:extLst>
            </p:cNvPr>
            <p:cNvCxnSpPr/>
            <p:nvPr/>
          </p:nvCxnSpPr>
          <p:spPr>
            <a:xfrm rot="5400000">
              <a:off x="-2065675" y="3429001"/>
              <a:ext cx="6857998" cy="0"/>
            </a:xfrm>
            <a:prstGeom prst="line">
              <a:avLst/>
            </a:prstGeom>
            <a:noFill/>
            <a:ln w="6350" cap="rnd" cmpd="sng" algn="ctr">
              <a:solidFill>
                <a:srgbClr val="E9D6F2">
                  <a:alpha val="43922"/>
                </a:srgbClr>
              </a:solidFill>
              <a:prstDash val="solid"/>
              <a:round/>
            </a:ln>
            <a:effectLst/>
          </p:spPr>
        </p:cxnSp>
        <p:cxnSp>
          <p:nvCxnSpPr>
            <p:cNvPr id="307" name="小李PPT11-30">
              <a:extLst>
                <a:ext uri="{FF2B5EF4-FFF2-40B4-BE49-F238E27FC236}">
                  <a16:creationId xmlns:a16="http://schemas.microsoft.com/office/drawing/2014/main" id="{9C9BE50B-BAF8-F983-8B86-ADF4C2A49155}"/>
                </a:ext>
              </a:extLst>
            </p:cNvPr>
            <p:cNvCxnSpPr/>
            <p:nvPr/>
          </p:nvCxnSpPr>
          <p:spPr>
            <a:xfrm rot="5400000">
              <a:off x="-2419495" y="3429001"/>
              <a:ext cx="6857998" cy="0"/>
            </a:xfrm>
            <a:prstGeom prst="line">
              <a:avLst/>
            </a:prstGeom>
            <a:noFill/>
            <a:ln w="6350" cap="rnd" cmpd="sng" algn="ctr">
              <a:solidFill>
                <a:srgbClr val="E9D6F2">
                  <a:alpha val="43922"/>
                </a:srgbClr>
              </a:solidFill>
              <a:prstDash val="solid"/>
              <a:round/>
            </a:ln>
            <a:effectLst/>
          </p:spPr>
        </p:cxnSp>
        <p:cxnSp>
          <p:nvCxnSpPr>
            <p:cNvPr id="308" name="小李PPT11-31">
              <a:extLst>
                <a:ext uri="{FF2B5EF4-FFF2-40B4-BE49-F238E27FC236}">
                  <a16:creationId xmlns:a16="http://schemas.microsoft.com/office/drawing/2014/main" id="{207652CB-EEE9-9E62-ED0C-C5538C2293AA}"/>
                </a:ext>
              </a:extLst>
            </p:cNvPr>
            <p:cNvCxnSpPr/>
            <p:nvPr/>
          </p:nvCxnSpPr>
          <p:spPr>
            <a:xfrm rot="5400000">
              <a:off x="-2773314" y="3429001"/>
              <a:ext cx="6857998" cy="0"/>
            </a:xfrm>
            <a:prstGeom prst="line">
              <a:avLst/>
            </a:prstGeom>
            <a:noFill/>
            <a:ln w="6350" cap="rnd" cmpd="sng" algn="ctr">
              <a:solidFill>
                <a:srgbClr val="E9D6F2">
                  <a:alpha val="43922"/>
                </a:srgbClr>
              </a:solidFill>
              <a:prstDash val="solid"/>
              <a:round/>
            </a:ln>
            <a:effectLst/>
          </p:spPr>
        </p:cxnSp>
        <p:cxnSp>
          <p:nvCxnSpPr>
            <p:cNvPr id="309" name="小李PPT11-32">
              <a:extLst>
                <a:ext uri="{FF2B5EF4-FFF2-40B4-BE49-F238E27FC236}">
                  <a16:creationId xmlns:a16="http://schemas.microsoft.com/office/drawing/2014/main" id="{6E042C72-6234-B5FE-0F29-46E45950958C}"/>
                </a:ext>
              </a:extLst>
            </p:cNvPr>
            <p:cNvCxnSpPr/>
            <p:nvPr/>
          </p:nvCxnSpPr>
          <p:spPr>
            <a:xfrm rot="5400000">
              <a:off x="-3127134" y="3429001"/>
              <a:ext cx="6857998" cy="0"/>
            </a:xfrm>
            <a:prstGeom prst="line">
              <a:avLst/>
            </a:prstGeom>
            <a:noFill/>
            <a:ln w="6350" cap="rnd" cmpd="sng" algn="ctr">
              <a:solidFill>
                <a:srgbClr val="E9D6F2">
                  <a:alpha val="43922"/>
                </a:srgbClr>
              </a:solidFill>
              <a:prstDash val="solid"/>
              <a:round/>
            </a:ln>
            <a:effectLst/>
          </p:spPr>
        </p:cxnSp>
        <p:cxnSp>
          <p:nvCxnSpPr>
            <p:cNvPr id="310" name="小李PPT11-33">
              <a:extLst>
                <a:ext uri="{FF2B5EF4-FFF2-40B4-BE49-F238E27FC236}">
                  <a16:creationId xmlns:a16="http://schemas.microsoft.com/office/drawing/2014/main" id="{049B3365-36B4-07A8-6740-9088C537C85B}"/>
                </a:ext>
              </a:extLst>
            </p:cNvPr>
            <p:cNvCxnSpPr/>
            <p:nvPr/>
          </p:nvCxnSpPr>
          <p:spPr>
            <a:xfrm rot="5400000">
              <a:off x="6781801" y="3429001"/>
              <a:ext cx="6857998" cy="0"/>
            </a:xfrm>
            <a:prstGeom prst="line">
              <a:avLst/>
            </a:prstGeom>
            <a:noFill/>
            <a:ln w="6350" cap="rnd" cmpd="sng" algn="ctr">
              <a:solidFill>
                <a:srgbClr val="E9D6F2">
                  <a:alpha val="43922"/>
                </a:srgbClr>
              </a:solidFill>
              <a:prstDash val="solid"/>
              <a:round/>
            </a:ln>
            <a:effectLst/>
          </p:spPr>
        </p:cxnSp>
        <p:cxnSp>
          <p:nvCxnSpPr>
            <p:cNvPr id="311" name="小李PPT11-34">
              <a:extLst>
                <a:ext uri="{FF2B5EF4-FFF2-40B4-BE49-F238E27FC236}">
                  <a16:creationId xmlns:a16="http://schemas.microsoft.com/office/drawing/2014/main" id="{420CD8AD-E89C-827A-ABCF-1CEBFF0419BA}"/>
                </a:ext>
              </a:extLst>
            </p:cNvPr>
            <p:cNvCxnSpPr/>
            <p:nvPr/>
          </p:nvCxnSpPr>
          <p:spPr>
            <a:xfrm rot="5400000">
              <a:off x="6427982" y="3429001"/>
              <a:ext cx="6857998" cy="0"/>
            </a:xfrm>
            <a:prstGeom prst="line">
              <a:avLst/>
            </a:prstGeom>
            <a:noFill/>
            <a:ln w="6350" cap="rnd" cmpd="sng" algn="ctr">
              <a:solidFill>
                <a:srgbClr val="E9D6F2">
                  <a:alpha val="43922"/>
                </a:srgbClr>
              </a:solidFill>
              <a:prstDash val="solid"/>
              <a:round/>
            </a:ln>
            <a:effectLst/>
          </p:spPr>
        </p:cxnSp>
        <p:cxnSp>
          <p:nvCxnSpPr>
            <p:cNvPr id="312" name="小李PPT11-35">
              <a:extLst>
                <a:ext uri="{FF2B5EF4-FFF2-40B4-BE49-F238E27FC236}">
                  <a16:creationId xmlns:a16="http://schemas.microsoft.com/office/drawing/2014/main" id="{137F6894-5BEE-7333-0AA7-51A1C2BAD20B}"/>
                </a:ext>
              </a:extLst>
            </p:cNvPr>
            <p:cNvCxnSpPr/>
            <p:nvPr/>
          </p:nvCxnSpPr>
          <p:spPr>
            <a:xfrm rot="5400000">
              <a:off x="6074162" y="3429001"/>
              <a:ext cx="6857998" cy="0"/>
            </a:xfrm>
            <a:prstGeom prst="line">
              <a:avLst/>
            </a:prstGeom>
            <a:noFill/>
            <a:ln w="6350" cap="rnd" cmpd="sng" algn="ctr">
              <a:solidFill>
                <a:srgbClr val="E9D6F2">
                  <a:alpha val="43922"/>
                </a:srgbClr>
              </a:solidFill>
              <a:prstDash val="solid"/>
              <a:round/>
            </a:ln>
            <a:effectLst/>
          </p:spPr>
        </p:cxnSp>
        <p:cxnSp>
          <p:nvCxnSpPr>
            <p:cNvPr id="313" name="小李PPT11-36">
              <a:extLst>
                <a:ext uri="{FF2B5EF4-FFF2-40B4-BE49-F238E27FC236}">
                  <a16:creationId xmlns:a16="http://schemas.microsoft.com/office/drawing/2014/main" id="{277488F4-28EB-DBB0-868B-C75D2ED71605}"/>
                </a:ext>
              </a:extLst>
            </p:cNvPr>
            <p:cNvCxnSpPr/>
            <p:nvPr/>
          </p:nvCxnSpPr>
          <p:spPr>
            <a:xfrm rot="5400000">
              <a:off x="5720343" y="3429001"/>
              <a:ext cx="6857998" cy="0"/>
            </a:xfrm>
            <a:prstGeom prst="line">
              <a:avLst/>
            </a:prstGeom>
            <a:noFill/>
            <a:ln w="6350" cap="rnd" cmpd="sng" algn="ctr">
              <a:solidFill>
                <a:srgbClr val="E9D6F2">
                  <a:alpha val="43922"/>
                </a:srgbClr>
              </a:solidFill>
              <a:prstDash val="solid"/>
              <a:round/>
            </a:ln>
            <a:effectLst/>
          </p:spPr>
        </p:cxnSp>
        <p:cxnSp>
          <p:nvCxnSpPr>
            <p:cNvPr id="314" name="小李PPT11-37">
              <a:extLst>
                <a:ext uri="{FF2B5EF4-FFF2-40B4-BE49-F238E27FC236}">
                  <a16:creationId xmlns:a16="http://schemas.microsoft.com/office/drawing/2014/main" id="{87F177A2-A3F1-22FA-9DBD-ABFD01923873}"/>
                </a:ext>
              </a:extLst>
            </p:cNvPr>
            <p:cNvCxnSpPr/>
            <p:nvPr/>
          </p:nvCxnSpPr>
          <p:spPr>
            <a:xfrm rot="5400000">
              <a:off x="5366523" y="3429001"/>
              <a:ext cx="6857998" cy="0"/>
            </a:xfrm>
            <a:prstGeom prst="line">
              <a:avLst/>
            </a:prstGeom>
            <a:noFill/>
            <a:ln w="6350" cap="sq" cmpd="dbl" algn="ctr">
              <a:solidFill>
                <a:srgbClr val="E9D6F2">
                  <a:alpha val="43922"/>
                </a:srgbClr>
              </a:solidFill>
              <a:prstDash val="solid"/>
              <a:round/>
            </a:ln>
            <a:effectLst/>
          </p:spPr>
        </p:cxnSp>
        <p:cxnSp>
          <p:nvCxnSpPr>
            <p:cNvPr id="315" name="小李PPT11-38">
              <a:extLst>
                <a:ext uri="{FF2B5EF4-FFF2-40B4-BE49-F238E27FC236}">
                  <a16:creationId xmlns:a16="http://schemas.microsoft.com/office/drawing/2014/main" id="{0AECCCE5-CE1D-767C-75D0-BAF3B6E005EE}"/>
                </a:ext>
              </a:extLst>
            </p:cNvPr>
            <p:cNvCxnSpPr/>
            <p:nvPr/>
          </p:nvCxnSpPr>
          <p:spPr>
            <a:xfrm rot="5400000">
              <a:off x="5012704" y="3429001"/>
              <a:ext cx="6857998" cy="0"/>
            </a:xfrm>
            <a:prstGeom prst="line">
              <a:avLst/>
            </a:prstGeom>
            <a:noFill/>
            <a:ln w="6350" cap="rnd" cmpd="sng" algn="ctr">
              <a:solidFill>
                <a:srgbClr val="E9D6F2">
                  <a:alpha val="43922"/>
                </a:srgbClr>
              </a:solidFill>
              <a:prstDash val="solid"/>
              <a:round/>
            </a:ln>
            <a:effectLst/>
          </p:spPr>
        </p:cxnSp>
        <p:cxnSp>
          <p:nvCxnSpPr>
            <p:cNvPr id="316" name="小李PPT11-39">
              <a:extLst>
                <a:ext uri="{FF2B5EF4-FFF2-40B4-BE49-F238E27FC236}">
                  <a16:creationId xmlns:a16="http://schemas.microsoft.com/office/drawing/2014/main" id="{CB7F1A7A-E6A0-7A68-3F2B-34A01BDAC13B}"/>
                </a:ext>
              </a:extLst>
            </p:cNvPr>
            <p:cNvCxnSpPr/>
            <p:nvPr/>
          </p:nvCxnSpPr>
          <p:spPr>
            <a:xfrm rot="5400000">
              <a:off x="4658885" y="3429001"/>
              <a:ext cx="6857998" cy="0"/>
            </a:xfrm>
            <a:prstGeom prst="line">
              <a:avLst/>
            </a:prstGeom>
            <a:noFill/>
            <a:ln w="6350" cap="rnd" cmpd="sng" algn="ctr">
              <a:solidFill>
                <a:srgbClr val="E9D6F2">
                  <a:alpha val="43922"/>
                </a:srgbClr>
              </a:solidFill>
              <a:prstDash val="solid"/>
              <a:round/>
            </a:ln>
            <a:effectLst/>
          </p:spPr>
        </p:cxnSp>
        <p:cxnSp>
          <p:nvCxnSpPr>
            <p:cNvPr id="317" name="小李PPT11-40">
              <a:extLst>
                <a:ext uri="{FF2B5EF4-FFF2-40B4-BE49-F238E27FC236}">
                  <a16:creationId xmlns:a16="http://schemas.microsoft.com/office/drawing/2014/main" id="{9E312751-11DF-6422-C789-4B449ADC5DE9}"/>
                </a:ext>
              </a:extLst>
            </p:cNvPr>
            <p:cNvCxnSpPr/>
            <p:nvPr/>
          </p:nvCxnSpPr>
          <p:spPr>
            <a:xfrm rot="5400000">
              <a:off x="4305065" y="3429001"/>
              <a:ext cx="6857998" cy="0"/>
            </a:xfrm>
            <a:prstGeom prst="line">
              <a:avLst/>
            </a:prstGeom>
            <a:noFill/>
            <a:ln w="6350" cap="rnd" cmpd="sng" algn="ctr">
              <a:solidFill>
                <a:srgbClr val="E9D6F2">
                  <a:alpha val="43922"/>
                </a:srgbClr>
              </a:solidFill>
              <a:prstDash val="solid"/>
              <a:round/>
            </a:ln>
            <a:effectLst/>
          </p:spPr>
        </p:cxnSp>
        <p:cxnSp>
          <p:nvCxnSpPr>
            <p:cNvPr id="318" name="小李PPT11-41">
              <a:extLst>
                <a:ext uri="{FF2B5EF4-FFF2-40B4-BE49-F238E27FC236}">
                  <a16:creationId xmlns:a16="http://schemas.microsoft.com/office/drawing/2014/main" id="{F61C06DF-F39E-C689-56B9-7D96478DB0A2}"/>
                </a:ext>
              </a:extLst>
            </p:cNvPr>
            <p:cNvCxnSpPr/>
            <p:nvPr/>
          </p:nvCxnSpPr>
          <p:spPr>
            <a:xfrm rot="5400000">
              <a:off x="3951246" y="3429001"/>
              <a:ext cx="6857998" cy="0"/>
            </a:xfrm>
            <a:prstGeom prst="line">
              <a:avLst/>
            </a:prstGeom>
            <a:noFill/>
            <a:ln w="6350" cap="rnd" cmpd="sng" algn="ctr">
              <a:solidFill>
                <a:srgbClr val="E9D6F2">
                  <a:alpha val="43922"/>
                </a:srgbClr>
              </a:solidFill>
              <a:prstDash val="solid"/>
              <a:round/>
            </a:ln>
            <a:effectLst/>
          </p:spPr>
        </p:cxnSp>
        <p:cxnSp>
          <p:nvCxnSpPr>
            <p:cNvPr id="319" name="小李PPT11-42">
              <a:extLst>
                <a:ext uri="{FF2B5EF4-FFF2-40B4-BE49-F238E27FC236}">
                  <a16:creationId xmlns:a16="http://schemas.microsoft.com/office/drawing/2014/main" id="{821DE1F9-6A60-BD97-B7F4-92D265C76E6E}"/>
                </a:ext>
              </a:extLst>
            </p:cNvPr>
            <p:cNvCxnSpPr/>
            <p:nvPr/>
          </p:nvCxnSpPr>
          <p:spPr>
            <a:xfrm rot="5400000">
              <a:off x="3597426" y="3429001"/>
              <a:ext cx="6857998" cy="0"/>
            </a:xfrm>
            <a:prstGeom prst="line">
              <a:avLst/>
            </a:prstGeom>
            <a:noFill/>
            <a:ln w="6350" cap="rnd" cmpd="sng" algn="ctr">
              <a:solidFill>
                <a:srgbClr val="E9D6F2">
                  <a:alpha val="43922"/>
                </a:srgbClr>
              </a:solidFill>
              <a:prstDash val="solid"/>
              <a:round/>
            </a:ln>
            <a:effectLst/>
          </p:spPr>
        </p:cxnSp>
        <p:cxnSp>
          <p:nvCxnSpPr>
            <p:cNvPr id="320" name="小李PPT11-43">
              <a:extLst>
                <a:ext uri="{FF2B5EF4-FFF2-40B4-BE49-F238E27FC236}">
                  <a16:creationId xmlns:a16="http://schemas.microsoft.com/office/drawing/2014/main" id="{4DC49DD9-18C9-B5B1-AFC4-AAECE95C9F41}"/>
                </a:ext>
              </a:extLst>
            </p:cNvPr>
            <p:cNvCxnSpPr/>
            <p:nvPr/>
          </p:nvCxnSpPr>
          <p:spPr>
            <a:xfrm rot="5400000">
              <a:off x="3243607" y="3429001"/>
              <a:ext cx="6857998" cy="0"/>
            </a:xfrm>
            <a:prstGeom prst="line">
              <a:avLst/>
            </a:prstGeom>
            <a:noFill/>
            <a:ln w="6350" cap="rnd" cmpd="sng" algn="ctr">
              <a:solidFill>
                <a:srgbClr val="E9D6F2">
                  <a:alpha val="43922"/>
                </a:srgbClr>
              </a:solidFill>
              <a:prstDash val="solid"/>
              <a:round/>
            </a:ln>
            <a:effectLst/>
          </p:spPr>
        </p:cxnSp>
        <p:cxnSp>
          <p:nvCxnSpPr>
            <p:cNvPr id="321" name="小李PPT11-44">
              <a:extLst>
                <a:ext uri="{FF2B5EF4-FFF2-40B4-BE49-F238E27FC236}">
                  <a16:creationId xmlns:a16="http://schemas.microsoft.com/office/drawing/2014/main" id="{7F79D255-A1F0-9774-6C70-8389D2C97FDF}"/>
                </a:ext>
              </a:extLst>
            </p:cNvPr>
            <p:cNvCxnSpPr/>
            <p:nvPr/>
          </p:nvCxnSpPr>
          <p:spPr>
            <a:xfrm rot="5400000">
              <a:off x="2889789" y="3429001"/>
              <a:ext cx="6857998" cy="0"/>
            </a:xfrm>
            <a:prstGeom prst="line">
              <a:avLst/>
            </a:prstGeom>
            <a:noFill/>
            <a:ln w="6350" cap="rnd" cmpd="sng" algn="ctr">
              <a:solidFill>
                <a:srgbClr val="E9D6F2">
                  <a:alpha val="43922"/>
                </a:srgbClr>
              </a:solidFill>
              <a:prstDash val="solid"/>
              <a:round/>
            </a:ln>
            <a:effectLst/>
          </p:spPr>
        </p:cxnSp>
        <p:cxnSp>
          <p:nvCxnSpPr>
            <p:cNvPr id="322" name="小李PPT11-45">
              <a:extLst>
                <a:ext uri="{FF2B5EF4-FFF2-40B4-BE49-F238E27FC236}">
                  <a16:creationId xmlns:a16="http://schemas.microsoft.com/office/drawing/2014/main" id="{AF475B96-315D-746A-65A7-19DC016186CA}"/>
                </a:ext>
              </a:extLst>
            </p:cNvPr>
            <p:cNvCxnSpPr/>
            <p:nvPr/>
          </p:nvCxnSpPr>
          <p:spPr>
            <a:xfrm rot="5400000">
              <a:off x="2535969" y="3429001"/>
              <a:ext cx="6857998" cy="0"/>
            </a:xfrm>
            <a:prstGeom prst="line">
              <a:avLst/>
            </a:prstGeom>
            <a:noFill/>
            <a:ln w="6350" cap="rnd" cmpd="sng" algn="ctr">
              <a:solidFill>
                <a:srgbClr val="E9D6F2">
                  <a:alpha val="43922"/>
                </a:srgbClr>
              </a:solidFill>
              <a:prstDash val="solid"/>
              <a:round/>
            </a:ln>
            <a:effectLst/>
          </p:spPr>
        </p:cxnSp>
        <p:cxnSp>
          <p:nvCxnSpPr>
            <p:cNvPr id="323" name="小李PPT11-46">
              <a:extLst>
                <a:ext uri="{FF2B5EF4-FFF2-40B4-BE49-F238E27FC236}">
                  <a16:creationId xmlns:a16="http://schemas.microsoft.com/office/drawing/2014/main" id="{781B8F5A-DC8E-1A21-CDAF-9A4AC6FE1570}"/>
                </a:ext>
              </a:extLst>
            </p:cNvPr>
            <p:cNvCxnSpPr/>
            <p:nvPr/>
          </p:nvCxnSpPr>
          <p:spPr>
            <a:xfrm>
              <a:off x="0" y="5868315"/>
              <a:ext cx="12192000" cy="0"/>
            </a:xfrm>
            <a:prstGeom prst="line">
              <a:avLst/>
            </a:prstGeom>
            <a:noFill/>
            <a:ln w="6350" cap="rnd" cmpd="sng" algn="ctr">
              <a:solidFill>
                <a:srgbClr val="E9D6F2">
                  <a:alpha val="43922"/>
                </a:srgbClr>
              </a:solidFill>
              <a:prstDash val="solid"/>
              <a:round/>
            </a:ln>
            <a:effectLst/>
          </p:spPr>
        </p:cxnSp>
        <p:cxnSp>
          <p:nvCxnSpPr>
            <p:cNvPr id="324" name="小李PPT11-47">
              <a:extLst>
                <a:ext uri="{FF2B5EF4-FFF2-40B4-BE49-F238E27FC236}">
                  <a16:creationId xmlns:a16="http://schemas.microsoft.com/office/drawing/2014/main" id="{96479C3C-8F94-6780-E275-3B6ACB320E08}"/>
                </a:ext>
              </a:extLst>
            </p:cNvPr>
            <p:cNvCxnSpPr/>
            <p:nvPr/>
          </p:nvCxnSpPr>
          <p:spPr>
            <a:xfrm>
              <a:off x="0" y="6217616"/>
              <a:ext cx="12192000" cy="0"/>
            </a:xfrm>
            <a:prstGeom prst="line">
              <a:avLst/>
            </a:prstGeom>
            <a:noFill/>
            <a:ln w="6350" cap="rnd" cmpd="sng" algn="ctr">
              <a:solidFill>
                <a:srgbClr val="E9D6F2">
                  <a:alpha val="43922"/>
                </a:srgbClr>
              </a:solidFill>
              <a:prstDash val="solid"/>
              <a:round/>
            </a:ln>
            <a:effectLst/>
          </p:spPr>
        </p:cxnSp>
        <p:cxnSp>
          <p:nvCxnSpPr>
            <p:cNvPr id="325" name="小李PPT11-48">
              <a:extLst>
                <a:ext uri="{FF2B5EF4-FFF2-40B4-BE49-F238E27FC236}">
                  <a16:creationId xmlns:a16="http://schemas.microsoft.com/office/drawing/2014/main" id="{E1E294E3-8556-D46B-FF78-3E32C6CFAC92}"/>
                </a:ext>
              </a:extLst>
            </p:cNvPr>
            <p:cNvCxnSpPr/>
            <p:nvPr/>
          </p:nvCxnSpPr>
          <p:spPr>
            <a:xfrm>
              <a:off x="0" y="6566917"/>
              <a:ext cx="12192000" cy="0"/>
            </a:xfrm>
            <a:prstGeom prst="line">
              <a:avLst/>
            </a:prstGeom>
            <a:noFill/>
            <a:ln w="6350" cap="rnd" cmpd="sng" algn="ctr">
              <a:solidFill>
                <a:srgbClr val="E9D6F2">
                  <a:alpha val="43922"/>
                </a:srgbClr>
              </a:solidFill>
              <a:prstDash val="solid"/>
              <a:round/>
            </a:ln>
            <a:effectLst/>
          </p:spPr>
        </p:cxnSp>
        <p:cxnSp>
          <p:nvCxnSpPr>
            <p:cNvPr id="326" name="小李PPT11-49">
              <a:extLst>
                <a:ext uri="{FF2B5EF4-FFF2-40B4-BE49-F238E27FC236}">
                  <a16:creationId xmlns:a16="http://schemas.microsoft.com/office/drawing/2014/main" id="{7346756B-3873-E60D-A288-7E9A8DFEA634}"/>
                </a:ext>
              </a:extLst>
            </p:cNvPr>
            <p:cNvCxnSpPr/>
            <p:nvPr/>
          </p:nvCxnSpPr>
          <p:spPr>
            <a:xfrm rot="5400000">
              <a:off x="8532255" y="3429001"/>
              <a:ext cx="6857998" cy="0"/>
            </a:xfrm>
            <a:prstGeom prst="line">
              <a:avLst/>
            </a:prstGeom>
            <a:noFill/>
            <a:ln w="6350" cap="rnd" cmpd="sng" algn="ctr">
              <a:solidFill>
                <a:srgbClr val="E9D6F2">
                  <a:alpha val="43922"/>
                </a:srgbClr>
              </a:solidFill>
              <a:prstDash val="solid"/>
              <a:round/>
            </a:ln>
            <a:effectLst/>
          </p:spPr>
        </p:cxnSp>
        <p:cxnSp>
          <p:nvCxnSpPr>
            <p:cNvPr id="327" name="小李PPT11-50">
              <a:extLst>
                <a:ext uri="{FF2B5EF4-FFF2-40B4-BE49-F238E27FC236}">
                  <a16:creationId xmlns:a16="http://schemas.microsoft.com/office/drawing/2014/main" id="{0A6E9455-03E3-BADC-DDE6-9A8E6C11EF94}"/>
                </a:ext>
              </a:extLst>
            </p:cNvPr>
            <p:cNvCxnSpPr/>
            <p:nvPr/>
          </p:nvCxnSpPr>
          <p:spPr>
            <a:xfrm rot="5400000">
              <a:off x="8178436" y="3429001"/>
              <a:ext cx="6857998" cy="0"/>
            </a:xfrm>
            <a:prstGeom prst="line">
              <a:avLst/>
            </a:prstGeom>
            <a:noFill/>
            <a:ln w="6350" cap="rnd" cmpd="sng" algn="ctr">
              <a:solidFill>
                <a:srgbClr val="E9D6F2">
                  <a:alpha val="43922"/>
                </a:srgbClr>
              </a:solidFill>
              <a:prstDash val="solid"/>
              <a:round/>
            </a:ln>
            <a:effectLst/>
          </p:spPr>
        </p:cxnSp>
        <p:cxnSp>
          <p:nvCxnSpPr>
            <p:cNvPr id="328" name="小李PPT11-51">
              <a:extLst>
                <a:ext uri="{FF2B5EF4-FFF2-40B4-BE49-F238E27FC236}">
                  <a16:creationId xmlns:a16="http://schemas.microsoft.com/office/drawing/2014/main" id="{2225C28C-74AF-D02A-A946-AF945155C451}"/>
                </a:ext>
              </a:extLst>
            </p:cNvPr>
            <p:cNvCxnSpPr/>
            <p:nvPr/>
          </p:nvCxnSpPr>
          <p:spPr>
            <a:xfrm rot="5400000">
              <a:off x="7824616" y="3429001"/>
              <a:ext cx="6857998" cy="0"/>
            </a:xfrm>
            <a:prstGeom prst="line">
              <a:avLst/>
            </a:prstGeom>
            <a:noFill/>
            <a:ln w="6350" cap="rnd" cmpd="sng" algn="ctr">
              <a:solidFill>
                <a:srgbClr val="E9D6F2">
                  <a:alpha val="43922"/>
                </a:srgbClr>
              </a:solidFill>
              <a:prstDash val="solid"/>
              <a:round/>
            </a:ln>
            <a:effectLst/>
          </p:spPr>
        </p:cxnSp>
        <p:cxnSp>
          <p:nvCxnSpPr>
            <p:cNvPr id="329" name="小李PPT11-52">
              <a:extLst>
                <a:ext uri="{FF2B5EF4-FFF2-40B4-BE49-F238E27FC236}">
                  <a16:creationId xmlns:a16="http://schemas.microsoft.com/office/drawing/2014/main" id="{36812C8E-00B0-954B-26D4-E52E0009D8D6}"/>
                </a:ext>
              </a:extLst>
            </p:cNvPr>
            <p:cNvCxnSpPr/>
            <p:nvPr/>
          </p:nvCxnSpPr>
          <p:spPr>
            <a:xfrm rot="5400000">
              <a:off x="7470797" y="3429001"/>
              <a:ext cx="6857998" cy="0"/>
            </a:xfrm>
            <a:prstGeom prst="line">
              <a:avLst/>
            </a:prstGeom>
            <a:noFill/>
            <a:ln w="6350" cap="rnd" cmpd="sng" algn="ctr">
              <a:solidFill>
                <a:srgbClr val="E9D6F2">
                  <a:alpha val="43922"/>
                </a:srgbClr>
              </a:solidFill>
              <a:prstDash val="solid"/>
              <a:round/>
            </a:ln>
            <a:effectLst/>
          </p:spPr>
        </p:cxnSp>
        <p:cxnSp>
          <p:nvCxnSpPr>
            <p:cNvPr id="330" name="小李PPT11-53">
              <a:extLst>
                <a:ext uri="{FF2B5EF4-FFF2-40B4-BE49-F238E27FC236}">
                  <a16:creationId xmlns:a16="http://schemas.microsoft.com/office/drawing/2014/main" id="{AAA0CBAD-C7A5-2E8C-B487-49E82FAF197F}"/>
                </a:ext>
              </a:extLst>
            </p:cNvPr>
            <p:cNvCxnSpPr/>
            <p:nvPr/>
          </p:nvCxnSpPr>
          <p:spPr>
            <a:xfrm rot="5400000">
              <a:off x="7116978" y="3429001"/>
              <a:ext cx="6857998" cy="0"/>
            </a:xfrm>
            <a:prstGeom prst="line">
              <a:avLst/>
            </a:prstGeom>
            <a:noFill/>
            <a:ln w="6350" cap="rnd" cmpd="sng" algn="ctr">
              <a:solidFill>
                <a:srgbClr val="E9D6F2">
                  <a:alpha val="43922"/>
                </a:srgbClr>
              </a:solidFill>
              <a:prstDash val="solid"/>
              <a:round/>
            </a:ln>
            <a:effectLst/>
          </p:spPr>
        </p:cxnSp>
      </p:grpSp>
      <p:grpSp>
        <p:nvGrpSpPr>
          <p:cNvPr id="332" name="组合 331">
            <a:extLst>
              <a:ext uri="{FF2B5EF4-FFF2-40B4-BE49-F238E27FC236}">
                <a16:creationId xmlns:a16="http://schemas.microsoft.com/office/drawing/2014/main" id="{48CB0609-70FF-2A70-3406-9F56BA4134F6}"/>
              </a:ext>
            </a:extLst>
          </p:cNvPr>
          <p:cNvGrpSpPr/>
          <p:nvPr/>
        </p:nvGrpSpPr>
        <p:grpSpPr>
          <a:xfrm>
            <a:off x="192793" y="185088"/>
            <a:ext cx="5541145" cy="731415"/>
            <a:chOff x="412929" y="337490"/>
            <a:chExt cx="5638629" cy="779029"/>
          </a:xfrm>
        </p:grpSpPr>
        <p:grpSp>
          <p:nvGrpSpPr>
            <p:cNvPr id="68" name="组合 67">
              <a:extLst>
                <a:ext uri="{FF2B5EF4-FFF2-40B4-BE49-F238E27FC236}">
                  <a16:creationId xmlns:a16="http://schemas.microsoft.com/office/drawing/2014/main" id="{DEAD473B-E94B-4204-C07D-2B71699982A3}"/>
                </a:ext>
              </a:extLst>
            </p:cNvPr>
            <p:cNvGrpSpPr/>
            <p:nvPr/>
          </p:nvGrpSpPr>
          <p:grpSpPr>
            <a:xfrm>
              <a:off x="412929" y="337490"/>
              <a:ext cx="5638629" cy="779029"/>
              <a:chOff x="392813" y="373931"/>
              <a:chExt cx="3163915" cy="483849"/>
            </a:xfrm>
          </p:grpSpPr>
          <p:sp>
            <p:nvSpPr>
              <p:cNvPr id="27" name="任意多边形: 形状 61">
                <a:extLst>
                  <a:ext uri="{FF2B5EF4-FFF2-40B4-BE49-F238E27FC236}">
                    <a16:creationId xmlns:a16="http://schemas.microsoft.com/office/drawing/2014/main" id="{4568F332-B380-6EC4-9315-8C954162131A}"/>
                  </a:ext>
                </a:extLst>
              </p:cNvPr>
              <p:cNvSpPr/>
              <p:nvPr/>
            </p:nvSpPr>
            <p:spPr>
              <a:xfrm>
                <a:off x="522287" y="427864"/>
                <a:ext cx="3034441" cy="375982"/>
              </a:xfrm>
              <a:prstGeom prst="parallelogram">
                <a:avLst>
                  <a:gd name="adj" fmla="val 52926"/>
                </a:avLst>
              </a:prstGeom>
              <a:gradFill flip="none" rotWithShape="1">
                <a:gsLst>
                  <a:gs pos="0">
                    <a:srgbClr val="FFFFFF"/>
                  </a:gs>
                  <a:gs pos="100000">
                    <a:srgbClr val="BB39A0">
                      <a:alpha val="84000"/>
                    </a:srgbClr>
                  </a:gs>
                </a:gsLst>
                <a:lin ang="10800000" scaled="1"/>
                <a:tileRect/>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2" name="任意多边形: 形状 61">
                <a:extLst>
                  <a:ext uri="{FF2B5EF4-FFF2-40B4-BE49-F238E27FC236}">
                    <a16:creationId xmlns:a16="http://schemas.microsoft.com/office/drawing/2014/main" id="{B4D704B6-5055-FA81-4A4E-ED7DBFD438E4}"/>
                  </a:ext>
                </a:extLst>
              </p:cNvPr>
              <p:cNvSpPr/>
              <p:nvPr/>
            </p:nvSpPr>
            <p:spPr>
              <a:xfrm>
                <a:off x="392813" y="399042"/>
                <a:ext cx="221149" cy="260109"/>
              </a:xfrm>
              <a:prstGeom prst="parallelogram">
                <a:avLst>
                  <a:gd name="adj" fmla="val 64309"/>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任意多边形: 形状 61">
                <a:extLst>
                  <a:ext uri="{FF2B5EF4-FFF2-40B4-BE49-F238E27FC236}">
                    <a16:creationId xmlns:a16="http://schemas.microsoft.com/office/drawing/2014/main" id="{A5B511BF-BB56-51CC-5CE5-FD63596A28A8}"/>
                  </a:ext>
                </a:extLst>
              </p:cNvPr>
              <p:cNvSpPr/>
              <p:nvPr/>
            </p:nvSpPr>
            <p:spPr>
              <a:xfrm>
                <a:off x="407458" y="373931"/>
                <a:ext cx="413280" cy="483849"/>
              </a:xfrm>
              <a:prstGeom prst="parallelogram">
                <a:avLst>
                  <a:gd name="adj" fmla="val 61503"/>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331" name="小李PPT1">
              <a:extLst>
                <a:ext uri="{FF2B5EF4-FFF2-40B4-BE49-F238E27FC236}">
                  <a16:creationId xmlns:a16="http://schemas.microsoft.com/office/drawing/2014/main" id="{60296E81-9909-1F74-9C79-5EB97E854FAC}"/>
                </a:ext>
              </a:extLst>
            </p:cNvPr>
            <p:cNvSpPr txBox="1"/>
            <p:nvPr/>
          </p:nvSpPr>
          <p:spPr>
            <a:xfrm>
              <a:off x="1033485" y="401778"/>
              <a:ext cx="3521030" cy="667385"/>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200" dirty="0">
                  <a:solidFill>
                    <a:schemeClr val="tx1">
                      <a:lumMod val="95000"/>
                      <a:lumOff val="5000"/>
                    </a:schemeClr>
                  </a:solidFill>
                  <a:latin typeface="汉仪劲楷简" panose="00020600040101010101" charset="-122"/>
                  <a:ea typeface="汉仪劲楷简" panose="00020600040101010101" charset="-122"/>
                  <a:sym typeface="+mn-ea"/>
                </a:rPr>
                <a:t>4.2 B</a:t>
              </a:r>
              <a:r>
                <a:rPr lang="zh-CN" altLang="en-US" sz="3200" dirty="0">
                  <a:solidFill>
                    <a:schemeClr val="tx1">
                      <a:lumMod val="95000"/>
                      <a:lumOff val="5000"/>
                    </a:schemeClr>
                  </a:solidFill>
                  <a:latin typeface="汉仪劲楷简" panose="00020600040101010101" charset="-122"/>
                  <a:ea typeface="汉仪劲楷简" panose="00020600040101010101" charset="-122"/>
                  <a:sym typeface="+mn-ea"/>
                </a:rPr>
                <a:t>端产品体验</a:t>
              </a:r>
              <a:endParaRPr lang="zh-CN" altLang="en-US" sz="3200" noProof="0" dirty="0">
                <a:ln>
                  <a:noFill/>
                </a:ln>
                <a:solidFill>
                  <a:schemeClr val="tx1">
                    <a:lumMod val="95000"/>
                    <a:lumOff val="5000"/>
                  </a:schemeClr>
                </a:solidFill>
                <a:effectLst/>
                <a:uLnTx/>
                <a:uFillTx/>
                <a:latin typeface="汉仪劲楷简" panose="00020600040101010101" charset="-122"/>
                <a:ea typeface="汉仪劲楷简" panose="00020600040101010101" charset="-122"/>
                <a:sym typeface="+mn-ea"/>
              </a:endParaRPr>
            </a:p>
          </p:txBody>
        </p:sp>
      </p:grpSp>
      <p:pic>
        <p:nvPicPr>
          <p:cNvPr id="18" name="图片 17" descr="图片包含 桌子, 小, 蛋糕, 蓝色&#10;&#10;描述已自动生成">
            <a:extLst>
              <a:ext uri="{FF2B5EF4-FFF2-40B4-BE49-F238E27FC236}">
                <a16:creationId xmlns:a16="http://schemas.microsoft.com/office/drawing/2014/main" id="{AB1D1039-27DB-2B41-FBFE-19FF976D6486}"/>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0618230" y="223047"/>
            <a:ext cx="1334417" cy="667209"/>
          </a:xfrm>
          <a:prstGeom prst="rect">
            <a:avLst/>
          </a:prstGeom>
        </p:spPr>
      </p:pic>
      <p:pic>
        <p:nvPicPr>
          <p:cNvPr id="334" name="图片 333" descr="e4f8873b48c92a912ad2b76d31d4d59">
            <a:extLst>
              <a:ext uri="{FF2B5EF4-FFF2-40B4-BE49-F238E27FC236}">
                <a16:creationId xmlns:a16="http://schemas.microsoft.com/office/drawing/2014/main" id="{BCB23CF7-1F66-1D05-9CE3-30C4BBFA903D}"/>
              </a:ext>
            </a:extLst>
          </p:cNvPr>
          <p:cNvPicPr>
            <a:picLocks noChangeAspect="1"/>
          </p:cNvPicPr>
          <p:nvPr/>
        </p:nvPicPr>
        <p:blipFill>
          <a:blip r:embed="rId18"/>
          <a:stretch>
            <a:fillRect/>
          </a:stretch>
        </p:blipFill>
        <p:spPr>
          <a:xfrm>
            <a:off x="9728122" y="193111"/>
            <a:ext cx="708660" cy="708660"/>
          </a:xfrm>
          <a:prstGeom prst="rect">
            <a:avLst/>
          </a:prstGeom>
        </p:spPr>
      </p:pic>
      <p:grpSp>
        <p:nvGrpSpPr>
          <p:cNvPr id="335" name="组合 334">
            <a:extLst>
              <a:ext uri="{FF2B5EF4-FFF2-40B4-BE49-F238E27FC236}">
                <a16:creationId xmlns:a16="http://schemas.microsoft.com/office/drawing/2014/main" id="{3FCA09F8-FBF9-D014-4D7A-7578A8F09146}"/>
              </a:ext>
            </a:extLst>
          </p:cNvPr>
          <p:cNvGrpSpPr/>
          <p:nvPr/>
        </p:nvGrpSpPr>
        <p:grpSpPr>
          <a:xfrm>
            <a:off x="7354620" y="305784"/>
            <a:ext cx="2162937" cy="506745"/>
            <a:chOff x="7239" y="4557"/>
            <a:chExt cx="3500" cy="820"/>
          </a:xfrm>
          <a:gradFill>
            <a:gsLst>
              <a:gs pos="0">
                <a:srgbClr val="923EBA"/>
              </a:gs>
              <a:gs pos="96000">
                <a:srgbClr val="F7F0FA"/>
              </a:gs>
            </a:gsLst>
            <a:lin ang="10800000" scaled="0"/>
          </a:gradFill>
        </p:grpSpPr>
        <p:sp>
          <p:nvSpPr>
            <p:cNvPr id="336" name="燕尾形 25">
              <a:extLst>
                <a:ext uri="{FF2B5EF4-FFF2-40B4-BE49-F238E27FC236}">
                  <a16:creationId xmlns:a16="http://schemas.microsoft.com/office/drawing/2014/main" id="{AF22FDF5-8757-453D-6866-D0167DB67BC3}"/>
                </a:ext>
              </a:extLst>
            </p:cNvPr>
            <p:cNvSpPr/>
            <p:nvPr/>
          </p:nvSpPr>
          <p:spPr>
            <a:xfrm>
              <a:off x="72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7" name="燕尾形 67">
              <a:extLst>
                <a:ext uri="{FF2B5EF4-FFF2-40B4-BE49-F238E27FC236}">
                  <a16:creationId xmlns:a16="http://schemas.microsoft.com/office/drawing/2014/main" id="{3D9A2FEE-E11C-54D3-7206-76A4D85A3C86}"/>
                </a:ext>
              </a:extLst>
            </p:cNvPr>
            <p:cNvSpPr/>
            <p:nvPr/>
          </p:nvSpPr>
          <p:spPr>
            <a:xfrm>
              <a:off x="79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8" name="燕尾形 68">
              <a:extLst>
                <a:ext uri="{FF2B5EF4-FFF2-40B4-BE49-F238E27FC236}">
                  <a16:creationId xmlns:a16="http://schemas.microsoft.com/office/drawing/2014/main" id="{12C0406F-FBDA-2A3F-CEB6-3AA17989E84D}"/>
                </a:ext>
              </a:extLst>
            </p:cNvPr>
            <p:cNvSpPr/>
            <p:nvPr/>
          </p:nvSpPr>
          <p:spPr>
            <a:xfrm>
              <a:off x="86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9" name="燕尾形 69">
              <a:extLst>
                <a:ext uri="{FF2B5EF4-FFF2-40B4-BE49-F238E27FC236}">
                  <a16:creationId xmlns:a16="http://schemas.microsoft.com/office/drawing/2014/main" id="{8BC960A3-4D4E-BF0F-1275-02E83D81B554}"/>
                </a:ext>
              </a:extLst>
            </p:cNvPr>
            <p:cNvSpPr/>
            <p:nvPr/>
          </p:nvSpPr>
          <p:spPr>
            <a:xfrm>
              <a:off x="93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40" name="燕尾形 77">
              <a:extLst>
                <a:ext uri="{FF2B5EF4-FFF2-40B4-BE49-F238E27FC236}">
                  <a16:creationId xmlns:a16="http://schemas.microsoft.com/office/drawing/2014/main" id="{53C60A93-71F9-9093-80FE-03C8C04849D1}"/>
                </a:ext>
              </a:extLst>
            </p:cNvPr>
            <p:cNvSpPr/>
            <p:nvPr/>
          </p:nvSpPr>
          <p:spPr>
            <a:xfrm>
              <a:off x="100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pic>
        <p:nvPicPr>
          <p:cNvPr id="4" name="QQ20251116-14718">
            <a:hlinkClick r:id="" action="ppaction://media"/>
            <a:extLst>
              <a:ext uri="{FF2B5EF4-FFF2-40B4-BE49-F238E27FC236}">
                <a16:creationId xmlns:a16="http://schemas.microsoft.com/office/drawing/2014/main" id="{937A31C8-CC38-E137-43EB-56CEA7DF3B16}"/>
              </a:ext>
            </a:extLst>
          </p:cNvPr>
          <p:cNvPicPr>
            <a:picLocks noChangeAspect="1"/>
          </p:cNvPicPr>
          <p:nvPr>
            <a:videoFile r:link="rId13"/>
            <p:extLst>
              <p:ext uri="{DAA4B4D4-6D71-4841-9C94-3DE7FCFB9230}">
                <p14:media xmlns:p14="http://schemas.microsoft.com/office/powerpoint/2010/main" r:embed="rId12"/>
              </p:ext>
            </p:extLst>
          </p:nvPr>
        </p:nvPicPr>
        <p:blipFill>
          <a:blip r:embed="rId19"/>
          <a:stretch>
            <a:fillRect/>
          </a:stretch>
        </p:blipFill>
        <p:spPr>
          <a:xfrm>
            <a:off x="1793435" y="995533"/>
            <a:ext cx="7878766" cy="5597486"/>
          </a:xfrm>
          <a:prstGeom prst="rect">
            <a:avLst/>
          </a:prstGeom>
        </p:spPr>
      </p:pic>
    </p:spTree>
    <p:extLst>
      <p:ext uri="{BB962C8B-B14F-4D97-AF65-F5344CB8AC3E}">
        <p14:creationId xmlns:p14="http://schemas.microsoft.com/office/powerpoint/2010/main" val="858022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54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7" name="think-cell data - do not delete" hidden="1">
            <a:extLst>
              <a:ext uri="{FF2B5EF4-FFF2-40B4-BE49-F238E27FC236}">
                <a16:creationId xmlns:a16="http://schemas.microsoft.com/office/drawing/2014/main" id="{65F4BBA6-28D3-AD30-8ECB-A072861D92E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3" imgW="471" imgH="473" progId="TCLayout.ActiveDocument.1">
                  <p:embed/>
                </p:oleObj>
              </mc:Choice>
              <mc:Fallback>
                <p:oleObj name="think-cell 幻灯片" r:id="rId13" imgW="471" imgH="473" progId="TCLayout.ActiveDocument.1">
                  <p:embed/>
                  <p:pic>
                    <p:nvPicPr>
                      <p:cNvPr id="67" name="think-cell data - do not delete" hidden="1">
                        <a:extLst>
                          <a:ext uri="{FF2B5EF4-FFF2-40B4-BE49-F238E27FC236}">
                            <a16:creationId xmlns:a16="http://schemas.microsoft.com/office/drawing/2014/main" id="{65F4BBA6-28D3-AD30-8ECB-A072861D92E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74" name="小李PPT1"/>
          <p:cNvSpPr/>
          <p:nvPr>
            <p:custDataLst>
              <p:tags r:id="rId2"/>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3"/>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4"/>
            </p:custDataLst>
          </p:nvPr>
        </p:nvSpPr>
        <p:spPr>
          <a:xfrm>
            <a:off x="4000500" y="-914400"/>
            <a:ext cx="635000" cy="635000"/>
          </a:xfrm>
          <a:prstGeom prst="rect">
            <a:avLst/>
          </a:prstGeom>
          <a:solidFill>
            <a:srgbClr val="F5BEF0"/>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5"/>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6"/>
            </p:custDataLst>
          </p:nvPr>
        </p:nvSpPr>
        <p:spPr>
          <a:xfrm>
            <a:off x="5778500" y="-914400"/>
            <a:ext cx="635000" cy="635000"/>
          </a:xfrm>
          <a:prstGeom prst="rect">
            <a:avLst/>
          </a:prstGeom>
          <a:solidFill>
            <a:srgbClr val="8FE6FC"/>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7"/>
            </p:custDataLst>
          </p:nvPr>
        </p:nvSpPr>
        <p:spPr>
          <a:xfrm>
            <a:off x="6540500" y="-946659"/>
            <a:ext cx="635000" cy="635000"/>
          </a:xfrm>
          <a:prstGeom prst="rect">
            <a:avLst/>
          </a:prstGeom>
          <a:solidFill>
            <a:srgbClr val="E0132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8"/>
            </p:custDataLst>
          </p:nvPr>
        </p:nvSpPr>
        <p:spPr>
          <a:xfrm>
            <a:off x="7302500" y="-914400"/>
            <a:ext cx="635000" cy="635000"/>
          </a:xfrm>
          <a:prstGeom prst="rect">
            <a:avLst/>
          </a:prstGeom>
          <a:solidFill>
            <a:srgbClr val="3F4BD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9"/>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10"/>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1"/>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267" name="小李PPT11">
            <a:extLst>
              <a:ext uri="{FF2B5EF4-FFF2-40B4-BE49-F238E27FC236}">
                <a16:creationId xmlns:a16="http://schemas.microsoft.com/office/drawing/2014/main" id="{E00CE3F1-5B45-F7C7-D558-CF4D4E540D70}"/>
              </a:ext>
            </a:extLst>
          </p:cNvPr>
          <p:cNvGrpSpPr/>
          <p:nvPr/>
        </p:nvGrpSpPr>
        <p:grpSpPr>
          <a:xfrm>
            <a:off x="20600" y="14504"/>
            <a:ext cx="12192000" cy="6857998"/>
            <a:chOff x="0" y="2"/>
            <a:chExt cx="12192000" cy="6857998"/>
          </a:xfrm>
          <a:effectLst/>
        </p:grpSpPr>
        <p:cxnSp>
          <p:nvCxnSpPr>
            <p:cNvPr id="268" name="小李PPT11-1">
              <a:extLst>
                <a:ext uri="{FF2B5EF4-FFF2-40B4-BE49-F238E27FC236}">
                  <a16:creationId xmlns:a16="http://schemas.microsoft.com/office/drawing/2014/main" id="{D149A8DE-5D70-5480-002D-8DB8EA561DD2}"/>
                </a:ext>
              </a:extLst>
            </p:cNvPr>
            <p:cNvCxnSpPr/>
            <p:nvPr/>
          </p:nvCxnSpPr>
          <p:spPr>
            <a:xfrm>
              <a:off x="0" y="291084"/>
              <a:ext cx="12192000" cy="0"/>
            </a:xfrm>
            <a:prstGeom prst="line">
              <a:avLst/>
            </a:prstGeom>
            <a:noFill/>
            <a:ln w="6350" cap="rnd" cmpd="sng" algn="ctr">
              <a:solidFill>
                <a:srgbClr val="E9D6F2">
                  <a:alpha val="43922"/>
                </a:srgbClr>
              </a:solidFill>
              <a:prstDash val="solid"/>
              <a:round/>
            </a:ln>
            <a:effectLst/>
          </p:spPr>
        </p:cxnSp>
        <p:cxnSp>
          <p:nvCxnSpPr>
            <p:cNvPr id="269" name="小李PPT11-2">
              <a:extLst>
                <a:ext uri="{FF2B5EF4-FFF2-40B4-BE49-F238E27FC236}">
                  <a16:creationId xmlns:a16="http://schemas.microsoft.com/office/drawing/2014/main" id="{12405815-2BB6-8915-822D-91905D766527}"/>
                </a:ext>
              </a:extLst>
            </p:cNvPr>
            <p:cNvCxnSpPr/>
            <p:nvPr/>
          </p:nvCxnSpPr>
          <p:spPr>
            <a:xfrm>
              <a:off x="0" y="640385"/>
              <a:ext cx="12192000" cy="0"/>
            </a:xfrm>
            <a:prstGeom prst="line">
              <a:avLst/>
            </a:prstGeom>
            <a:noFill/>
            <a:ln w="6350" cap="rnd" cmpd="sng" algn="ctr">
              <a:solidFill>
                <a:srgbClr val="E9D6F2">
                  <a:alpha val="43922"/>
                </a:srgbClr>
              </a:solidFill>
              <a:prstDash val="solid"/>
              <a:round/>
            </a:ln>
            <a:effectLst/>
          </p:spPr>
        </p:cxnSp>
        <p:cxnSp>
          <p:nvCxnSpPr>
            <p:cNvPr id="270" name="小李PPT11-3">
              <a:extLst>
                <a:ext uri="{FF2B5EF4-FFF2-40B4-BE49-F238E27FC236}">
                  <a16:creationId xmlns:a16="http://schemas.microsoft.com/office/drawing/2014/main" id="{142F80B8-DE7C-9802-AED4-8B9E3CC242BA}"/>
                </a:ext>
              </a:extLst>
            </p:cNvPr>
            <p:cNvCxnSpPr/>
            <p:nvPr/>
          </p:nvCxnSpPr>
          <p:spPr>
            <a:xfrm>
              <a:off x="0" y="989685"/>
              <a:ext cx="12192000" cy="0"/>
            </a:xfrm>
            <a:prstGeom prst="line">
              <a:avLst/>
            </a:prstGeom>
            <a:noFill/>
            <a:ln w="6350" cap="rnd" cmpd="sng" algn="ctr">
              <a:solidFill>
                <a:srgbClr val="E9D6F2">
                  <a:alpha val="43922"/>
                </a:srgbClr>
              </a:solidFill>
              <a:prstDash val="solid"/>
              <a:round/>
            </a:ln>
            <a:effectLst/>
          </p:spPr>
        </p:cxnSp>
        <p:cxnSp>
          <p:nvCxnSpPr>
            <p:cNvPr id="271" name="小李PPT11-4">
              <a:extLst>
                <a:ext uri="{FF2B5EF4-FFF2-40B4-BE49-F238E27FC236}">
                  <a16:creationId xmlns:a16="http://schemas.microsoft.com/office/drawing/2014/main" id="{7ACFC8FC-0E7C-6E37-2D81-F22516A9C047}"/>
                </a:ext>
              </a:extLst>
            </p:cNvPr>
            <p:cNvCxnSpPr/>
            <p:nvPr/>
          </p:nvCxnSpPr>
          <p:spPr>
            <a:xfrm>
              <a:off x="0" y="1338986"/>
              <a:ext cx="12192000" cy="0"/>
            </a:xfrm>
            <a:prstGeom prst="line">
              <a:avLst/>
            </a:prstGeom>
            <a:noFill/>
            <a:ln w="6350" cap="rnd" cmpd="sng" algn="ctr">
              <a:solidFill>
                <a:srgbClr val="E9D6F2">
                  <a:alpha val="43922"/>
                </a:srgbClr>
              </a:solidFill>
              <a:prstDash val="solid"/>
              <a:round/>
            </a:ln>
            <a:effectLst/>
          </p:spPr>
        </p:cxnSp>
        <p:cxnSp>
          <p:nvCxnSpPr>
            <p:cNvPr id="272" name="小李PPT11-5">
              <a:extLst>
                <a:ext uri="{FF2B5EF4-FFF2-40B4-BE49-F238E27FC236}">
                  <a16:creationId xmlns:a16="http://schemas.microsoft.com/office/drawing/2014/main" id="{4B1541F3-583D-3A73-E035-4135F1592316}"/>
                </a:ext>
              </a:extLst>
            </p:cNvPr>
            <p:cNvCxnSpPr/>
            <p:nvPr/>
          </p:nvCxnSpPr>
          <p:spPr>
            <a:xfrm>
              <a:off x="0" y="1688287"/>
              <a:ext cx="12192000" cy="0"/>
            </a:xfrm>
            <a:prstGeom prst="line">
              <a:avLst/>
            </a:prstGeom>
            <a:noFill/>
            <a:ln w="6350" cap="rnd" cmpd="sng" algn="ctr">
              <a:solidFill>
                <a:srgbClr val="E9D6F2">
                  <a:alpha val="43922"/>
                </a:srgbClr>
              </a:solidFill>
              <a:prstDash val="solid"/>
              <a:round/>
            </a:ln>
            <a:effectLst/>
          </p:spPr>
        </p:cxnSp>
        <p:cxnSp>
          <p:nvCxnSpPr>
            <p:cNvPr id="273" name="小李PPT11-6">
              <a:extLst>
                <a:ext uri="{FF2B5EF4-FFF2-40B4-BE49-F238E27FC236}">
                  <a16:creationId xmlns:a16="http://schemas.microsoft.com/office/drawing/2014/main" id="{66E042A9-2D0E-3B84-6BB9-F016B7AEEA7C}"/>
                </a:ext>
              </a:extLst>
            </p:cNvPr>
            <p:cNvCxnSpPr/>
            <p:nvPr/>
          </p:nvCxnSpPr>
          <p:spPr>
            <a:xfrm>
              <a:off x="0" y="2037588"/>
              <a:ext cx="12192000" cy="0"/>
            </a:xfrm>
            <a:prstGeom prst="line">
              <a:avLst/>
            </a:prstGeom>
            <a:noFill/>
            <a:ln w="6350" cap="rnd" cmpd="sng" algn="ctr">
              <a:solidFill>
                <a:srgbClr val="E9D6F2">
                  <a:alpha val="43922"/>
                </a:srgbClr>
              </a:solidFill>
              <a:prstDash val="solid"/>
              <a:round/>
            </a:ln>
            <a:effectLst/>
          </p:spPr>
        </p:cxnSp>
        <p:cxnSp>
          <p:nvCxnSpPr>
            <p:cNvPr id="284" name="小李PPT11-7">
              <a:extLst>
                <a:ext uri="{FF2B5EF4-FFF2-40B4-BE49-F238E27FC236}">
                  <a16:creationId xmlns:a16="http://schemas.microsoft.com/office/drawing/2014/main" id="{06D7C7DA-C60C-6A00-79B5-33A5EB452FC6}"/>
                </a:ext>
              </a:extLst>
            </p:cNvPr>
            <p:cNvCxnSpPr/>
            <p:nvPr/>
          </p:nvCxnSpPr>
          <p:spPr>
            <a:xfrm>
              <a:off x="0" y="2386888"/>
              <a:ext cx="12192000" cy="0"/>
            </a:xfrm>
            <a:prstGeom prst="line">
              <a:avLst/>
            </a:prstGeom>
            <a:noFill/>
            <a:ln w="6350" cap="rnd" cmpd="sng" algn="ctr">
              <a:solidFill>
                <a:srgbClr val="E9D6F2">
                  <a:alpha val="43922"/>
                </a:srgbClr>
              </a:solidFill>
              <a:prstDash val="solid"/>
              <a:round/>
            </a:ln>
            <a:effectLst/>
          </p:spPr>
        </p:cxnSp>
        <p:cxnSp>
          <p:nvCxnSpPr>
            <p:cNvPr id="285" name="小李PPT11-8">
              <a:extLst>
                <a:ext uri="{FF2B5EF4-FFF2-40B4-BE49-F238E27FC236}">
                  <a16:creationId xmlns:a16="http://schemas.microsoft.com/office/drawing/2014/main" id="{6D0C7100-34C7-043F-36DA-67E2864B1E77}"/>
                </a:ext>
              </a:extLst>
            </p:cNvPr>
            <p:cNvCxnSpPr/>
            <p:nvPr/>
          </p:nvCxnSpPr>
          <p:spPr>
            <a:xfrm>
              <a:off x="0" y="2736189"/>
              <a:ext cx="12192000" cy="0"/>
            </a:xfrm>
            <a:prstGeom prst="line">
              <a:avLst/>
            </a:prstGeom>
            <a:noFill/>
            <a:ln w="6350" cap="rnd" cmpd="sng" algn="ctr">
              <a:solidFill>
                <a:srgbClr val="E9D6F2">
                  <a:alpha val="43922"/>
                </a:srgbClr>
              </a:solidFill>
              <a:prstDash val="solid"/>
              <a:round/>
            </a:ln>
            <a:effectLst/>
          </p:spPr>
        </p:cxnSp>
        <p:cxnSp>
          <p:nvCxnSpPr>
            <p:cNvPr id="286" name="小李PPT11-9">
              <a:extLst>
                <a:ext uri="{FF2B5EF4-FFF2-40B4-BE49-F238E27FC236}">
                  <a16:creationId xmlns:a16="http://schemas.microsoft.com/office/drawing/2014/main" id="{7DE0E073-233F-1CAC-DFD0-AE043F408038}"/>
                </a:ext>
              </a:extLst>
            </p:cNvPr>
            <p:cNvCxnSpPr/>
            <p:nvPr/>
          </p:nvCxnSpPr>
          <p:spPr>
            <a:xfrm>
              <a:off x="0" y="3085490"/>
              <a:ext cx="12192000" cy="0"/>
            </a:xfrm>
            <a:prstGeom prst="line">
              <a:avLst/>
            </a:prstGeom>
            <a:noFill/>
            <a:ln w="6350" cap="rnd" cmpd="sng" algn="ctr">
              <a:solidFill>
                <a:srgbClr val="E9D6F2">
                  <a:alpha val="43922"/>
                </a:srgbClr>
              </a:solidFill>
              <a:prstDash val="solid"/>
              <a:round/>
            </a:ln>
            <a:effectLst/>
          </p:spPr>
        </p:cxnSp>
        <p:cxnSp>
          <p:nvCxnSpPr>
            <p:cNvPr id="287" name="小李PPT11-10">
              <a:extLst>
                <a:ext uri="{FF2B5EF4-FFF2-40B4-BE49-F238E27FC236}">
                  <a16:creationId xmlns:a16="http://schemas.microsoft.com/office/drawing/2014/main" id="{EA56C2C0-43C0-D849-356F-9AB3E2465B9B}"/>
                </a:ext>
              </a:extLst>
            </p:cNvPr>
            <p:cNvCxnSpPr/>
            <p:nvPr/>
          </p:nvCxnSpPr>
          <p:spPr>
            <a:xfrm>
              <a:off x="0" y="3434791"/>
              <a:ext cx="12192000" cy="0"/>
            </a:xfrm>
            <a:prstGeom prst="line">
              <a:avLst/>
            </a:prstGeom>
            <a:noFill/>
            <a:ln w="6350" cap="rnd" cmpd="sng" algn="ctr">
              <a:solidFill>
                <a:srgbClr val="E9D6F2">
                  <a:alpha val="43922"/>
                </a:srgbClr>
              </a:solidFill>
              <a:prstDash val="solid"/>
              <a:round/>
            </a:ln>
            <a:effectLst/>
          </p:spPr>
        </p:cxnSp>
        <p:cxnSp>
          <p:nvCxnSpPr>
            <p:cNvPr id="288" name="小李PPT11-11">
              <a:extLst>
                <a:ext uri="{FF2B5EF4-FFF2-40B4-BE49-F238E27FC236}">
                  <a16:creationId xmlns:a16="http://schemas.microsoft.com/office/drawing/2014/main" id="{254E15E1-1941-52F8-7CAE-C9D37DFCA5AF}"/>
                </a:ext>
              </a:extLst>
            </p:cNvPr>
            <p:cNvCxnSpPr/>
            <p:nvPr/>
          </p:nvCxnSpPr>
          <p:spPr>
            <a:xfrm>
              <a:off x="0" y="3784091"/>
              <a:ext cx="12192000" cy="0"/>
            </a:xfrm>
            <a:prstGeom prst="line">
              <a:avLst/>
            </a:prstGeom>
            <a:noFill/>
            <a:ln w="6350" cap="rnd" cmpd="sng" algn="ctr">
              <a:solidFill>
                <a:srgbClr val="E9D6F2">
                  <a:alpha val="43922"/>
                </a:srgbClr>
              </a:solidFill>
              <a:prstDash val="solid"/>
              <a:round/>
            </a:ln>
            <a:effectLst/>
          </p:spPr>
        </p:cxnSp>
        <p:cxnSp>
          <p:nvCxnSpPr>
            <p:cNvPr id="289" name="小李PPT11-12">
              <a:extLst>
                <a:ext uri="{FF2B5EF4-FFF2-40B4-BE49-F238E27FC236}">
                  <a16:creationId xmlns:a16="http://schemas.microsoft.com/office/drawing/2014/main" id="{FC67DC33-8B06-C5A7-285A-18E9A62A83E3}"/>
                </a:ext>
              </a:extLst>
            </p:cNvPr>
            <p:cNvCxnSpPr/>
            <p:nvPr/>
          </p:nvCxnSpPr>
          <p:spPr>
            <a:xfrm>
              <a:off x="0" y="4133392"/>
              <a:ext cx="12192000" cy="0"/>
            </a:xfrm>
            <a:prstGeom prst="line">
              <a:avLst/>
            </a:prstGeom>
            <a:noFill/>
            <a:ln w="6350" cap="rnd" cmpd="sng" algn="ctr">
              <a:solidFill>
                <a:srgbClr val="E9D6F2">
                  <a:alpha val="43922"/>
                </a:srgbClr>
              </a:solidFill>
              <a:prstDash val="solid"/>
              <a:round/>
            </a:ln>
            <a:effectLst/>
          </p:spPr>
        </p:cxnSp>
        <p:cxnSp>
          <p:nvCxnSpPr>
            <p:cNvPr id="290" name="小李PPT11-13">
              <a:extLst>
                <a:ext uri="{FF2B5EF4-FFF2-40B4-BE49-F238E27FC236}">
                  <a16:creationId xmlns:a16="http://schemas.microsoft.com/office/drawing/2014/main" id="{C01CAF94-0D94-A0A5-CC17-8DA7676E27D4}"/>
                </a:ext>
              </a:extLst>
            </p:cNvPr>
            <p:cNvCxnSpPr/>
            <p:nvPr/>
          </p:nvCxnSpPr>
          <p:spPr>
            <a:xfrm>
              <a:off x="0" y="4482693"/>
              <a:ext cx="12192000" cy="0"/>
            </a:xfrm>
            <a:prstGeom prst="line">
              <a:avLst/>
            </a:prstGeom>
            <a:noFill/>
            <a:ln w="6350" cap="rnd" cmpd="sng" algn="ctr">
              <a:solidFill>
                <a:srgbClr val="E9D6F2">
                  <a:alpha val="43922"/>
                </a:srgbClr>
              </a:solidFill>
              <a:prstDash val="solid"/>
              <a:round/>
            </a:ln>
            <a:effectLst/>
          </p:spPr>
        </p:cxnSp>
        <p:cxnSp>
          <p:nvCxnSpPr>
            <p:cNvPr id="291" name="小李PPT11-14">
              <a:extLst>
                <a:ext uri="{FF2B5EF4-FFF2-40B4-BE49-F238E27FC236}">
                  <a16:creationId xmlns:a16="http://schemas.microsoft.com/office/drawing/2014/main" id="{3C424704-4D6B-B42A-4418-44F53C830A7C}"/>
                </a:ext>
              </a:extLst>
            </p:cNvPr>
            <p:cNvCxnSpPr/>
            <p:nvPr/>
          </p:nvCxnSpPr>
          <p:spPr>
            <a:xfrm>
              <a:off x="0" y="4831994"/>
              <a:ext cx="12192000" cy="0"/>
            </a:xfrm>
            <a:prstGeom prst="line">
              <a:avLst/>
            </a:prstGeom>
            <a:noFill/>
            <a:ln w="6350" cap="rnd" cmpd="sng" algn="ctr">
              <a:solidFill>
                <a:srgbClr val="E9D6F2">
                  <a:alpha val="43922"/>
                </a:srgbClr>
              </a:solidFill>
              <a:prstDash val="solid"/>
              <a:round/>
            </a:ln>
            <a:effectLst/>
          </p:spPr>
        </p:cxnSp>
        <p:cxnSp>
          <p:nvCxnSpPr>
            <p:cNvPr id="292" name="小李PPT11-15">
              <a:extLst>
                <a:ext uri="{FF2B5EF4-FFF2-40B4-BE49-F238E27FC236}">
                  <a16:creationId xmlns:a16="http://schemas.microsoft.com/office/drawing/2014/main" id="{1B0613AC-5DAE-A539-F142-5B4B136F0118}"/>
                </a:ext>
              </a:extLst>
            </p:cNvPr>
            <p:cNvCxnSpPr/>
            <p:nvPr/>
          </p:nvCxnSpPr>
          <p:spPr>
            <a:xfrm>
              <a:off x="0" y="5181294"/>
              <a:ext cx="12192000" cy="0"/>
            </a:xfrm>
            <a:prstGeom prst="line">
              <a:avLst/>
            </a:prstGeom>
            <a:noFill/>
            <a:ln w="6350" cap="rnd" cmpd="sng" algn="ctr">
              <a:solidFill>
                <a:srgbClr val="E9D6F2">
                  <a:alpha val="43922"/>
                </a:srgbClr>
              </a:solidFill>
              <a:prstDash val="solid"/>
              <a:round/>
            </a:ln>
            <a:effectLst/>
          </p:spPr>
        </p:cxnSp>
        <p:cxnSp>
          <p:nvCxnSpPr>
            <p:cNvPr id="293" name="小李PPT11-16">
              <a:extLst>
                <a:ext uri="{FF2B5EF4-FFF2-40B4-BE49-F238E27FC236}">
                  <a16:creationId xmlns:a16="http://schemas.microsoft.com/office/drawing/2014/main" id="{A82AC189-FB20-5A34-F29A-29BC661D40C1}"/>
                </a:ext>
              </a:extLst>
            </p:cNvPr>
            <p:cNvCxnSpPr/>
            <p:nvPr/>
          </p:nvCxnSpPr>
          <p:spPr>
            <a:xfrm>
              <a:off x="0" y="5530595"/>
              <a:ext cx="12192000" cy="0"/>
            </a:xfrm>
            <a:prstGeom prst="line">
              <a:avLst/>
            </a:prstGeom>
            <a:noFill/>
            <a:ln w="6350" cap="rnd" cmpd="sng" algn="ctr">
              <a:solidFill>
                <a:srgbClr val="E9D6F2">
                  <a:alpha val="43922"/>
                </a:srgbClr>
              </a:solidFill>
              <a:prstDash val="solid"/>
              <a:round/>
            </a:ln>
            <a:effectLst/>
          </p:spPr>
        </p:cxnSp>
        <p:cxnSp>
          <p:nvCxnSpPr>
            <p:cNvPr id="294" name="小李PPT11-17">
              <a:extLst>
                <a:ext uri="{FF2B5EF4-FFF2-40B4-BE49-F238E27FC236}">
                  <a16:creationId xmlns:a16="http://schemas.microsoft.com/office/drawing/2014/main" id="{76B83A31-2D9E-D7BD-CA39-2AE556A84190}"/>
                </a:ext>
              </a:extLst>
            </p:cNvPr>
            <p:cNvCxnSpPr/>
            <p:nvPr/>
          </p:nvCxnSpPr>
          <p:spPr>
            <a:xfrm rot="5400000">
              <a:off x="2180157" y="3429001"/>
              <a:ext cx="6857998" cy="0"/>
            </a:xfrm>
            <a:prstGeom prst="line">
              <a:avLst/>
            </a:prstGeom>
            <a:noFill/>
            <a:ln w="6350" cap="rnd" cmpd="sng" algn="ctr">
              <a:solidFill>
                <a:srgbClr val="E9D6F2">
                  <a:alpha val="43922"/>
                </a:srgbClr>
              </a:solidFill>
              <a:prstDash val="solid"/>
              <a:round/>
            </a:ln>
            <a:effectLst/>
          </p:spPr>
        </p:cxnSp>
        <p:cxnSp>
          <p:nvCxnSpPr>
            <p:cNvPr id="295" name="小李PPT11-18">
              <a:extLst>
                <a:ext uri="{FF2B5EF4-FFF2-40B4-BE49-F238E27FC236}">
                  <a16:creationId xmlns:a16="http://schemas.microsoft.com/office/drawing/2014/main" id="{895F1AE6-1ED3-945C-7DBD-11795EA54ABE}"/>
                </a:ext>
              </a:extLst>
            </p:cNvPr>
            <p:cNvCxnSpPr/>
            <p:nvPr/>
          </p:nvCxnSpPr>
          <p:spPr>
            <a:xfrm rot="5400000">
              <a:off x="1826337" y="3429001"/>
              <a:ext cx="6857998" cy="0"/>
            </a:xfrm>
            <a:prstGeom prst="line">
              <a:avLst/>
            </a:prstGeom>
            <a:noFill/>
            <a:ln w="6350" cap="rnd" cmpd="sng" algn="ctr">
              <a:solidFill>
                <a:srgbClr val="E9D6F2">
                  <a:alpha val="43922"/>
                </a:srgbClr>
              </a:solidFill>
              <a:prstDash val="solid"/>
              <a:round/>
            </a:ln>
            <a:effectLst/>
          </p:spPr>
        </p:cxnSp>
        <p:cxnSp>
          <p:nvCxnSpPr>
            <p:cNvPr id="296" name="小李PPT11-19">
              <a:extLst>
                <a:ext uri="{FF2B5EF4-FFF2-40B4-BE49-F238E27FC236}">
                  <a16:creationId xmlns:a16="http://schemas.microsoft.com/office/drawing/2014/main" id="{762323E0-65C1-CE4A-4F8F-B2AA3BD5F737}"/>
                </a:ext>
              </a:extLst>
            </p:cNvPr>
            <p:cNvCxnSpPr/>
            <p:nvPr/>
          </p:nvCxnSpPr>
          <p:spPr>
            <a:xfrm rot="5400000">
              <a:off x="1472518" y="3429001"/>
              <a:ext cx="6857998" cy="0"/>
            </a:xfrm>
            <a:prstGeom prst="line">
              <a:avLst/>
            </a:prstGeom>
            <a:noFill/>
            <a:ln w="6350" cap="rnd" cmpd="sng" algn="ctr">
              <a:solidFill>
                <a:srgbClr val="E9D6F2">
                  <a:alpha val="43922"/>
                </a:srgbClr>
              </a:solidFill>
              <a:prstDash val="solid"/>
              <a:round/>
            </a:ln>
            <a:effectLst/>
          </p:spPr>
        </p:cxnSp>
        <p:cxnSp>
          <p:nvCxnSpPr>
            <p:cNvPr id="297" name="小李PPT11-20">
              <a:extLst>
                <a:ext uri="{FF2B5EF4-FFF2-40B4-BE49-F238E27FC236}">
                  <a16:creationId xmlns:a16="http://schemas.microsoft.com/office/drawing/2014/main" id="{F16FA46A-61DA-8608-A3F1-EB417B6C7478}"/>
                </a:ext>
              </a:extLst>
            </p:cNvPr>
            <p:cNvCxnSpPr/>
            <p:nvPr/>
          </p:nvCxnSpPr>
          <p:spPr>
            <a:xfrm rot="5400000">
              <a:off x="1118698" y="3429001"/>
              <a:ext cx="6857998" cy="0"/>
            </a:xfrm>
            <a:prstGeom prst="line">
              <a:avLst/>
            </a:prstGeom>
            <a:noFill/>
            <a:ln w="6350" cap="rnd" cmpd="sng" algn="ctr">
              <a:solidFill>
                <a:srgbClr val="E9D6F2">
                  <a:alpha val="43922"/>
                </a:srgbClr>
              </a:solidFill>
              <a:prstDash val="solid"/>
              <a:round/>
            </a:ln>
            <a:effectLst/>
          </p:spPr>
        </p:cxnSp>
        <p:cxnSp>
          <p:nvCxnSpPr>
            <p:cNvPr id="298" name="小李PPT11-21">
              <a:extLst>
                <a:ext uri="{FF2B5EF4-FFF2-40B4-BE49-F238E27FC236}">
                  <a16:creationId xmlns:a16="http://schemas.microsoft.com/office/drawing/2014/main" id="{837CC4D4-E4DB-55F1-C903-5BAFBE536376}"/>
                </a:ext>
              </a:extLst>
            </p:cNvPr>
            <p:cNvCxnSpPr/>
            <p:nvPr/>
          </p:nvCxnSpPr>
          <p:spPr>
            <a:xfrm rot="5400000">
              <a:off x="764879" y="3429001"/>
              <a:ext cx="6857998" cy="0"/>
            </a:xfrm>
            <a:prstGeom prst="line">
              <a:avLst/>
            </a:prstGeom>
            <a:noFill/>
            <a:ln w="6350" cap="rnd" cmpd="sng" algn="ctr">
              <a:solidFill>
                <a:srgbClr val="E9D6F2">
                  <a:alpha val="43922"/>
                </a:srgbClr>
              </a:solidFill>
              <a:prstDash val="solid"/>
              <a:round/>
            </a:ln>
            <a:effectLst/>
          </p:spPr>
        </p:cxnSp>
        <p:cxnSp>
          <p:nvCxnSpPr>
            <p:cNvPr id="299" name="小李PPT11-22">
              <a:extLst>
                <a:ext uri="{FF2B5EF4-FFF2-40B4-BE49-F238E27FC236}">
                  <a16:creationId xmlns:a16="http://schemas.microsoft.com/office/drawing/2014/main" id="{A18F6059-82B4-C7AD-5331-2ACCF967110E}"/>
                </a:ext>
              </a:extLst>
            </p:cNvPr>
            <p:cNvCxnSpPr/>
            <p:nvPr/>
          </p:nvCxnSpPr>
          <p:spPr>
            <a:xfrm rot="5400000">
              <a:off x="411061" y="3429001"/>
              <a:ext cx="6857998" cy="0"/>
            </a:xfrm>
            <a:prstGeom prst="line">
              <a:avLst/>
            </a:prstGeom>
            <a:noFill/>
            <a:ln w="6350" cap="rnd" cmpd="sng" algn="ctr">
              <a:solidFill>
                <a:srgbClr val="E9D6F2">
                  <a:alpha val="43922"/>
                </a:srgbClr>
              </a:solidFill>
              <a:prstDash val="solid"/>
              <a:round/>
            </a:ln>
            <a:effectLst/>
          </p:spPr>
        </p:cxnSp>
        <p:cxnSp>
          <p:nvCxnSpPr>
            <p:cNvPr id="300" name="小李PPT11-23">
              <a:extLst>
                <a:ext uri="{FF2B5EF4-FFF2-40B4-BE49-F238E27FC236}">
                  <a16:creationId xmlns:a16="http://schemas.microsoft.com/office/drawing/2014/main" id="{A9A85CAC-8B8C-CFE6-AB4A-7F43E4A9D781}"/>
                </a:ext>
              </a:extLst>
            </p:cNvPr>
            <p:cNvCxnSpPr/>
            <p:nvPr/>
          </p:nvCxnSpPr>
          <p:spPr>
            <a:xfrm rot="5400000">
              <a:off x="57241" y="3429001"/>
              <a:ext cx="6857998" cy="0"/>
            </a:xfrm>
            <a:prstGeom prst="line">
              <a:avLst/>
            </a:prstGeom>
            <a:noFill/>
            <a:ln w="6350" cap="rnd" cmpd="sng" algn="ctr">
              <a:solidFill>
                <a:srgbClr val="E9D6F2">
                  <a:alpha val="43922"/>
                </a:srgbClr>
              </a:solidFill>
              <a:prstDash val="solid"/>
              <a:round/>
            </a:ln>
            <a:effectLst/>
          </p:spPr>
        </p:cxnSp>
        <p:cxnSp>
          <p:nvCxnSpPr>
            <p:cNvPr id="301" name="小李PPT11-24">
              <a:extLst>
                <a:ext uri="{FF2B5EF4-FFF2-40B4-BE49-F238E27FC236}">
                  <a16:creationId xmlns:a16="http://schemas.microsoft.com/office/drawing/2014/main" id="{A084D740-B9DB-BA65-905B-6C99371D7667}"/>
                </a:ext>
              </a:extLst>
            </p:cNvPr>
            <p:cNvCxnSpPr/>
            <p:nvPr/>
          </p:nvCxnSpPr>
          <p:spPr>
            <a:xfrm rot="5400000">
              <a:off x="-296578" y="3429001"/>
              <a:ext cx="6857998" cy="0"/>
            </a:xfrm>
            <a:prstGeom prst="line">
              <a:avLst/>
            </a:prstGeom>
            <a:noFill/>
            <a:ln w="6350" cap="rnd" cmpd="sng" algn="ctr">
              <a:solidFill>
                <a:srgbClr val="E9D6F2">
                  <a:alpha val="43922"/>
                </a:srgbClr>
              </a:solidFill>
              <a:prstDash val="solid"/>
              <a:round/>
            </a:ln>
            <a:effectLst/>
          </p:spPr>
        </p:cxnSp>
        <p:cxnSp>
          <p:nvCxnSpPr>
            <p:cNvPr id="302" name="小李PPT11-25">
              <a:extLst>
                <a:ext uri="{FF2B5EF4-FFF2-40B4-BE49-F238E27FC236}">
                  <a16:creationId xmlns:a16="http://schemas.microsoft.com/office/drawing/2014/main" id="{4BC52A2B-58EE-7F90-8026-B11F33CD56A7}"/>
                </a:ext>
              </a:extLst>
            </p:cNvPr>
            <p:cNvCxnSpPr/>
            <p:nvPr/>
          </p:nvCxnSpPr>
          <p:spPr>
            <a:xfrm rot="5400000">
              <a:off x="-650398" y="3429001"/>
              <a:ext cx="6857998" cy="0"/>
            </a:xfrm>
            <a:prstGeom prst="line">
              <a:avLst/>
            </a:prstGeom>
            <a:noFill/>
            <a:ln w="6350" cap="rnd" cmpd="sng" algn="ctr">
              <a:solidFill>
                <a:srgbClr val="E9D6F2">
                  <a:alpha val="43922"/>
                </a:srgbClr>
              </a:solidFill>
              <a:prstDash val="solid"/>
              <a:round/>
            </a:ln>
            <a:effectLst/>
          </p:spPr>
        </p:cxnSp>
        <p:cxnSp>
          <p:nvCxnSpPr>
            <p:cNvPr id="303" name="小李PPT11-26">
              <a:extLst>
                <a:ext uri="{FF2B5EF4-FFF2-40B4-BE49-F238E27FC236}">
                  <a16:creationId xmlns:a16="http://schemas.microsoft.com/office/drawing/2014/main" id="{A6CBAFE8-1219-FADF-D00C-CEF2C972633A}"/>
                </a:ext>
              </a:extLst>
            </p:cNvPr>
            <p:cNvCxnSpPr/>
            <p:nvPr/>
          </p:nvCxnSpPr>
          <p:spPr>
            <a:xfrm rot="5400000">
              <a:off x="-1004217" y="3429001"/>
              <a:ext cx="6857998" cy="0"/>
            </a:xfrm>
            <a:prstGeom prst="line">
              <a:avLst/>
            </a:prstGeom>
            <a:noFill/>
            <a:ln w="6350" cap="rnd" cmpd="sng" algn="ctr">
              <a:solidFill>
                <a:srgbClr val="E9D6F2">
                  <a:alpha val="43922"/>
                </a:srgbClr>
              </a:solidFill>
              <a:prstDash val="solid"/>
              <a:round/>
            </a:ln>
            <a:effectLst/>
          </p:spPr>
        </p:cxnSp>
        <p:cxnSp>
          <p:nvCxnSpPr>
            <p:cNvPr id="304" name="小李PPT11-27">
              <a:extLst>
                <a:ext uri="{FF2B5EF4-FFF2-40B4-BE49-F238E27FC236}">
                  <a16:creationId xmlns:a16="http://schemas.microsoft.com/office/drawing/2014/main" id="{DF86F9CC-48C5-E7C3-9A84-2BB52248DB1E}"/>
                </a:ext>
              </a:extLst>
            </p:cNvPr>
            <p:cNvCxnSpPr/>
            <p:nvPr/>
          </p:nvCxnSpPr>
          <p:spPr>
            <a:xfrm rot="5400000">
              <a:off x="-1358036" y="3429001"/>
              <a:ext cx="6857998" cy="0"/>
            </a:xfrm>
            <a:prstGeom prst="line">
              <a:avLst/>
            </a:prstGeom>
            <a:noFill/>
            <a:ln w="6350" cap="rnd" cmpd="sng" algn="ctr">
              <a:solidFill>
                <a:srgbClr val="E9D6F2">
                  <a:alpha val="43922"/>
                </a:srgbClr>
              </a:solidFill>
              <a:prstDash val="solid"/>
              <a:round/>
            </a:ln>
            <a:effectLst/>
          </p:spPr>
        </p:cxnSp>
        <p:cxnSp>
          <p:nvCxnSpPr>
            <p:cNvPr id="305" name="小李PPT11-28">
              <a:extLst>
                <a:ext uri="{FF2B5EF4-FFF2-40B4-BE49-F238E27FC236}">
                  <a16:creationId xmlns:a16="http://schemas.microsoft.com/office/drawing/2014/main" id="{634DDDD0-AD3A-E164-6A22-7EA73F0DF471}"/>
                </a:ext>
              </a:extLst>
            </p:cNvPr>
            <p:cNvCxnSpPr/>
            <p:nvPr/>
          </p:nvCxnSpPr>
          <p:spPr>
            <a:xfrm rot="5400000">
              <a:off x="-1711856" y="3429001"/>
              <a:ext cx="6857998" cy="0"/>
            </a:xfrm>
            <a:prstGeom prst="line">
              <a:avLst/>
            </a:prstGeom>
            <a:noFill/>
            <a:ln w="6350" cap="rnd" cmpd="sng" algn="ctr">
              <a:solidFill>
                <a:srgbClr val="E9D6F2">
                  <a:alpha val="43922"/>
                </a:srgbClr>
              </a:solidFill>
              <a:prstDash val="solid"/>
              <a:round/>
            </a:ln>
            <a:effectLst/>
          </p:spPr>
        </p:cxnSp>
        <p:cxnSp>
          <p:nvCxnSpPr>
            <p:cNvPr id="306" name="小李PPT11-29">
              <a:extLst>
                <a:ext uri="{FF2B5EF4-FFF2-40B4-BE49-F238E27FC236}">
                  <a16:creationId xmlns:a16="http://schemas.microsoft.com/office/drawing/2014/main" id="{E8411CF7-545D-7752-3880-A26682214D26}"/>
                </a:ext>
              </a:extLst>
            </p:cNvPr>
            <p:cNvCxnSpPr/>
            <p:nvPr/>
          </p:nvCxnSpPr>
          <p:spPr>
            <a:xfrm rot="5400000">
              <a:off x="-2065675" y="3429001"/>
              <a:ext cx="6857998" cy="0"/>
            </a:xfrm>
            <a:prstGeom prst="line">
              <a:avLst/>
            </a:prstGeom>
            <a:noFill/>
            <a:ln w="6350" cap="rnd" cmpd="sng" algn="ctr">
              <a:solidFill>
                <a:srgbClr val="E9D6F2">
                  <a:alpha val="43922"/>
                </a:srgbClr>
              </a:solidFill>
              <a:prstDash val="solid"/>
              <a:round/>
            </a:ln>
            <a:effectLst/>
          </p:spPr>
        </p:cxnSp>
        <p:cxnSp>
          <p:nvCxnSpPr>
            <p:cNvPr id="307" name="小李PPT11-30">
              <a:extLst>
                <a:ext uri="{FF2B5EF4-FFF2-40B4-BE49-F238E27FC236}">
                  <a16:creationId xmlns:a16="http://schemas.microsoft.com/office/drawing/2014/main" id="{9C9BE50B-BAF8-F983-8B86-ADF4C2A49155}"/>
                </a:ext>
              </a:extLst>
            </p:cNvPr>
            <p:cNvCxnSpPr/>
            <p:nvPr/>
          </p:nvCxnSpPr>
          <p:spPr>
            <a:xfrm rot="5400000">
              <a:off x="-2419495" y="3429001"/>
              <a:ext cx="6857998" cy="0"/>
            </a:xfrm>
            <a:prstGeom prst="line">
              <a:avLst/>
            </a:prstGeom>
            <a:noFill/>
            <a:ln w="6350" cap="rnd" cmpd="sng" algn="ctr">
              <a:solidFill>
                <a:srgbClr val="E9D6F2">
                  <a:alpha val="43922"/>
                </a:srgbClr>
              </a:solidFill>
              <a:prstDash val="solid"/>
              <a:round/>
            </a:ln>
            <a:effectLst/>
          </p:spPr>
        </p:cxnSp>
        <p:cxnSp>
          <p:nvCxnSpPr>
            <p:cNvPr id="308" name="小李PPT11-31">
              <a:extLst>
                <a:ext uri="{FF2B5EF4-FFF2-40B4-BE49-F238E27FC236}">
                  <a16:creationId xmlns:a16="http://schemas.microsoft.com/office/drawing/2014/main" id="{207652CB-EEE9-9E62-ED0C-C5538C2293AA}"/>
                </a:ext>
              </a:extLst>
            </p:cNvPr>
            <p:cNvCxnSpPr/>
            <p:nvPr/>
          </p:nvCxnSpPr>
          <p:spPr>
            <a:xfrm rot="5400000">
              <a:off x="-2773314" y="3429001"/>
              <a:ext cx="6857998" cy="0"/>
            </a:xfrm>
            <a:prstGeom prst="line">
              <a:avLst/>
            </a:prstGeom>
            <a:noFill/>
            <a:ln w="6350" cap="rnd" cmpd="sng" algn="ctr">
              <a:solidFill>
                <a:srgbClr val="E9D6F2">
                  <a:alpha val="43922"/>
                </a:srgbClr>
              </a:solidFill>
              <a:prstDash val="solid"/>
              <a:round/>
            </a:ln>
            <a:effectLst/>
          </p:spPr>
        </p:cxnSp>
        <p:cxnSp>
          <p:nvCxnSpPr>
            <p:cNvPr id="309" name="小李PPT11-32">
              <a:extLst>
                <a:ext uri="{FF2B5EF4-FFF2-40B4-BE49-F238E27FC236}">
                  <a16:creationId xmlns:a16="http://schemas.microsoft.com/office/drawing/2014/main" id="{6E042C72-6234-B5FE-0F29-46E45950958C}"/>
                </a:ext>
              </a:extLst>
            </p:cNvPr>
            <p:cNvCxnSpPr/>
            <p:nvPr/>
          </p:nvCxnSpPr>
          <p:spPr>
            <a:xfrm rot="5400000">
              <a:off x="-3127134" y="3429001"/>
              <a:ext cx="6857998" cy="0"/>
            </a:xfrm>
            <a:prstGeom prst="line">
              <a:avLst/>
            </a:prstGeom>
            <a:noFill/>
            <a:ln w="6350" cap="rnd" cmpd="sng" algn="ctr">
              <a:solidFill>
                <a:srgbClr val="E9D6F2">
                  <a:alpha val="43922"/>
                </a:srgbClr>
              </a:solidFill>
              <a:prstDash val="solid"/>
              <a:round/>
            </a:ln>
            <a:effectLst/>
          </p:spPr>
        </p:cxnSp>
        <p:cxnSp>
          <p:nvCxnSpPr>
            <p:cNvPr id="310" name="小李PPT11-33">
              <a:extLst>
                <a:ext uri="{FF2B5EF4-FFF2-40B4-BE49-F238E27FC236}">
                  <a16:creationId xmlns:a16="http://schemas.microsoft.com/office/drawing/2014/main" id="{049B3365-36B4-07A8-6740-9088C537C85B}"/>
                </a:ext>
              </a:extLst>
            </p:cNvPr>
            <p:cNvCxnSpPr/>
            <p:nvPr/>
          </p:nvCxnSpPr>
          <p:spPr>
            <a:xfrm rot="5400000">
              <a:off x="6781801" y="3429001"/>
              <a:ext cx="6857998" cy="0"/>
            </a:xfrm>
            <a:prstGeom prst="line">
              <a:avLst/>
            </a:prstGeom>
            <a:noFill/>
            <a:ln w="6350" cap="rnd" cmpd="sng" algn="ctr">
              <a:solidFill>
                <a:srgbClr val="E9D6F2">
                  <a:alpha val="43922"/>
                </a:srgbClr>
              </a:solidFill>
              <a:prstDash val="solid"/>
              <a:round/>
            </a:ln>
            <a:effectLst/>
          </p:spPr>
        </p:cxnSp>
        <p:cxnSp>
          <p:nvCxnSpPr>
            <p:cNvPr id="311" name="小李PPT11-34">
              <a:extLst>
                <a:ext uri="{FF2B5EF4-FFF2-40B4-BE49-F238E27FC236}">
                  <a16:creationId xmlns:a16="http://schemas.microsoft.com/office/drawing/2014/main" id="{420CD8AD-E89C-827A-ABCF-1CEBFF0419BA}"/>
                </a:ext>
              </a:extLst>
            </p:cNvPr>
            <p:cNvCxnSpPr/>
            <p:nvPr/>
          </p:nvCxnSpPr>
          <p:spPr>
            <a:xfrm rot="5400000">
              <a:off x="6427982" y="3429001"/>
              <a:ext cx="6857998" cy="0"/>
            </a:xfrm>
            <a:prstGeom prst="line">
              <a:avLst/>
            </a:prstGeom>
            <a:noFill/>
            <a:ln w="6350" cap="rnd" cmpd="sng" algn="ctr">
              <a:solidFill>
                <a:srgbClr val="E9D6F2">
                  <a:alpha val="43922"/>
                </a:srgbClr>
              </a:solidFill>
              <a:prstDash val="solid"/>
              <a:round/>
            </a:ln>
            <a:effectLst/>
          </p:spPr>
        </p:cxnSp>
        <p:cxnSp>
          <p:nvCxnSpPr>
            <p:cNvPr id="312" name="小李PPT11-35">
              <a:extLst>
                <a:ext uri="{FF2B5EF4-FFF2-40B4-BE49-F238E27FC236}">
                  <a16:creationId xmlns:a16="http://schemas.microsoft.com/office/drawing/2014/main" id="{137F6894-5BEE-7333-0AA7-51A1C2BAD20B}"/>
                </a:ext>
              </a:extLst>
            </p:cNvPr>
            <p:cNvCxnSpPr/>
            <p:nvPr/>
          </p:nvCxnSpPr>
          <p:spPr>
            <a:xfrm rot="5400000">
              <a:off x="6074162" y="3429001"/>
              <a:ext cx="6857998" cy="0"/>
            </a:xfrm>
            <a:prstGeom prst="line">
              <a:avLst/>
            </a:prstGeom>
            <a:noFill/>
            <a:ln w="6350" cap="rnd" cmpd="sng" algn="ctr">
              <a:solidFill>
                <a:srgbClr val="E9D6F2">
                  <a:alpha val="43922"/>
                </a:srgbClr>
              </a:solidFill>
              <a:prstDash val="solid"/>
              <a:round/>
            </a:ln>
            <a:effectLst/>
          </p:spPr>
        </p:cxnSp>
        <p:cxnSp>
          <p:nvCxnSpPr>
            <p:cNvPr id="313" name="小李PPT11-36">
              <a:extLst>
                <a:ext uri="{FF2B5EF4-FFF2-40B4-BE49-F238E27FC236}">
                  <a16:creationId xmlns:a16="http://schemas.microsoft.com/office/drawing/2014/main" id="{277488F4-28EB-DBB0-868B-C75D2ED71605}"/>
                </a:ext>
              </a:extLst>
            </p:cNvPr>
            <p:cNvCxnSpPr/>
            <p:nvPr/>
          </p:nvCxnSpPr>
          <p:spPr>
            <a:xfrm rot="5400000">
              <a:off x="5720343" y="3429001"/>
              <a:ext cx="6857998" cy="0"/>
            </a:xfrm>
            <a:prstGeom prst="line">
              <a:avLst/>
            </a:prstGeom>
            <a:noFill/>
            <a:ln w="6350" cap="rnd" cmpd="sng" algn="ctr">
              <a:solidFill>
                <a:srgbClr val="E9D6F2">
                  <a:alpha val="43922"/>
                </a:srgbClr>
              </a:solidFill>
              <a:prstDash val="solid"/>
              <a:round/>
            </a:ln>
            <a:effectLst/>
          </p:spPr>
        </p:cxnSp>
        <p:cxnSp>
          <p:nvCxnSpPr>
            <p:cNvPr id="314" name="小李PPT11-37">
              <a:extLst>
                <a:ext uri="{FF2B5EF4-FFF2-40B4-BE49-F238E27FC236}">
                  <a16:creationId xmlns:a16="http://schemas.microsoft.com/office/drawing/2014/main" id="{87F177A2-A3F1-22FA-9DBD-ABFD01923873}"/>
                </a:ext>
              </a:extLst>
            </p:cNvPr>
            <p:cNvCxnSpPr/>
            <p:nvPr/>
          </p:nvCxnSpPr>
          <p:spPr>
            <a:xfrm rot="5400000">
              <a:off x="5366523" y="3429001"/>
              <a:ext cx="6857998" cy="0"/>
            </a:xfrm>
            <a:prstGeom prst="line">
              <a:avLst/>
            </a:prstGeom>
            <a:noFill/>
            <a:ln w="6350" cap="sq" cmpd="dbl" algn="ctr">
              <a:solidFill>
                <a:srgbClr val="E9D6F2">
                  <a:alpha val="43922"/>
                </a:srgbClr>
              </a:solidFill>
              <a:prstDash val="solid"/>
              <a:round/>
            </a:ln>
            <a:effectLst/>
          </p:spPr>
        </p:cxnSp>
        <p:cxnSp>
          <p:nvCxnSpPr>
            <p:cNvPr id="315" name="小李PPT11-38">
              <a:extLst>
                <a:ext uri="{FF2B5EF4-FFF2-40B4-BE49-F238E27FC236}">
                  <a16:creationId xmlns:a16="http://schemas.microsoft.com/office/drawing/2014/main" id="{0AECCCE5-CE1D-767C-75D0-BAF3B6E005EE}"/>
                </a:ext>
              </a:extLst>
            </p:cNvPr>
            <p:cNvCxnSpPr/>
            <p:nvPr/>
          </p:nvCxnSpPr>
          <p:spPr>
            <a:xfrm rot="5400000">
              <a:off x="5012704" y="3429001"/>
              <a:ext cx="6857998" cy="0"/>
            </a:xfrm>
            <a:prstGeom prst="line">
              <a:avLst/>
            </a:prstGeom>
            <a:noFill/>
            <a:ln w="6350" cap="rnd" cmpd="sng" algn="ctr">
              <a:solidFill>
                <a:srgbClr val="E9D6F2">
                  <a:alpha val="43922"/>
                </a:srgbClr>
              </a:solidFill>
              <a:prstDash val="solid"/>
              <a:round/>
            </a:ln>
            <a:effectLst/>
          </p:spPr>
        </p:cxnSp>
        <p:cxnSp>
          <p:nvCxnSpPr>
            <p:cNvPr id="316" name="小李PPT11-39">
              <a:extLst>
                <a:ext uri="{FF2B5EF4-FFF2-40B4-BE49-F238E27FC236}">
                  <a16:creationId xmlns:a16="http://schemas.microsoft.com/office/drawing/2014/main" id="{CB7F1A7A-E6A0-7A68-3F2B-34A01BDAC13B}"/>
                </a:ext>
              </a:extLst>
            </p:cNvPr>
            <p:cNvCxnSpPr/>
            <p:nvPr/>
          </p:nvCxnSpPr>
          <p:spPr>
            <a:xfrm rot="5400000">
              <a:off x="4658885" y="3429001"/>
              <a:ext cx="6857998" cy="0"/>
            </a:xfrm>
            <a:prstGeom prst="line">
              <a:avLst/>
            </a:prstGeom>
            <a:noFill/>
            <a:ln w="6350" cap="rnd" cmpd="sng" algn="ctr">
              <a:solidFill>
                <a:srgbClr val="E9D6F2">
                  <a:alpha val="43922"/>
                </a:srgbClr>
              </a:solidFill>
              <a:prstDash val="solid"/>
              <a:round/>
            </a:ln>
            <a:effectLst/>
          </p:spPr>
        </p:cxnSp>
        <p:cxnSp>
          <p:nvCxnSpPr>
            <p:cNvPr id="317" name="小李PPT11-40">
              <a:extLst>
                <a:ext uri="{FF2B5EF4-FFF2-40B4-BE49-F238E27FC236}">
                  <a16:creationId xmlns:a16="http://schemas.microsoft.com/office/drawing/2014/main" id="{9E312751-11DF-6422-C789-4B449ADC5DE9}"/>
                </a:ext>
              </a:extLst>
            </p:cNvPr>
            <p:cNvCxnSpPr/>
            <p:nvPr/>
          </p:nvCxnSpPr>
          <p:spPr>
            <a:xfrm rot="5400000">
              <a:off x="4305065" y="3429001"/>
              <a:ext cx="6857998" cy="0"/>
            </a:xfrm>
            <a:prstGeom prst="line">
              <a:avLst/>
            </a:prstGeom>
            <a:noFill/>
            <a:ln w="6350" cap="rnd" cmpd="sng" algn="ctr">
              <a:solidFill>
                <a:srgbClr val="E9D6F2">
                  <a:alpha val="43922"/>
                </a:srgbClr>
              </a:solidFill>
              <a:prstDash val="solid"/>
              <a:round/>
            </a:ln>
            <a:effectLst/>
          </p:spPr>
        </p:cxnSp>
        <p:cxnSp>
          <p:nvCxnSpPr>
            <p:cNvPr id="318" name="小李PPT11-41">
              <a:extLst>
                <a:ext uri="{FF2B5EF4-FFF2-40B4-BE49-F238E27FC236}">
                  <a16:creationId xmlns:a16="http://schemas.microsoft.com/office/drawing/2014/main" id="{F61C06DF-F39E-C689-56B9-7D96478DB0A2}"/>
                </a:ext>
              </a:extLst>
            </p:cNvPr>
            <p:cNvCxnSpPr/>
            <p:nvPr/>
          </p:nvCxnSpPr>
          <p:spPr>
            <a:xfrm rot="5400000">
              <a:off x="3951246" y="3429001"/>
              <a:ext cx="6857998" cy="0"/>
            </a:xfrm>
            <a:prstGeom prst="line">
              <a:avLst/>
            </a:prstGeom>
            <a:noFill/>
            <a:ln w="6350" cap="rnd" cmpd="sng" algn="ctr">
              <a:solidFill>
                <a:srgbClr val="E9D6F2">
                  <a:alpha val="43922"/>
                </a:srgbClr>
              </a:solidFill>
              <a:prstDash val="solid"/>
              <a:round/>
            </a:ln>
            <a:effectLst/>
          </p:spPr>
        </p:cxnSp>
        <p:cxnSp>
          <p:nvCxnSpPr>
            <p:cNvPr id="319" name="小李PPT11-42">
              <a:extLst>
                <a:ext uri="{FF2B5EF4-FFF2-40B4-BE49-F238E27FC236}">
                  <a16:creationId xmlns:a16="http://schemas.microsoft.com/office/drawing/2014/main" id="{821DE1F9-6A60-BD97-B7F4-92D265C76E6E}"/>
                </a:ext>
              </a:extLst>
            </p:cNvPr>
            <p:cNvCxnSpPr/>
            <p:nvPr/>
          </p:nvCxnSpPr>
          <p:spPr>
            <a:xfrm rot="5400000">
              <a:off x="3597426" y="3429001"/>
              <a:ext cx="6857998" cy="0"/>
            </a:xfrm>
            <a:prstGeom prst="line">
              <a:avLst/>
            </a:prstGeom>
            <a:noFill/>
            <a:ln w="6350" cap="rnd" cmpd="sng" algn="ctr">
              <a:solidFill>
                <a:srgbClr val="E9D6F2">
                  <a:alpha val="43922"/>
                </a:srgbClr>
              </a:solidFill>
              <a:prstDash val="solid"/>
              <a:round/>
            </a:ln>
            <a:effectLst/>
          </p:spPr>
        </p:cxnSp>
        <p:cxnSp>
          <p:nvCxnSpPr>
            <p:cNvPr id="320" name="小李PPT11-43">
              <a:extLst>
                <a:ext uri="{FF2B5EF4-FFF2-40B4-BE49-F238E27FC236}">
                  <a16:creationId xmlns:a16="http://schemas.microsoft.com/office/drawing/2014/main" id="{4DC49DD9-18C9-B5B1-AFC4-AAECE95C9F41}"/>
                </a:ext>
              </a:extLst>
            </p:cNvPr>
            <p:cNvCxnSpPr/>
            <p:nvPr/>
          </p:nvCxnSpPr>
          <p:spPr>
            <a:xfrm rot="5400000">
              <a:off x="3243607" y="3429001"/>
              <a:ext cx="6857998" cy="0"/>
            </a:xfrm>
            <a:prstGeom prst="line">
              <a:avLst/>
            </a:prstGeom>
            <a:noFill/>
            <a:ln w="6350" cap="rnd" cmpd="sng" algn="ctr">
              <a:solidFill>
                <a:srgbClr val="E9D6F2">
                  <a:alpha val="43922"/>
                </a:srgbClr>
              </a:solidFill>
              <a:prstDash val="solid"/>
              <a:round/>
            </a:ln>
            <a:effectLst/>
          </p:spPr>
        </p:cxnSp>
        <p:cxnSp>
          <p:nvCxnSpPr>
            <p:cNvPr id="321" name="小李PPT11-44">
              <a:extLst>
                <a:ext uri="{FF2B5EF4-FFF2-40B4-BE49-F238E27FC236}">
                  <a16:creationId xmlns:a16="http://schemas.microsoft.com/office/drawing/2014/main" id="{7F79D255-A1F0-9774-6C70-8389D2C97FDF}"/>
                </a:ext>
              </a:extLst>
            </p:cNvPr>
            <p:cNvCxnSpPr/>
            <p:nvPr/>
          </p:nvCxnSpPr>
          <p:spPr>
            <a:xfrm rot="5400000">
              <a:off x="2889789" y="3429001"/>
              <a:ext cx="6857998" cy="0"/>
            </a:xfrm>
            <a:prstGeom prst="line">
              <a:avLst/>
            </a:prstGeom>
            <a:noFill/>
            <a:ln w="6350" cap="rnd" cmpd="sng" algn="ctr">
              <a:solidFill>
                <a:srgbClr val="E9D6F2">
                  <a:alpha val="43922"/>
                </a:srgbClr>
              </a:solidFill>
              <a:prstDash val="solid"/>
              <a:round/>
            </a:ln>
            <a:effectLst/>
          </p:spPr>
        </p:cxnSp>
        <p:cxnSp>
          <p:nvCxnSpPr>
            <p:cNvPr id="322" name="小李PPT11-45">
              <a:extLst>
                <a:ext uri="{FF2B5EF4-FFF2-40B4-BE49-F238E27FC236}">
                  <a16:creationId xmlns:a16="http://schemas.microsoft.com/office/drawing/2014/main" id="{AF475B96-315D-746A-65A7-19DC016186CA}"/>
                </a:ext>
              </a:extLst>
            </p:cNvPr>
            <p:cNvCxnSpPr/>
            <p:nvPr/>
          </p:nvCxnSpPr>
          <p:spPr>
            <a:xfrm rot="5400000">
              <a:off x="2535969" y="3429001"/>
              <a:ext cx="6857998" cy="0"/>
            </a:xfrm>
            <a:prstGeom prst="line">
              <a:avLst/>
            </a:prstGeom>
            <a:noFill/>
            <a:ln w="6350" cap="rnd" cmpd="sng" algn="ctr">
              <a:solidFill>
                <a:srgbClr val="E9D6F2">
                  <a:alpha val="43922"/>
                </a:srgbClr>
              </a:solidFill>
              <a:prstDash val="solid"/>
              <a:round/>
            </a:ln>
            <a:effectLst/>
          </p:spPr>
        </p:cxnSp>
        <p:cxnSp>
          <p:nvCxnSpPr>
            <p:cNvPr id="323" name="小李PPT11-46">
              <a:extLst>
                <a:ext uri="{FF2B5EF4-FFF2-40B4-BE49-F238E27FC236}">
                  <a16:creationId xmlns:a16="http://schemas.microsoft.com/office/drawing/2014/main" id="{781B8F5A-DC8E-1A21-CDAF-9A4AC6FE1570}"/>
                </a:ext>
              </a:extLst>
            </p:cNvPr>
            <p:cNvCxnSpPr/>
            <p:nvPr/>
          </p:nvCxnSpPr>
          <p:spPr>
            <a:xfrm>
              <a:off x="0" y="5868315"/>
              <a:ext cx="12192000" cy="0"/>
            </a:xfrm>
            <a:prstGeom prst="line">
              <a:avLst/>
            </a:prstGeom>
            <a:noFill/>
            <a:ln w="6350" cap="rnd" cmpd="sng" algn="ctr">
              <a:solidFill>
                <a:srgbClr val="E9D6F2">
                  <a:alpha val="43922"/>
                </a:srgbClr>
              </a:solidFill>
              <a:prstDash val="solid"/>
              <a:round/>
            </a:ln>
            <a:effectLst/>
          </p:spPr>
        </p:cxnSp>
        <p:cxnSp>
          <p:nvCxnSpPr>
            <p:cNvPr id="324" name="小李PPT11-47">
              <a:extLst>
                <a:ext uri="{FF2B5EF4-FFF2-40B4-BE49-F238E27FC236}">
                  <a16:creationId xmlns:a16="http://schemas.microsoft.com/office/drawing/2014/main" id="{96479C3C-8F94-6780-E275-3B6ACB320E08}"/>
                </a:ext>
              </a:extLst>
            </p:cNvPr>
            <p:cNvCxnSpPr/>
            <p:nvPr/>
          </p:nvCxnSpPr>
          <p:spPr>
            <a:xfrm>
              <a:off x="0" y="6217616"/>
              <a:ext cx="12192000" cy="0"/>
            </a:xfrm>
            <a:prstGeom prst="line">
              <a:avLst/>
            </a:prstGeom>
            <a:noFill/>
            <a:ln w="6350" cap="rnd" cmpd="sng" algn="ctr">
              <a:solidFill>
                <a:srgbClr val="E9D6F2">
                  <a:alpha val="43922"/>
                </a:srgbClr>
              </a:solidFill>
              <a:prstDash val="solid"/>
              <a:round/>
            </a:ln>
            <a:effectLst/>
          </p:spPr>
        </p:cxnSp>
        <p:cxnSp>
          <p:nvCxnSpPr>
            <p:cNvPr id="325" name="小李PPT11-48">
              <a:extLst>
                <a:ext uri="{FF2B5EF4-FFF2-40B4-BE49-F238E27FC236}">
                  <a16:creationId xmlns:a16="http://schemas.microsoft.com/office/drawing/2014/main" id="{E1E294E3-8556-D46B-FF78-3E32C6CFAC92}"/>
                </a:ext>
              </a:extLst>
            </p:cNvPr>
            <p:cNvCxnSpPr/>
            <p:nvPr/>
          </p:nvCxnSpPr>
          <p:spPr>
            <a:xfrm>
              <a:off x="0" y="6566917"/>
              <a:ext cx="12192000" cy="0"/>
            </a:xfrm>
            <a:prstGeom prst="line">
              <a:avLst/>
            </a:prstGeom>
            <a:noFill/>
            <a:ln w="6350" cap="rnd" cmpd="sng" algn="ctr">
              <a:solidFill>
                <a:srgbClr val="E9D6F2">
                  <a:alpha val="43922"/>
                </a:srgbClr>
              </a:solidFill>
              <a:prstDash val="solid"/>
              <a:round/>
            </a:ln>
            <a:effectLst/>
          </p:spPr>
        </p:cxnSp>
        <p:cxnSp>
          <p:nvCxnSpPr>
            <p:cNvPr id="326" name="小李PPT11-49">
              <a:extLst>
                <a:ext uri="{FF2B5EF4-FFF2-40B4-BE49-F238E27FC236}">
                  <a16:creationId xmlns:a16="http://schemas.microsoft.com/office/drawing/2014/main" id="{7346756B-3873-E60D-A288-7E9A8DFEA634}"/>
                </a:ext>
              </a:extLst>
            </p:cNvPr>
            <p:cNvCxnSpPr/>
            <p:nvPr/>
          </p:nvCxnSpPr>
          <p:spPr>
            <a:xfrm rot="5400000">
              <a:off x="8532255" y="3429001"/>
              <a:ext cx="6857998" cy="0"/>
            </a:xfrm>
            <a:prstGeom prst="line">
              <a:avLst/>
            </a:prstGeom>
            <a:noFill/>
            <a:ln w="6350" cap="rnd" cmpd="sng" algn="ctr">
              <a:solidFill>
                <a:srgbClr val="E9D6F2">
                  <a:alpha val="43922"/>
                </a:srgbClr>
              </a:solidFill>
              <a:prstDash val="solid"/>
              <a:round/>
            </a:ln>
            <a:effectLst/>
          </p:spPr>
        </p:cxnSp>
        <p:cxnSp>
          <p:nvCxnSpPr>
            <p:cNvPr id="327" name="小李PPT11-50">
              <a:extLst>
                <a:ext uri="{FF2B5EF4-FFF2-40B4-BE49-F238E27FC236}">
                  <a16:creationId xmlns:a16="http://schemas.microsoft.com/office/drawing/2014/main" id="{0A6E9455-03E3-BADC-DDE6-9A8E6C11EF94}"/>
                </a:ext>
              </a:extLst>
            </p:cNvPr>
            <p:cNvCxnSpPr/>
            <p:nvPr/>
          </p:nvCxnSpPr>
          <p:spPr>
            <a:xfrm rot="5400000">
              <a:off x="8178436" y="3429001"/>
              <a:ext cx="6857998" cy="0"/>
            </a:xfrm>
            <a:prstGeom prst="line">
              <a:avLst/>
            </a:prstGeom>
            <a:noFill/>
            <a:ln w="6350" cap="rnd" cmpd="sng" algn="ctr">
              <a:solidFill>
                <a:srgbClr val="E9D6F2">
                  <a:alpha val="43922"/>
                </a:srgbClr>
              </a:solidFill>
              <a:prstDash val="solid"/>
              <a:round/>
            </a:ln>
            <a:effectLst/>
          </p:spPr>
        </p:cxnSp>
        <p:cxnSp>
          <p:nvCxnSpPr>
            <p:cNvPr id="328" name="小李PPT11-51">
              <a:extLst>
                <a:ext uri="{FF2B5EF4-FFF2-40B4-BE49-F238E27FC236}">
                  <a16:creationId xmlns:a16="http://schemas.microsoft.com/office/drawing/2014/main" id="{2225C28C-74AF-D02A-A946-AF945155C451}"/>
                </a:ext>
              </a:extLst>
            </p:cNvPr>
            <p:cNvCxnSpPr/>
            <p:nvPr/>
          </p:nvCxnSpPr>
          <p:spPr>
            <a:xfrm rot="5400000">
              <a:off x="7824616" y="3429001"/>
              <a:ext cx="6857998" cy="0"/>
            </a:xfrm>
            <a:prstGeom prst="line">
              <a:avLst/>
            </a:prstGeom>
            <a:noFill/>
            <a:ln w="6350" cap="rnd" cmpd="sng" algn="ctr">
              <a:solidFill>
                <a:srgbClr val="E9D6F2">
                  <a:alpha val="43922"/>
                </a:srgbClr>
              </a:solidFill>
              <a:prstDash val="solid"/>
              <a:round/>
            </a:ln>
            <a:effectLst/>
          </p:spPr>
        </p:cxnSp>
        <p:cxnSp>
          <p:nvCxnSpPr>
            <p:cNvPr id="329" name="小李PPT11-52">
              <a:extLst>
                <a:ext uri="{FF2B5EF4-FFF2-40B4-BE49-F238E27FC236}">
                  <a16:creationId xmlns:a16="http://schemas.microsoft.com/office/drawing/2014/main" id="{36812C8E-00B0-954B-26D4-E52E0009D8D6}"/>
                </a:ext>
              </a:extLst>
            </p:cNvPr>
            <p:cNvCxnSpPr/>
            <p:nvPr/>
          </p:nvCxnSpPr>
          <p:spPr>
            <a:xfrm rot="5400000">
              <a:off x="7470797" y="3429001"/>
              <a:ext cx="6857998" cy="0"/>
            </a:xfrm>
            <a:prstGeom prst="line">
              <a:avLst/>
            </a:prstGeom>
            <a:noFill/>
            <a:ln w="6350" cap="rnd" cmpd="sng" algn="ctr">
              <a:solidFill>
                <a:srgbClr val="E9D6F2">
                  <a:alpha val="43922"/>
                </a:srgbClr>
              </a:solidFill>
              <a:prstDash val="solid"/>
              <a:round/>
            </a:ln>
            <a:effectLst/>
          </p:spPr>
        </p:cxnSp>
        <p:cxnSp>
          <p:nvCxnSpPr>
            <p:cNvPr id="330" name="小李PPT11-53">
              <a:extLst>
                <a:ext uri="{FF2B5EF4-FFF2-40B4-BE49-F238E27FC236}">
                  <a16:creationId xmlns:a16="http://schemas.microsoft.com/office/drawing/2014/main" id="{AAA0CBAD-C7A5-2E8C-B487-49E82FAF197F}"/>
                </a:ext>
              </a:extLst>
            </p:cNvPr>
            <p:cNvCxnSpPr/>
            <p:nvPr/>
          </p:nvCxnSpPr>
          <p:spPr>
            <a:xfrm rot="5400000">
              <a:off x="7116978" y="3429001"/>
              <a:ext cx="6857998" cy="0"/>
            </a:xfrm>
            <a:prstGeom prst="line">
              <a:avLst/>
            </a:prstGeom>
            <a:noFill/>
            <a:ln w="6350" cap="rnd" cmpd="sng" algn="ctr">
              <a:solidFill>
                <a:srgbClr val="E9D6F2">
                  <a:alpha val="43922"/>
                </a:srgbClr>
              </a:solidFill>
              <a:prstDash val="solid"/>
              <a:round/>
            </a:ln>
            <a:effectLst/>
          </p:spPr>
        </p:cxnSp>
      </p:grpSp>
      <p:grpSp>
        <p:nvGrpSpPr>
          <p:cNvPr id="332" name="组合 331">
            <a:extLst>
              <a:ext uri="{FF2B5EF4-FFF2-40B4-BE49-F238E27FC236}">
                <a16:creationId xmlns:a16="http://schemas.microsoft.com/office/drawing/2014/main" id="{48CB0609-70FF-2A70-3406-9F56BA4134F6}"/>
              </a:ext>
            </a:extLst>
          </p:cNvPr>
          <p:cNvGrpSpPr/>
          <p:nvPr/>
        </p:nvGrpSpPr>
        <p:grpSpPr>
          <a:xfrm>
            <a:off x="192793" y="185088"/>
            <a:ext cx="5541145" cy="731415"/>
            <a:chOff x="412929" y="337490"/>
            <a:chExt cx="5638629" cy="779029"/>
          </a:xfrm>
        </p:grpSpPr>
        <p:grpSp>
          <p:nvGrpSpPr>
            <p:cNvPr id="68" name="组合 67">
              <a:extLst>
                <a:ext uri="{FF2B5EF4-FFF2-40B4-BE49-F238E27FC236}">
                  <a16:creationId xmlns:a16="http://schemas.microsoft.com/office/drawing/2014/main" id="{DEAD473B-E94B-4204-C07D-2B71699982A3}"/>
                </a:ext>
              </a:extLst>
            </p:cNvPr>
            <p:cNvGrpSpPr/>
            <p:nvPr/>
          </p:nvGrpSpPr>
          <p:grpSpPr>
            <a:xfrm>
              <a:off x="412929" y="337490"/>
              <a:ext cx="5638629" cy="779029"/>
              <a:chOff x="392813" y="373931"/>
              <a:chExt cx="3163915" cy="483849"/>
            </a:xfrm>
          </p:grpSpPr>
          <p:sp>
            <p:nvSpPr>
              <p:cNvPr id="27" name="任意多边形: 形状 61">
                <a:extLst>
                  <a:ext uri="{FF2B5EF4-FFF2-40B4-BE49-F238E27FC236}">
                    <a16:creationId xmlns:a16="http://schemas.microsoft.com/office/drawing/2014/main" id="{4568F332-B380-6EC4-9315-8C954162131A}"/>
                  </a:ext>
                </a:extLst>
              </p:cNvPr>
              <p:cNvSpPr/>
              <p:nvPr/>
            </p:nvSpPr>
            <p:spPr>
              <a:xfrm>
                <a:off x="522287" y="427864"/>
                <a:ext cx="3034441" cy="375982"/>
              </a:xfrm>
              <a:prstGeom prst="parallelogram">
                <a:avLst>
                  <a:gd name="adj" fmla="val 52926"/>
                </a:avLst>
              </a:prstGeom>
              <a:gradFill flip="none" rotWithShape="1">
                <a:gsLst>
                  <a:gs pos="0">
                    <a:srgbClr val="FFFFFF"/>
                  </a:gs>
                  <a:gs pos="100000">
                    <a:srgbClr val="BB39A0">
                      <a:alpha val="84000"/>
                    </a:srgbClr>
                  </a:gs>
                </a:gsLst>
                <a:lin ang="10800000" scaled="1"/>
                <a:tileRect/>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2" name="任意多边形: 形状 61">
                <a:extLst>
                  <a:ext uri="{FF2B5EF4-FFF2-40B4-BE49-F238E27FC236}">
                    <a16:creationId xmlns:a16="http://schemas.microsoft.com/office/drawing/2014/main" id="{B4D704B6-5055-FA81-4A4E-ED7DBFD438E4}"/>
                  </a:ext>
                </a:extLst>
              </p:cNvPr>
              <p:cNvSpPr/>
              <p:nvPr/>
            </p:nvSpPr>
            <p:spPr>
              <a:xfrm>
                <a:off x="392813" y="399042"/>
                <a:ext cx="221149" cy="260109"/>
              </a:xfrm>
              <a:prstGeom prst="parallelogram">
                <a:avLst>
                  <a:gd name="adj" fmla="val 64309"/>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任意多边形: 形状 61">
                <a:extLst>
                  <a:ext uri="{FF2B5EF4-FFF2-40B4-BE49-F238E27FC236}">
                    <a16:creationId xmlns:a16="http://schemas.microsoft.com/office/drawing/2014/main" id="{A5B511BF-BB56-51CC-5CE5-FD63596A28A8}"/>
                  </a:ext>
                </a:extLst>
              </p:cNvPr>
              <p:cNvSpPr/>
              <p:nvPr/>
            </p:nvSpPr>
            <p:spPr>
              <a:xfrm>
                <a:off x="407458" y="373931"/>
                <a:ext cx="413280" cy="483849"/>
              </a:xfrm>
              <a:prstGeom prst="parallelogram">
                <a:avLst>
                  <a:gd name="adj" fmla="val 61503"/>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331" name="小李PPT1">
              <a:extLst>
                <a:ext uri="{FF2B5EF4-FFF2-40B4-BE49-F238E27FC236}">
                  <a16:creationId xmlns:a16="http://schemas.microsoft.com/office/drawing/2014/main" id="{60296E81-9909-1F74-9C79-5EB97E854FAC}"/>
                </a:ext>
              </a:extLst>
            </p:cNvPr>
            <p:cNvSpPr txBox="1"/>
            <p:nvPr/>
          </p:nvSpPr>
          <p:spPr>
            <a:xfrm>
              <a:off x="1033485" y="401778"/>
              <a:ext cx="3521030" cy="667385"/>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200" dirty="0">
                  <a:solidFill>
                    <a:schemeClr val="tx1">
                      <a:lumMod val="95000"/>
                      <a:lumOff val="5000"/>
                    </a:schemeClr>
                  </a:solidFill>
                  <a:latin typeface="汉仪劲楷简" panose="00020600040101010101" charset="-122"/>
                  <a:ea typeface="汉仪劲楷简" panose="00020600040101010101" charset="-122"/>
                  <a:sym typeface="+mn-ea"/>
                </a:rPr>
                <a:t>4.3 C</a:t>
              </a:r>
              <a:r>
                <a:rPr lang="zh-CN" altLang="en-US" sz="3200" dirty="0">
                  <a:solidFill>
                    <a:schemeClr val="tx1">
                      <a:lumMod val="95000"/>
                      <a:lumOff val="5000"/>
                    </a:schemeClr>
                  </a:solidFill>
                  <a:latin typeface="汉仪劲楷简" panose="00020600040101010101" charset="-122"/>
                  <a:ea typeface="汉仪劲楷简" panose="00020600040101010101" charset="-122"/>
                  <a:sym typeface="+mn-ea"/>
                </a:rPr>
                <a:t>端产品体验</a:t>
              </a:r>
              <a:endParaRPr lang="zh-CN" altLang="en-US" sz="3200" noProof="0" dirty="0">
                <a:ln>
                  <a:noFill/>
                </a:ln>
                <a:solidFill>
                  <a:schemeClr val="tx1">
                    <a:lumMod val="95000"/>
                    <a:lumOff val="5000"/>
                  </a:schemeClr>
                </a:solidFill>
                <a:effectLst/>
                <a:uLnTx/>
                <a:uFillTx/>
                <a:latin typeface="汉仪劲楷简" panose="00020600040101010101" charset="-122"/>
                <a:ea typeface="汉仪劲楷简" panose="00020600040101010101" charset="-122"/>
                <a:sym typeface="+mn-ea"/>
              </a:endParaRPr>
            </a:p>
          </p:txBody>
        </p:sp>
      </p:grpSp>
      <p:pic>
        <p:nvPicPr>
          <p:cNvPr id="18" name="图片 17" descr="图片包含 桌子, 小, 蛋糕, 蓝色&#10;&#10;描述已自动生成">
            <a:extLst>
              <a:ext uri="{FF2B5EF4-FFF2-40B4-BE49-F238E27FC236}">
                <a16:creationId xmlns:a16="http://schemas.microsoft.com/office/drawing/2014/main" id="{AB1D1039-27DB-2B41-FBFE-19FF976D648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618230" y="223047"/>
            <a:ext cx="1334417" cy="667209"/>
          </a:xfrm>
          <a:prstGeom prst="rect">
            <a:avLst/>
          </a:prstGeom>
        </p:spPr>
      </p:pic>
      <p:pic>
        <p:nvPicPr>
          <p:cNvPr id="334" name="图片 333" descr="e4f8873b48c92a912ad2b76d31d4d59">
            <a:extLst>
              <a:ext uri="{FF2B5EF4-FFF2-40B4-BE49-F238E27FC236}">
                <a16:creationId xmlns:a16="http://schemas.microsoft.com/office/drawing/2014/main" id="{BCB23CF7-1F66-1D05-9CE3-30C4BBFA903D}"/>
              </a:ext>
            </a:extLst>
          </p:cNvPr>
          <p:cNvPicPr>
            <a:picLocks noChangeAspect="1"/>
          </p:cNvPicPr>
          <p:nvPr/>
        </p:nvPicPr>
        <p:blipFill>
          <a:blip r:embed="rId16"/>
          <a:stretch>
            <a:fillRect/>
          </a:stretch>
        </p:blipFill>
        <p:spPr>
          <a:xfrm>
            <a:off x="9728122" y="193111"/>
            <a:ext cx="708660" cy="708660"/>
          </a:xfrm>
          <a:prstGeom prst="rect">
            <a:avLst/>
          </a:prstGeom>
        </p:spPr>
      </p:pic>
      <p:grpSp>
        <p:nvGrpSpPr>
          <p:cNvPr id="335" name="组合 334">
            <a:extLst>
              <a:ext uri="{FF2B5EF4-FFF2-40B4-BE49-F238E27FC236}">
                <a16:creationId xmlns:a16="http://schemas.microsoft.com/office/drawing/2014/main" id="{3FCA09F8-FBF9-D014-4D7A-7578A8F09146}"/>
              </a:ext>
            </a:extLst>
          </p:cNvPr>
          <p:cNvGrpSpPr/>
          <p:nvPr/>
        </p:nvGrpSpPr>
        <p:grpSpPr>
          <a:xfrm>
            <a:off x="7354620" y="305784"/>
            <a:ext cx="2162937" cy="506745"/>
            <a:chOff x="7239" y="4557"/>
            <a:chExt cx="3500" cy="820"/>
          </a:xfrm>
          <a:gradFill>
            <a:gsLst>
              <a:gs pos="0">
                <a:srgbClr val="923EBA"/>
              </a:gs>
              <a:gs pos="96000">
                <a:srgbClr val="F7F0FA"/>
              </a:gs>
            </a:gsLst>
            <a:lin ang="10800000" scaled="0"/>
          </a:gradFill>
        </p:grpSpPr>
        <p:sp>
          <p:nvSpPr>
            <p:cNvPr id="336" name="燕尾形 25">
              <a:extLst>
                <a:ext uri="{FF2B5EF4-FFF2-40B4-BE49-F238E27FC236}">
                  <a16:creationId xmlns:a16="http://schemas.microsoft.com/office/drawing/2014/main" id="{AF22FDF5-8757-453D-6866-D0167DB67BC3}"/>
                </a:ext>
              </a:extLst>
            </p:cNvPr>
            <p:cNvSpPr/>
            <p:nvPr/>
          </p:nvSpPr>
          <p:spPr>
            <a:xfrm>
              <a:off x="72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7" name="燕尾形 67">
              <a:extLst>
                <a:ext uri="{FF2B5EF4-FFF2-40B4-BE49-F238E27FC236}">
                  <a16:creationId xmlns:a16="http://schemas.microsoft.com/office/drawing/2014/main" id="{3D9A2FEE-E11C-54D3-7206-76A4D85A3C86}"/>
                </a:ext>
              </a:extLst>
            </p:cNvPr>
            <p:cNvSpPr/>
            <p:nvPr/>
          </p:nvSpPr>
          <p:spPr>
            <a:xfrm>
              <a:off x="79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8" name="燕尾形 68">
              <a:extLst>
                <a:ext uri="{FF2B5EF4-FFF2-40B4-BE49-F238E27FC236}">
                  <a16:creationId xmlns:a16="http://schemas.microsoft.com/office/drawing/2014/main" id="{12C0406F-FBDA-2A3F-CEB6-3AA17989E84D}"/>
                </a:ext>
              </a:extLst>
            </p:cNvPr>
            <p:cNvSpPr/>
            <p:nvPr/>
          </p:nvSpPr>
          <p:spPr>
            <a:xfrm>
              <a:off x="86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9" name="燕尾形 69">
              <a:extLst>
                <a:ext uri="{FF2B5EF4-FFF2-40B4-BE49-F238E27FC236}">
                  <a16:creationId xmlns:a16="http://schemas.microsoft.com/office/drawing/2014/main" id="{8BC960A3-4D4E-BF0F-1275-02E83D81B554}"/>
                </a:ext>
              </a:extLst>
            </p:cNvPr>
            <p:cNvSpPr/>
            <p:nvPr/>
          </p:nvSpPr>
          <p:spPr>
            <a:xfrm>
              <a:off x="93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40" name="燕尾形 77">
              <a:extLst>
                <a:ext uri="{FF2B5EF4-FFF2-40B4-BE49-F238E27FC236}">
                  <a16:creationId xmlns:a16="http://schemas.microsoft.com/office/drawing/2014/main" id="{53C60A93-71F9-9093-80FE-03C8C04849D1}"/>
                </a:ext>
              </a:extLst>
            </p:cNvPr>
            <p:cNvSpPr/>
            <p:nvPr/>
          </p:nvSpPr>
          <p:spPr>
            <a:xfrm>
              <a:off x="100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pic>
        <p:nvPicPr>
          <p:cNvPr id="3" name="图片 2">
            <a:extLst>
              <a:ext uri="{FF2B5EF4-FFF2-40B4-BE49-F238E27FC236}">
                <a16:creationId xmlns:a16="http://schemas.microsoft.com/office/drawing/2014/main" id="{41E03385-4984-7A17-A2A5-011C39A98B60}"/>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3259417" y="1469137"/>
            <a:ext cx="5688253" cy="3607704"/>
          </a:xfrm>
          <a:prstGeom prst="rect">
            <a:avLst/>
          </a:prstGeom>
        </p:spPr>
      </p:pic>
      <p:sp>
        <p:nvSpPr>
          <p:cNvPr id="4" name="文本框 3">
            <a:extLst>
              <a:ext uri="{FF2B5EF4-FFF2-40B4-BE49-F238E27FC236}">
                <a16:creationId xmlns:a16="http://schemas.microsoft.com/office/drawing/2014/main" id="{8F206E2E-BE50-F9E1-A6B5-3809922456B4}"/>
              </a:ext>
            </a:extLst>
          </p:cNvPr>
          <p:cNvSpPr txBox="1"/>
          <p:nvPr/>
        </p:nvSpPr>
        <p:spPr>
          <a:xfrm>
            <a:off x="4012431" y="5590945"/>
            <a:ext cx="4167137" cy="914400"/>
          </a:xfrm>
          <a:prstGeom prst="rect">
            <a:avLst/>
          </a:prstGeom>
          <a:noFill/>
          <a:ln w="25400" cap="rnd" cmpd="sng" algn="ctr">
            <a:solidFill>
              <a:srgbClr val="D40000"/>
            </a:solid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lnSpc>
                <a:spcPct val="100000"/>
              </a:lnSpc>
            </a:pPr>
            <a:r>
              <a:rPr lang="zh-CN" altLang="en-US" sz="3200" dirty="0">
                <a:solidFill>
                  <a:srgbClr val="C00000"/>
                </a:solidFill>
                <a:latin typeface="汉仪劲楷简" panose="00020600040101010101" charset="-122"/>
                <a:ea typeface="汉仪劲楷简" panose="00020600040101010101" charset="-122"/>
              </a:rPr>
              <a:t>用户个性化投资顾问</a:t>
            </a:r>
          </a:p>
        </p:txBody>
      </p:sp>
      <p:sp>
        <p:nvSpPr>
          <p:cNvPr id="8" name="箭头: 下 7">
            <a:extLst>
              <a:ext uri="{FF2B5EF4-FFF2-40B4-BE49-F238E27FC236}">
                <a16:creationId xmlns:a16="http://schemas.microsoft.com/office/drawing/2014/main" id="{19FC70EA-3611-5029-E441-4F6DF55B18B9}"/>
              </a:ext>
            </a:extLst>
          </p:cNvPr>
          <p:cNvSpPr/>
          <p:nvPr/>
        </p:nvSpPr>
        <p:spPr>
          <a:xfrm rot="3947554">
            <a:off x="8561140" y="2082281"/>
            <a:ext cx="430029" cy="556911"/>
          </a:xfrm>
          <a:prstGeom prst="downArrow">
            <a:avLst>
              <a:gd name="adj1" fmla="val 39602"/>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38A32884-0B1E-CD3F-4C75-754DA6F484C4}"/>
              </a:ext>
            </a:extLst>
          </p:cNvPr>
          <p:cNvSpPr txBox="1"/>
          <p:nvPr/>
        </p:nvSpPr>
        <p:spPr>
          <a:xfrm>
            <a:off x="9253191" y="1726755"/>
            <a:ext cx="2744711" cy="773124"/>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lnSpc>
                <a:spcPct val="100000"/>
              </a:lnSpc>
            </a:pPr>
            <a:r>
              <a:rPr lang="zh-CN" altLang="en-US" sz="2400" dirty="0">
                <a:solidFill>
                  <a:schemeClr val="tx1">
                    <a:lumMod val="75000"/>
                    <a:lumOff val="25000"/>
                  </a:schemeClr>
                </a:solidFill>
                <a:latin typeface="汉仪劲楷简" panose="00020600040101010101" charset="-122"/>
                <a:ea typeface="汉仪劲楷简" panose="00020600040101010101" charset="-122"/>
              </a:rPr>
              <a:t>输入用户的预期投入</a:t>
            </a:r>
            <a:endParaRPr lang="en-US" altLang="zh-CN" sz="2400" dirty="0">
              <a:solidFill>
                <a:schemeClr val="tx1">
                  <a:lumMod val="75000"/>
                  <a:lumOff val="25000"/>
                </a:schemeClr>
              </a:solidFill>
              <a:latin typeface="汉仪劲楷简" panose="00020600040101010101" charset="-122"/>
              <a:ea typeface="汉仪劲楷简" panose="00020600040101010101" charset="-122"/>
            </a:endParaRPr>
          </a:p>
          <a:p>
            <a:pPr algn="ctr">
              <a:lnSpc>
                <a:spcPct val="100000"/>
              </a:lnSpc>
            </a:pPr>
            <a:r>
              <a:rPr lang="zh-CN" altLang="en-US" sz="2400" dirty="0">
                <a:solidFill>
                  <a:schemeClr val="tx1">
                    <a:lumMod val="75000"/>
                    <a:lumOff val="25000"/>
                  </a:schemeClr>
                </a:solidFill>
                <a:latin typeface="汉仪劲楷简" panose="00020600040101010101" charset="-122"/>
                <a:ea typeface="汉仪劲楷简" panose="00020600040101010101" charset="-122"/>
              </a:rPr>
              <a:t>和对产品的需求</a:t>
            </a:r>
          </a:p>
        </p:txBody>
      </p:sp>
      <p:sp>
        <p:nvSpPr>
          <p:cNvPr id="10" name="文本框 9">
            <a:extLst>
              <a:ext uri="{FF2B5EF4-FFF2-40B4-BE49-F238E27FC236}">
                <a16:creationId xmlns:a16="http://schemas.microsoft.com/office/drawing/2014/main" id="{31F1A010-DEF4-2467-8338-2115CDEC29CE}"/>
              </a:ext>
            </a:extLst>
          </p:cNvPr>
          <p:cNvSpPr txBox="1"/>
          <p:nvPr/>
        </p:nvSpPr>
        <p:spPr>
          <a:xfrm>
            <a:off x="620761" y="2873150"/>
            <a:ext cx="2744711" cy="1218350"/>
          </a:xfrm>
          <a:prstGeom prst="rect">
            <a:avLst/>
          </a:prstGeom>
          <a:noFill/>
          <a:ln w="25400" cap="rnd" cmpd="sng" algn="ctr">
            <a:noFill/>
            <a:prstDash val="lgDash"/>
            <a:round/>
          </a:ln>
        </p:spPr>
        <p:style>
          <a:lnRef idx="0">
            <a:schemeClr val="accent1"/>
          </a:lnRef>
          <a:fillRef idx="0">
            <a:srgbClr val="FFFFFF"/>
          </a:fillRef>
          <a:effectRef idx="0">
            <a:srgbClr val="FFFFFF"/>
          </a:effectRef>
          <a:fontRef idx="minor">
            <a:schemeClr val="tx1"/>
          </a:fontRef>
        </p:style>
        <p:txBody>
          <a:bodyPr wrap="none" rtlCol="0" anchor="ctr" anchorCtr="0">
            <a:noAutofit/>
          </a:bodyPr>
          <a:lstStyle/>
          <a:p>
            <a:pPr algn="ctr">
              <a:lnSpc>
                <a:spcPct val="100000"/>
              </a:lnSpc>
            </a:pPr>
            <a:r>
              <a:rPr lang="zh-CN" altLang="en-US" sz="2400" dirty="0">
                <a:solidFill>
                  <a:schemeClr val="tx1">
                    <a:lumMod val="75000"/>
                    <a:lumOff val="25000"/>
                  </a:schemeClr>
                </a:solidFill>
                <a:latin typeface="汉仪劲楷简" panose="00020600040101010101" charset="-122"/>
                <a:ea typeface="汉仪劲楷简" panose="00020600040101010101" charset="-122"/>
              </a:rPr>
              <a:t>调用模型</a:t>
            </a:r>
            <a:endParaRPr lang="en-US" altLang="zh-CN" sz="2400" dirty="0">
              <a:solidFill>
                <a:schemeClr val="tx1">
                  <a:lumMod val="75000"/>
                  <a:lumOff val="25000"/>
                </a:schemeClr>
              </a:solidFill>
              <a:latin typeface="汉仪劲楷简" panose="00020600040101010101" charset="-122"/>
              <a:ea typeface="汉仪劲楷简" panose="00020600040101010101" charset="-122"/>
            </a:endParaRPr>
          </a:p>
          <a:p>
            <a:pPr algn="ctr">
              <a:lnSpc>
                <a:spcPct val="100000"/>
              </a:lnSpc>
            </a:pPr>
            <a:r>
              <a:rPr lang="zh-CN" altLang="en-US" sz="2400" dirty="0">
                <a:solidFill>
                  <a:schemeClr val="tx1">
                    <a:lumMod val="75000"/>
                    <a:lumOff val="25000"/>
                  </a:schemeClr>
                </a:solidFill>
                <a:latin typeface="汉仪劲楷简" panose="00020600040101010101" charset="-122"/>
                <a:ea typeface="汉仪劲楷简" panose="00020600040101010101" charset="-122"/>
              </a:rPr>
              <a:t>结合用户社交关系</a:t>
            </a:r>
            <a:endParaRPr lang="en-US" altLang="zh-CN" sz="2400" dirty="0">
              <a:solidFill>
                <a:schemeClr val="tx1">
                  <a:lumMod val="75000"/>
                  <a:lumOff val="25000"/>
                </a:schemeClr>
              </a:solidFill>
              <a:latin typeface="汉仪劲楷简" panose="00020600040101010101" charset="-122"/>
              <a:ea typeface="汉仪劲楷简" panose="00020600040101010101" charset="-122"/>
            </a:endParaRPr>
          </a:p>
          <a:p>
            <a:pPr algn="ctr">
              <a:lnSpc>
                <a:spcPct val="100000"/>
              </a:lnSpc>
            </a:pPr>
            <a:r>
              <a:rPr lang="zh-CN" altLang="en-US" sz="2400" dirty="0">
                <a:solidFill>
                  <a:schemeClr val="tx1">
                    <a:lumMod val="75000"/>
                    <a:lumOff val="25000"/>
                  </a:schemeClr>
                </a:solidFill>
                <a:latin typeface="汉仪劲楷简" panose="00020600040101010101" charset="-122"/>
                <a:ea typeface="汉仪劲楷简" panose="00020600040101010101" charset="-122"/>
              </a:rPr>
              <a:t>生成推荐的产品</a:t>
            </a:r>
          </a:p>
        </p:txBody>
      </p:sp>
      <p:sp>
        <p:nvSpPr>
          <p:cNvPr id="11" name="箭头: 下 10">
            <a:extLst>
              <a:ext uri="{FF2B5EF4-FFF2-40B4-BE49-F238E27FC236}">
                <a16:creationId xmlns:a16="http://schemas.microsoft.com/office/drawing/2014/main" id="{127BAC89-E5A8-91E2-7C8B-E1973EC23E1F}"/>
              </a:ext>
            </a:extLst>
          </p:cNvPr>
          <p:cNvSpPr/>
          <p:nvPr/>
        </p:nvSpPr>
        <p:spPr>
          <a:xfrm rot="17230949">
            <a:off x="4391855" y="2717241"/>
            <a:ext cx="430029" cy="2287926"/>
          </a:xfrm>
          <a:prstGeom prst="downArrow">
            <a:avLst>
              <a:gd name="adj1" fmla="val 39602"/>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0798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7" name="think-cell data - do not delete" hidden="1">
            <a:extLst>
              <a:ext uri="{FF2B5EF4-FFF2-40B4-BE49-F238E27FC236}">
                <a16:creationId xmlns:a16="http://schemas.microsoft.com/office/drawing/2014/main" id="{65F4BBA6-28D3-AD30-8ECB-A072861D92E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3" imgW="471" imgH="473" progId="TCLayout.ActiveDocument.1">
                  <p:embed/>
                </p:oleObj>
              </mc:Choice>
              <mc:Fallback>
                <p:oleObj name="think-cell 幻灯片" r:id="rId13" imgW="471" imgH="473" progId="TCLayout.ActiveDocument.1">
                  <p:embed/>
                  <p:pic>
                    <p:nvPicPr>
                      <p:cNvPr id="67" name="think-cell data - do not delete" hidden="1">
                        <a:extLst>
                          <a:ext uri="{FF2B5EF4-FFF2-40B4-BE49-F238E27FC236}">
                            <a16:creationId xmlns:a16="http://schemas.microsoft.com/office/drawing/2014/main" id="{65F4BBA6-28D3-AD30-8ECB-A072861D92E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74" name="小李PPT1"/>
          <p:cNvSpPr/>
          <p:nvPr>
            <p:custDataLst>
              <p:tags r:id="rId2"/>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3"/>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4"/>
            </p:custDataLst>
          </p:nvPr>
        </p:nvSpPr>
        <p:spPr>
          <a:xfrm>
            <a:off x="4000500" y="-914400"/>
            <a:ext cx="635000" cy="635000"/>
          </a:xfrm>
          <a:prstGeom prst="rect">
            <a:avLst/>
          </a:prstGeom>
          <a:solidFill>
            <a:srgbClr val="F5BEF0"/>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5"/>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6"/>
            </p:custDataLst>
          </p:nvPr>
        </p:nvSpPr>
        <p:spPr>
          <a:xfrm>
            <a:off x="5778500" y="-914400"/>
            <a:ext cx="635000" cy="635000"/>
          </a:xfrm>
          <a:prstGeom prst="rect">
            <a:avLst/>
          </a:prstGeom>
          <a:solidFill>
            <a:srgbClr val="8FE6FC"/>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7"/>
            </p:custDataLst>
          </p:nvPr>
        </p:nvSpPr>
        <p:spPr>
          <a:xfrm>
            <a:off x="6540500" y="-946659"/>
            <a:ext cx="635000" cy="635000"/>
          </a:xfrm>
          <a:prstGeom prst="rect">
            <a:avLst/>
          </a:prstGeom>
          <a:solidFill>
            <a:srgbClr val="E0132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8"/>
            </p:custDataLst>
          </p:nvPr>
        </p:nvSpPr>
        <p:spPr>
          <a:xfrm>
            <a:off x="7302500" y="-914400"/>
            <a:ext cx="635000" cy="635000"/>
          </a:xfrm>
          <a:prstGeom prst="rect">
            <a:avLst/>
          </a:prstGeom>
          <a:solidFill>
            <a:srgbClr val="3F4BD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9"/>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10"/>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1"/>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267" name="小李PPT11">
            <a:extLst>
              <a:ext uri="{FF2B5EF4-FFF2-40B4-BE49-F238E27FC236}">
                <a16:creationId xmlns:a16="http://schemas.microsoft.com/office/drawing/2014/main" id="{E00CE3F1-5B45-F7C7-D558-CF4D4E540D70}"/>
              </a:ext>
            </a:extLst>
          </p:cNvPr>
          <p:cNvGrpSpPr/>
          <p:nvPr/>
        </p:nvGrpSpPr>
        <p:grpSpPr>
          <a:xfrm>
            <a:off x="19363" y="2"/>
            <a:ext cx="12192000" cy="6857998"/>
            <a:chOff x="0" y="2"/>
            <a:chExt cx="12192000" cy="6857998"/>
          </a:xfrm>
          <a:effectLst/>
        </p:grpSpPr>
        <p:cxnSp>
          <p:nvCxnSpPr>
            <p:cNvPr id="268" name="小李PPT11-1">
              <a:extLst>
                <a:ext uri="{FF2B5EF4-FFF2-40B4-BE49-F238E27FC236}">
                  <a16:creationId xmlns:a16="http://schemas.microsoft.com/office/drawing/2014/main" id="{D149A8DE-5D70-5480-002D-8DB8EA561DD2}"/>
                </a:ext>
              </a:extLst>
            </p:cNvPr>
            <p:cNvCxnSpPr/>
            <p:nvPr/>
          </p:nvCxnSpPr>
          <p:spPr>
            <a:xfrm>
              <a:off x="0" y="291084"/>
              <a:ext cx="12192000" cy="0"/>
            </a:xfrm>
            <a:prstGeom prst="line">
              <a:avLst/>
            </a:prstGeom>
            <a:noFill/>
            <a:ln w="6350" cap="rnd" cmpd="sng" algn="ctr">
              <a:solidFill>
                <a:srgbClr val="E9D6F2">
                  <a:alpha val="43922"/>
                </a:srgbClr>
              </a:solidFill>
              <a:prstDash val="solid"/>
              <a:round/>
            </a:ln>
            <a:effectLst/>
          </p:spPr>
        </p:cxnSp>
        <p:cxnSp>
          <p:nvCxnSpPr>
            <p:cNvPr id="269" name="小李PPT11-2">
              <a:extLst>
                <a:ext uri="{FF2B5EF4-FFF2-40B4-BE49-F238E27FC236}">
                  <a16:creationId xmlns:a16="http://schemas.microsoft.com/office/drawing/2014/main" id="{12405815-2BB6-8915-822D-91905D766527}"/>
                </a:ext>
              </a:extLst>
            </p:cNvPr>
            <p:cNvCxnSpPr/>
            <p:nvPr/>
          </p:nvCxnSpPr>
          <p:spPr>
            <a:xfrm>
              <a:off x="0" y="640385"/>
              <a:ext cx="12192000" cy="0"/>
            </a:xfrm>
            <a:prstGeom prst="line">
              <a:avLst/>
            </a:prstGeom>
            <a:noFill/>
            <a:ln w="6350" cap="rnd" cmpd="sng" algn="ctr">
              <a:solidFill>
                <a:srgbClr val="E9D6F2">
                  <a:alpha val="43922"/>
                </a:srgbClr>
              </a:solidFill>
              <a:prstDash val="solid"/>
              <a:round/>
            </a:ln>
            <a:effectLst/>
          </p:spPr>
        </p:cxnSp>
        <p:cxnSp>
          <p:nvCxnSpPr>
            <p:cNvPr id="270" name="小李PPT11-3">
              <a:extLst>
                <a:ext uri="{FF2B5EF4-FFF2-40B4-BE49-F238E27FC236}">
                  <a16:creationId xmlns:a16="http://schemas.microsoft.com/office/drawing/2014/main" id="{142F80B8-DE7C-9802-AED4-8B9E3CC242BA}"/>
                </a:ext>
              </a:extLst>
            </p:cNvPr>
            <p:cNvCxnSpPr/>
            <p:nvPr/>
          </p:nvCxnSpPr>
          <p:spPr>
            <a:xfrm>
              <a:off x="0" y="989685"/>
              <a:ext cx="12192000" cy="0"/>
            </a:xfrm>
            <a:prstGeom prst="line">
              <a:avLst/>
            </a:prstGeom>
            <a:noFill/>
            <a:ln w="6350" cap="rnd" cmpd="sng" algn="ctr">
              <a:solidFill>
                <a:srgbClr val="E9D6F2">
                  <a:alpha val="43922"/>
                </a:srgbClr>
              </a:solidFill>
              <a:prstDash val="solid"/>
              <a:round/>
            </a:ln>
            <a:effectLst/>
          </p:spPr>
        </p:cxnSp>
        <p:cxnSp>
          <p:nvCxnSpPr>
            <p:cNvPr id="271" name="小李PPT11-4">
              <a:extLst>
                <a:ext uri="{FF2B5EF4-FFF2-40B4-BE49-F238E27FC236}">
                  <a16:creationId xmlns:a16="http://schemas.microsoft.com/office/drawing/2014/main" id="{7ACFC8FC-0E7C-6E37-2D81-F22516A9C047}"/>
                </a:ext>
              </a:extLst>
            </p:cNvPr>
            <p:cNvCxnSpPr/>
            <p:nvPr/>
          </p:nvCxnSpPr>
          <p:spPr>
            <a:xfrm>
              <a:off x="0" y="1338986"/>
              <a:ext cx="12192000" cy="0"/>
            </a:xfrm>
            <a:prstGeom prst="line">
              <a:avLst/>
            </a:prstGeom>
            <a:noFill/>
            <a:ln w="6350" cap="rnd" cmpd="sng" algn="ctr">
              <a:solidFill>
                <a:srgbClr val="E9D6F2">
                  <a:alpha val="43922"/>
                </a:srgbClr>
              </a:solidFill>
              <a:prstDash val="solid"/>
              <a:round/>
            </a:ln>
            <a:effectLst/>
          </p:spPr>
        </p:cxnSp>
        <p:cxnSp>
          <p:nvCxnSpPr>
            <p:cNvPr id="272" name="小李PPT11-5">
              <a:extLst>
                <a:ext uri="{FF2B5EF4-FFF2-40B4-BE49-F238E27FC236}">
                  <a16:creationId xmlns:a16="http://schemas.microsoft.com/office/drawing/2014/main" id="{4B1541F3-583D-3A73-E035-4135F1592316}"/>
                </a:ext>
              </a:extLst>
            </p:cNvPr>
            <p:cNvCxnSpPr/>
            <p:nvPr/>
          </p:nvCxnSpPr>
          <p:spPr>
            <a:xfrm>
              <a:off x="0" y="1688287"/>
              <a:ext cx="12192000" cy="0"/>
            </a:xfrm>
            <a:prstGeom prst="line">
              <a:avLst/>
            </a:prstGeom>
            <a:noFill/>
            <a:ln w="6350" cap="rnd" cmpd="sng" algn="ctr">
              <a:solidFill>
                <a:srgbClr val="E9D6F2">
                  <a:alpha val="43922"/>
                </a:srgbClr>
              </a:solidFill>
              <a:prstDash val="solid"/>
              <a:round/>
            </a:ln>
            <a:effectLst/>
          </p:spPr>
        </p:cxnSp>
        <p:cxnSp>
          <p:nvCxnSpPr>
            <p:cNvPr id="273" name="小李PPT11-6">
              <a:extLst>
                <a:ext uri="{FF2B5EF4-FFF2-40B4-BE49-F238E27FC236}">
                  <a16:creationId xmlns:a16="http://schemas.microsoft.com/office/drawing/2014/main" id="{66E042A9-2D0E-3B84-6BB9-F016B7AEEA7C}"/>
                </a:ext>
              </a:extLst>
            </p:cNvPr>
            <p:cNvCxnSpPr/>
            <p:nvPr/>
          </p:nvCxnSpPr>
          <p:spPr>
            <a:xfrm>
              <a:off x="0" y="2037588"/>
              <a:ext cx="12192000" cy="0"/>
            </a:xfrm>
            <a:prstGeom prst="line">
              <a:avLst/>
            </a:prstGeom>
            <a:noFill/>
            <a:ln w="6350" cap="rnd" cmpd="sng" algn="ctr">
              <a:solidFill>
                <a:srgbClr val="E9D6F2">
                  <a:alpha val="43922"/>
                </a:srgbClr>
              </a:solidFill>
              <a:prstDash val="solid"/>
              <a:round/>
            </a:ln>
            <a:effectLst/>
          </p:spPr>
        </p:cxnSp>
        <p:cxnSp>
          <p:nvCxnSpPr>
            <p:cNvPr id="284" name="小李PPT11-7">
              <a:extLst>
                <a:ext uri="{FF2B5EF4-FFF2-40B4-BE49-F238E27FC236}">
                  <a16:creationId xmlns:a16="http://schemas.microsoft.com/office/drawing/2014/main" id="{06D7C7DA-C60C-6A00-79B5-33A5EB452FC6}"/>
                </a:ext>
              </a:extLst>
            </p:cNvPr>
            <p:cNvCxnSpPr/>
            <p:nvPr/>
          </p:nvCxnSpPr>
          <p:spPr>
            <a:xfrm>
              <a:off x="0" y="2386888"/>
              <a:ext cx="12192000" cy="0"/>
            </a:xfrm>
            <a:prstGeom prst="line">
              <a:avLst/>
            </a:prstGeom>
            <a:noFill/>
            <a:ln w="6350" cap="rnd" cmpd="sng" algn="ctr">
              <a:solidFill>
                <a:srgbClr val="E9D6F2">
                  <a:alpha val="43922"/>
                </a:srgbClr>
              </a:solidFill>
              <a:prstDash val="solid"/>
              <a:round/>
            </a:ln>
            <a:effectLst/>
          </p:spPr>
        </p:cxnSp>
        <p:cxnSp>
          <p:nvCxnSpPr>
            <p:cNvPr id="285" name="小李PPT11-8">
              <a:extLst>
                <a:ext uri="{FF2B5EF4-FFF2-40B4-BE49-F238E27FC236}">
                  <a16:creationId xmlns:a16="http://schemas.microsoft.com/office/drawing/2014/main" id="{6D0C7100-34C7-043F-36DA-67E2864B1E77}"/>
                </a:ext>
              </a:extLst>
            </p:cNvPr>
            <p:cNvCxnSpPr/>
            <p:nvPr/>
          </p:nvCxnSpPr>
          <p:spPr>
            <a:xfrm>
              <a:off x="0" y="2736189"/>
              <a:ext cx="12192000" cy="0"/>
            </a:xfrm>
            <a:prstGeom prst="line">
              <a:avLst/>
            </a:prstGeom>
            <a:noFill/>
            <a:ln w="6350" cap="rnd" cmpd="sng" algn="ctr">
              <a:solidFill>
                <a:srgbClr val="E9D6F2">
                  <a:alpha val="43922"/>
                </a:srgbClr>
              </a:solidFill>
              <a:prstDash val="solid"/>
              <a:round/>
            </a:ln>
            <a:effectLst/>
          </p:spPr>
        </p:cxnSp>
        <p:cxnSp>
          <p:nvCxnSpPr>
            <p:cNvPr id="286" name="小李PPT11-9">
              <a:extLst>
                <a:ext uri="{FF2B5EF4-FFF2-40B4-BE49-F238E27FC236}">
                  <a16:creationId xmlns:a16="http://schemas.microsoft.com/office/drawing/2014/main" id="{7DE0E073-233F-1CAC-DFD0-AE043F408038}"/>
                </a:ext>
              </a:extLst>
            </p:cNvPr>
            <p:cNvCxnSpPr/>
            <p:nvPr/>
          </p:nvCxnSpPr>
          <p:spPr>
            <a:xfrm>
              <a:off x="0" y="3085490"/>
              <a:ext cx="12192000" cy="0"/>
            </a:xfrm>
            <a:prstGeom prst="line">
              <a:avLst/>
            </a:prstGeom>
            <a:noFill/>
            <a:ln w="6350" cap="rnd" cmpd="sng" algn="ctr">
              <a:solidFill>
                <a:srgbClr val="E9D6F2">
                  <a:alpha val="43922"/>
                </a:srgbClr>
              </a:solidFill>
              <a:prstDash val="solid"/>
              <a:round/>
            </a:ln>
            <a:effectLst/>
          </p:spPr>
        </p:cxnSp>
        <p:cxnSp>
          <p:nvCxnSpPr>
            <p:cNvPr id="287" name="小李PPT11-10">
              <a:extLst>
                <a:ext uri="{FF2B5EF4-FFF2-40B4-BE49-F238E27FC236}">
                  <a16:creationId xmlns:a16="http://schemas.microsoft.com/office/drawing/2014/main" id="{EA56C2C0-43C0-D849-356F-9AB3E2465B9B}"/>
                </a:ext>
              </a:extLst>
            </p:cNvPr>
            <p:cNvCxnSpPr/>
            <p:nvPr/>
          </p:nvCxnSpPr>
          <p:spPr>
            <a:xfrm>
              <a:off x="0" y="3434791"/>
              <a:ext cx="12192000" cy="0"/>
            </a:xfrm>
            <a:prstGeom prst="line">
              <a:avLst/>
            </a:prstGeom>
            <a:noFill/>
            <a:ln w="6350" cap="rnd" cmpd="sng" algn="ctr">
              <a:solidFill>
                <a:srgbClr val="E9D6F2">
                  <a:alpha val="43922"/>
                </a:srgbClr>
              </a:solidFill>
              <a:prstDash val="solid"/>
              <a:round/>
            </a:ln>
            <a:effectLst/>
          </p:spPr>
        </p:cxnSp>
        <p:cxnSp>
          <p:nvCxnSpPr>
            <p:cNvPr id="288" name="小李PPT11-11">
              <a:extLst>
                <a:ext uri="{FF2B5EF4-FFF2-40B4-BE49-F238E27FC236}">
                  <a16:creationId xmlns:a16="http://schemas.microsoft.com/office/drawing/2014/main" id="{254E15E1-1941-52F8-7CAE-C9D37DFCA5AF}"/>
                </a:ext>
              </a:extLst>
            </p:cNvPr>
            <p:cNvCxnSpPr/>
            <p:nvPr/>
          </p:nvCxnSpPr>
          <p:spPr>
            <a:xfrm>
              <a:off x="0" y="3784091"/>
              <a:ext cx="12192000" cy="0"/>
            </a:xfrm>
            <a:prstGeom prst="line">
              <a:avLst/>
            </a:prstGeom>
            <a:noFill/>
            <a:ln w="6350" cap="rnd" cmpd="sng" algn="ctr">
              <a:solidFill>
                <a:srgbClr val="E9D6F2">
                  <a:alpha val="43922"/>
                </a:srgbClr>
              </a:solidFill>
              <a:prstDash val="solid"/>
              <a:round/>
            </a:ln>
            <a:effectLst/>
          </p:spPr>
        </p:cxnSp>
        <p:cxnSp>
          <p:nvCxnSpPr>
            <p:cNvPr id="289" name="小李PPT11-12">
              <a:extLst>
                <a:ext uri="{FF2B5EF4-FFF2-40B4-BE49-F238E27FC236}">
                  <a16:creationId xmlns:a16="http://schemas.microsoft.com/office/drawing/2014/main" id="{FC67DC33-8B06-C5A7-285A-18E9A62A83E3}"/>
                </a:ext>
              </a:extLst>
            </p:cNvPr>
            <p:cNvCxnSpPr/>
            <p:nvPr/>
          </p:nvCxnSpPr>
          <p:spPr>
            <a:xfrm>
              <a:off x="0" y="4133392"/>
              <a:ext cx="12192000" cy="0"/>
            </a:xfrm>
            <a:prstGeom prst="line">
              <a:avLst/>
            </a:prstGeom>
            <a:noFill/>
            <a:ln w="6350" cap="rnd" cmpd="sng" algn="ctr">
              <a:solidFill>
                <a:srgbClr val="E9D6F2">
                  <a:alpha val="43922"/>
                </a:srgbClr>
              </a:solidFill>
              <a:prstDash val="solid"/>
              <a:round/>
            </a:ln>
            <a:effectLst/>
          </p:spPr>
        </p:cxnSp>
        <p:cxnSp>
          <p:nvCxnSpPr>
            <p:cNvPr id="290" name="小李PPT11-13">
              <a:extLst>
                <a:ext uri="{FF2B5EF4-FFF2-40B4-BE49-F238E27FC236}">
                  <a16:creationId xmlns:a16="http://schemas.microsoft.com/office/drawing/2014/main" id="{C01CAF94-0D94-A0A5-CC17-8DA7676E27D4}"/>
                </a:ext>
              </a:extLst>
            </p:cNvPr>
            <p:cNvCxnSpPr/>
            <p:nvPr/>
          </p:nvCxnSpPr>
          <p:spPr>
            <a:xfrm>
              <a:off x="0" y="4482693"/>
              <a:ext cx="12192000" cy="0"/>
            </a:xfrm>
            <a:prstGeom prst="line">
              <a:avLst/>
            </a:prstGeom>
            <a:noFill/>
            <a:ln w="6350" cap="rnd" cmpd="sng" algn="ctr">
              <a:solidFill>
                <a:srgbClr val="E9D6F2">
                  <a:alpha val="43922"/>
                </a:srgbClr>
              </a:solidFill>
              <a:prstDash val="solid"/>
              <a:round/>
            </a:ln>
            <a:effectLst/>
          </p:spPr>
        </p:cxnSp>
        <p:cxnSp>
          <p:nvCxnSpPr>
            <p:cNvPr id="291" name="小李PPT11-14">
              <a:extLst>
                <a:ext uri="{FF2B5EF4-FFF2-40B4-BE49-F238E27FC236}">
                  <a16:creationId xmlns:a16="http://schemas.microsoft.com/office/drawing/2014/main" id="{3C424704-4D6B-B42A-4418-44F53C830A7C}"/>
                </a:ext>
              </a:extLst>
            </p:cNvPr>
            <p:cNvCxnSpPr/>
            <p:nvPr/>
          </p:nvCxnSpPr>
          <p:spPr>
            <a:xfrm>
              <a:off x="0" y="4831994"/>
              <a:ext cx="12192000" cy="0"/>
            </a:xfrm>
            <a:prstGeom prst="line">
              <a:avLst/>
            </a:prstGeom>
            <a:noFill/>
            <a:ln w="6350" cap="rnd" cmpd="sng" algn="ctr">
              <a:solidFill>
                <a:srgbClr val="E9D6F2">
                  <a:alpha val="43922"/>
                </a:srgbClr>
              </a:solidFill>
              <a:prstDash val="solid"/>
              <a:round/>
            </a:ln>
            <a:effectLst/>
          </p:spPr>
        </p:cxnSp>
        <p:cxnSp>
          <p:nvCxnSpPr>
            <p:cNvPr id="292" name="小李PPT11-15">
              <a:extLst>
                <a:ext uri="{FF2B5EF4-FFF2-40B4-BE49-F238E27FC236}">
                  <a16:creationId xmlns:a16="http://schemas.microsoft.com/office/drawing/2014/main" id="{1B0613AC-5DAE-A539-F142-5B4B136F0118}"/>
                </a:ext>
              </a:extLst>
            </p:cNvPr>
            <p:cNvCxnSpPr/>
            <p:nvPr/>
          </p:nvCxnSpPr>
          <p:spPr>
            <a:xfrm>
              <a:off x="0" y="5181294"/>
              <a:ext cx="12192000" cy="0"/>
            </a:xfrm>
            <a:prstGeom prst="line">
              <a:avLst/>
            </a:prstGeom>
            <a:noFill/>
            <a:ln w="6350" cap="rnd" cmpd="sng" algn="ctr">
              <a:solidFill>
                <a:srgbClr val="E9D6F2">
                  <a:alpha val="43922"/>
                </a:srgbClr>
              </a:solidFill>
              <a:prstDash val="solid"/>
              <a:round/>
            </a:ln>
            <a:effectLst/>
          </p:spPr>
        </p:cxnSp>
        <p:cxnSp>
          <p:nvCxnSpPr>
            <p:cNvPr id="293" name="小李PPT11-16">
              <a:extLst>
                <a:ext uri="{FF2B5EF4-FFF2-40B4-BE49-F238E27FC236}">
                  <a16:creationId xmlns:a16="http://schemas.microsoft.com/office/drawing/2014/main" id="{A82AC189-FB20-5A34-F29A-29BC661D40C1}"/>
                </a:ext>
              </a:extLst>
            </p:cNvPr>
            <p:cNvCxnSpPr/>
            <p:nvPr/>
          </p:nvCxnSpPr>
          <p:spPr>
            <a:xfrm>
              <a:off x="0" y="5530595"/>
              <a:ext cx="12192000" cy="0"/>
            </a:xfrm>
            <a:prstGeom prst="line">
              <a:avLst/>
            </a:prstGeom>
            <a:noFill/>
            <a:ln w="6350" cap="rnd" cmpd="sng" algn="ctr">
              <a:solidFill>
                <a:srgbClr val="E9D6F2">
                  <a:alpha val="43922"/>
                </a:srgbClr>
              </a:solidFill>
              <a:prstDash val="solid"/>
              <a:round/>
            </a:ln>
            <a:effectLst/>
          </p:spPr>
        </p:cxnSp>
        <p:cxnSp>
          <p:nvCxnSpPr>
            <p:cNvPr id="294" name="小李PPT11-17">
              <a:extLst>
                <a:ext uri="{FF2B5EF4-FFF2-40B4-BE49-F238E27FC236}">
                  <a16:creationId xmlns:a16="http://schemas.microsoft.com/office/drawing/2014/main" id="{76B83A31-2D9E-D7BD-CA39-2AE556A84190}"/>
                </a:ext>
              </a:extLst>
            </p:cNvPr>
            <p:cNvCxnSpPr/>
            <p:nvPr/>
          </p:nvCxnSpPr>
          <p:spPr>
            <a:xfrm rot="5400000">
              <a:off x="2180157" y="3429001"/>
              <a:ext cx="6857998" cy="0"/>
            </a:xfrm>
            <a:prstGeom prst="line">
              <a:avLst/>
            </a:prstGeom>
            <a:noFill/>
            <a:ln w="6350" cap="rnd" cmpd="sng" algn="ctr">
              <a:solidFill>
                <a:srgbClr val="E9D6F2">
                  <a:alpha val="43922"/>
                </a:srgbClr>
              </a:solidFill>
              <a:prstDash val="solid"/>
              <a:round/>
            </a:ln>
            <a:effectLst/>
          </p:spPr>
        </p:cxnSp>
        <p:cxnSp>
          <p:nvCxnSpPr>
            <p:cNvPr id="295" name="小李PPT11-18">
              <a:extLst>
                <a:ext uri="{FF2B5EF4-FFF2-40B4-BE49-F238E27FC236}">
                  <a16:creationId xmlns:a16="http://schemas.microsoft.com/office/drawing/2014/main" id="{895F1AE6-1ED3-945C-7DBD-11795EA54ABE}"/>
                </a:ext>
              </a:extLst>
            </p:cNvPr>
            <p:cNvCxnSpPr/>
            <p:nvPr/>
          </p:nvCxnSpPr>
          <p:spPr>
            <a:xfrm rot="5400000">
              <a:off x="1826337" y="3429001"/>
              <a:ext cx="6857998" cy="0"/>
            </a:xfrm>
            <a:prstGeom prst="line">
              <a:avLst/>
            </a:prstGeom>
            <a:noFill/>
            <a:ln w="6350" cap="rnd" cmpd="sng" algn="ctr">
              <a:solidFill>
                <a:srgbClr val="E9D6F2">
                  <a:alpha val="43922"/>
                </a:srgbClr>
              </a:solidFill>
              <a:prstDash val="solid"/>
              <a:round/>
            </a:ln>
            <a:effectLst/>
          </p:spPr>
        </p:cxnSp>
        <p:cxnSp>
          <p:nvCxnSpPr>
            <p:cNvPr id="296" name="小李PPT11-19">
              <a:extLst>
                <a:ext uri="{FF2B5EF4-FFF2-40B4-BE49-F238E27FC236}">
                  <a16:creationId xmlns:a16="http://schemas.microsoft.com/office/drawing/2014/main" id="{762323E0-65C1-CE4A-4F8F-B2AA3BD5F737}"/>
                </a:ext>
              </a:extLst>
            </p:cNvPr>
            <p:cNvCxnSpPr/>
            <p:nvPr/>
          </p:nvCxnSpPr>
          <p:spPr>
            <a:xfrm rot="5400000">
              <a:off x="1472518" y="3429001"/>
              <a:ext cx="6857998" cy="0"/>
            </a:xfrm>
            <a:prstGeom prst="line">
              <a:avLst/>
            </a:prstGeom>
            <a:noFill/>
            <a:ln w="6350" cap="rnd" cmpd="sng" algn="ctr">
              <a:solidFill>
                <a:srgbClr val="E9D6F2">
                  <a:alpha val="43922"/>
                </a:srgbClr>
              </a:solidFill>
              <a:prstDash val="solid"/>
              <a:round/>
            </a:ln>
            <a:effectLst/>
          </p:spPr>
        </p:cxnSp>
        <p:cxnSp>
          <p:nvCxnSpPr>
            <p:cNvPr id="297" name="小李PPT11-20">
              <a:extLst>
                <a:ext uri="{FF2B5EF4-FFF2-40B4-BE49-F238E27FC236}">
                  <a16:creationId xmlns:a16="http://schemas.microsoft.com/office/drawing/2014/main" id="{F16FA46A-61DA-8608-A3F1-EB417B6C7478}"/>
                </a:ext>
              </a:extLst>
            </p:cNvPr>
            <p:cNvCxnSpPr/>
            <p:nvPr/>
          </p:nvCxnSpPr>
          <p:spPr>
            <a:xfrm rot="5400000">
              <a:off x="1118698" y="3429001"/>
              <a:ext cx="6857998" cy="0"/>
            </a:xfrm>
            <a:prstGeom prst="line">
              <a:avLst/>
            </a:prstGeom>
            <a:noFill/>
            <a:ln w="6350" cap="rnd" cmpd="sng" algn="ctr">
              <a:solidFill>
                <a:srgbClr val="E9D6F2">
                  <a:alpha val="43922"/>
                </a:srgbClr>
              </a:solidFill>
              <a:prstDash val="solid"/>
              <a:round/>
            </a:ln>
            <a:effectLst/>
          </p:spPr>
        </p:cxnSp>
        <p:cxnSp>
          <p:nvCxnSpPr>
            <p:cNvPr id="298" name="小李PPT11-21">
              <a:extLst>
                <a:ext uri="{FF2B5EF4-FFF2-40B4-BE49-F238E27FC236}">
                  <a16:creationId xmlns:a16="http://schemas.microsoft.com/office/drawing/2014/main" id="{837CC4D4-E4DB-55F1-C903-5BAFBE536376}"/>
                </a:ext>
              </a:extLst>
            </p:cNvPr>
            <p:cNvCxnSpPr/>
            <p:nvPr/>
          </p:nvCxnSpPr>
          <p:spPr>
            <a:xfrm rot="5400000">
              <a:off x="764879" y="3429001"/>
              <a:ext cx="6857998" cy="0"/>
            </a:xfrm>
            <a:prstGeom prst="line">
              <a:avLst/>
            </a:prstGeom>
            <a:noFill/>
            <a:ln w="6350" cap="rnd" cmpd="sng" algn="ctr">
              <a:solidFill>
                <a:srgbClr val="E9D6F2">
                  <a:alpha val="43922"/>
                </a:srgbClr>
              </a:solidFill>
              <a:prstDash val="solid"/>
              <a:round/>
            </a:ln>
            <a:effectLst/>
          </p:spPr>
        </p:cxnSp>
        <p:cxnSp>
          <p:nvCxnSpPr>
            <p:cNvPr id="299" name="小李PPT11-22">
              <a:extLst>
                <a:ext uri="{FF2B5EF4-FFF2-40B4-BE49-F238E27FC236}">
                  <a16:creationId xmlns:a16="http://schemas.microsoft.com/office/drawing/2014/main" id="{A18F6059-82B4-C7AD-5331-2ACCF967110E}"/>
                </a:ext>
              </a:extLst>
            </p:cNvPr>
            <p:cNvCxnSpPr/>
            <p:nvPr/>
          </p:nvCxnSpPr>
          <p:spPr>
            <a:xfrm rot="5400000">
              <a:off x="411061" y="3429001"/>
              <a:ext cx="6857998" cy="0"/>
            </a:xfrm>
            <a:prstGeom prst="line">
              <a:avLst/>
            </a:prstGeom>
            <a:noFill/>
            <a:ln w="6350" cap="rnd" cmpd="sng" algn="ctr">
              <a:solidFill>
                <a:srgbClr val="E9D6F2">
                  <a:alpha val="43922"/>
                </a:srgbClr>
              </a:solidFill>
              <a:prstDash val="solid"/>
              <a:round/>
            </a:ln>
            <a:effectLst/>
          </p:spPr>
        </p:cxnSp>
        <p:cxnSp>
          <p:nvCxnSpPr>
            <p:cNvPr id="300" name="小李PPT11-23">
              <a:extLst>
                <a:ext uri="{FF2B5EF4-FFF2-40B4-BE49-F238E27FC236}">
                  <a16:creationId xmlns:a16="http://schemas.microsoft.com/office/drawing/2014/main" id="{A9A85CAC-8B8C-CFE6-AB4A-7F43E4A9D781}"/>
                </a:ext>
              </a:extLst>
            </p:cNvPr>
            <p:cNvCxnSpPr/>
            <p:nvPr/>
          </p:nvCxnSpPr>
          <p:spPr>
            <a:xfrm rot="5400000">
              <a:off x="57241" y="3429001"/>
              <a:ext cx="6857998" cy="0"/>
            </a:xfrm>
            <a:prstGeom prst="line">
              <a:avLst/>
            </a:prstGeom>
            <a:noFill/>
            <a:ln w="6350" cap="rnd" cmpd="sng" algn="ctr">
              <a:solidFill>
                <a:srgbClr val="E9D6F2">
                  <a:alpha val="43922"/>
                </a:srgbClr>
              </a:solidFill>
              <a:prstDash val="solid"/>
              <a:round/>
            </a:ln>
            <a:effectLst/>
          </p:spPr>
        </p:cxnSp>
        <p:cxnSp>
          <p:nvCxnSpPr>
            <p:cNvPr id="301" name="小李PPT11-24">
              <a:extLst>
                <a:ext uri="{FF2B5EF4-FFF2-40B4-BE49-F238E27FC236}">
                  <a16:creationId xmlns:a16="http://schemas.microsoft.com/office/drawing/2014/main" id="{A084D740-B9DB-BA65-905B-6C99371D7667}"/>
                </a:ext>
              </a:extLst>
            </p:cNvPr>
            <p:cNvCxnSpPr/>
            <p:nvPr/>
          </p:nvCxnSpPr>
          <p:spPr>
            <a:xfrm rot="5400000">
              <a:off x="-296578" y="3429001"/>
              <a:ext cx="6857998" cy="0"/>
            </a:xfrm>
            <a:prstGeom prst="line">
              <a:avLst/>
            </a:prstGeom>
            <a:noFill/>
            <a:ln w="6350" cap="rnd" cmpd="sng" algn="ctr">
              <a:solidFill>
                <a:srgbClr val="E9D6F2">
                  <a:alpha val="43922"/>
                </a:srgbClr>
              </a:solidFill>
              <a:prstDash val="solid"/>
              <a:round/>
            </a:ln>
            <a:effectLst/>
          </p:spPr>
        </p:cxnSp>
        <p:cxnSp>
          <p:nvCxnSpPr>
            <p:cNvPr id="302" name="小李PPT11-25">
              <a:extLst>
                <a:ext uri="{FF2B5EF4-FFF2-40B4-BE49-F238E27FC236}">
                  <a16:creationId xmlns:a16="http://schemas.microsoft.com/office/drawing/2014/main" id="{4BC52A2B-58EE-7F90-8026-B11F33CD56A7}"/>
                </a:ext>
              </a:extLst>
            </p:cNvPr>
            <p:cNvCxnSpPr/>
            <p:nvPr/>
          </p:nvCxnSpPr>
          <p:spPr>
            <a:xfrm rot="5400000">
              <a:off x="-650398" y="3429001"/>
              <a:ext cx="6857998" cy="0"/>
            </a:xfrm>
            <a:prstGeom prst="line">
              <a:avLst/>
            </a:prstGeom>
            <a:noFill/>
            <a:ln w="6350" cap="rnd" cmpd="sng" algn="ctr">
              <a:solidFill>
                <a:srgbClr val="E9D6F2">
                  <a:alpha val="43922"/>
                </a:srgbClr>
              </a:solidFill>
              <a:prstDash val="solid"/>
              <a:round/>
            </a:ln>
            <a:effectLst/>
          </p:spPr>
        </p:cxnSp>
        <p:cxnSp>
          <p:nvCxnSpPr>
            <p:cNvPr id="303" name="小李PPT11-26">
              <a:extLst>
                <a:ext uri="{FF2B5EF4-FFF2-40B4-BE49-F238E27FC236}">
                  <a16:creationId xmlns:a16="http://schemas.microsoft.com/office/drawing/2014/main" id="{A6CBAFE8-1219-FADF-D00C-CEF2C972633A}"/>
                </a:ext>
              </a:extLst>
            </p:cNvPr>
            <p:cNvCxnSpPr/>
            <p:nvPr/>
          </p:nvCxnSpPr>
          <p:spPr>
            <a:xfrm rot="5400000">
              <a:off x="-1004217" y="3429001"/>
              <a:ext cx="6857998" cy="0"/>
            </a:xfrm>
            <a:prstGeom prst="line">
              <a:avLst/>
            </a:prstGeom>
            <a:noFill/>
            <a:ln w="6350" cap="rnd" cmpd="sng" algn="ctr">
              <a:solidFill>
                <a:srgbClr val="E9D6F2">
                  <a:alpha val="43922"/>
                </a:srgbClr>
              </a:solidFill>
              <a:prstDash val="solid"/>
              <a:round/>
            </a:ln>
            <a:effectLst/>
          </p:spPr>
        </p:cxnSp>
        <p:cxnSp>
          <p:nvCxnSpPr>
            <p:cNvPr id="304" name="小李PPT11-27">
              <a:extLst>
                <a:ext uri="{FF2B5EF4-FFF2-40B4-BE49-F238E27FC236}">
                  <a16:creationId xmlns:a16="http://schemas.microsoft.com/office/drawing/2014/main" id="{DF86F9CC-48C5-E7C3-9A84-2BB52248DB1E}"/>
                </a:ext>
              </a:extLst>
            </p:cNvPr>
            <p:cNvCxnSpPr/>
            <p:nvPr/>
          </p:nvCxnSpPr>
          <p:spPr>
            <a:xfrm rot="5400000">
              <a:off x="-1358036" y="3429001"/>
              <a:ext cx="6857998" cy="0"/>
            </a:xfrm>
            <a:prstGeom prst="line">
              <a:avLst/>
            </a:prstGeom>
            <a:noFill/>
            <a:ln w="6350" cap="rnd" cmpd="sng" algn="ctr">
              <a:solidFill>
                <a:srgbClr val="E9D6F2">
                  <a:alpha val="43922"/>
                </a:srgbClr>
              </a:solidFill>
              <a:prstDash val="solid"/>
              <a:round/>
            </a:ln>
            <a:effectLst/>
          </p:spPr>
        </p:cxnSp>
        <p:cxnSp>
          <p:nvCxnSpPr>
            <p:cNvPr id="305" name="小李PPT11-28">
              <a:extLst>
                <a:ext uri="{FF2B5EF4-FFF2-40B4-BE49-F238E27FC236}">
                  <a16:creationId xmlns:a16="http://schemas.microsoft.com/office/drawing/2014/main" id="{634DDDD0-AD3A-E164-6A22-7EA73F0DF471}"/>
                </a:ext>
              </a:extLst>
            </p:cNvPr>
            <p:cNvCxnSpPr/>
            <p:nvPr/>
          </p:nvCxnSpPr>
          <p:spPr>
            <a:xfrm rot="5400000">
              <a:off x="-1711856" y="3429001"/>
              <a:ext cx="6857998" cy="0"/>
            </a:xfrm>
            <a:prstGeom prst="line">
              <a:avLst/>
            </a:prstGeom>
            <a:noFill/>
            <a:ln w="6350" cap="rnd" cmpd="sng" algn="ctr">
              <a:solidFill>
                <a:srgbClr val="E9D6F2">
                  <a:alpha val="43922"/>
                </a:srgbClr>
              </a:solidFill>
              <a:prstDash val="solid"/>
              <a:round/>
            </a:ln>
            <a:effectLst/>
          </p:spPr>
        </p:cxnSp>
        <p:cxnSp>
          <p:nvCxnSpPr>
            <p:cNvPr id="306" name="小李PPT11-29">
              <a:extLst>
                <a:ext uri="{FF2B5EF4-FFF2-40B4-BE49-F238E27FC236}">
                  <a16:creationId xmlns:a16="http://schemas.microsoft.com/office/drawing/2014/main" id="{E8411CF7-545D-7752-3880-A26682214D26}"/>
                </a:ext>
              </a:extLst>
            </p:cNvPr>
            <p:cNvCxnSpPr/>
            <p:nvPr/>
          </p:nvCxnSpPr>
          <p:spPr>
            <a:xfrm rot="5400000">
              <a:off x="-2065675" y="3429001"/>
              <a:ext cx="6857998" cy="0"/>
            </a:xfrm>
            <a:prstGeom prst="line">
              <a:avLst/>
            </a:prstGeom>
            <a:noFill/>
            <a:ln w="6350" cap="rnd" cmpd="sng" algn="ctr">
              <a:solidFill>
                <a:srgbClr val="E9D6F2">
                  <a:alpha val="43922"/>
                </a:srgbClr>
              </a:solidFill>
              <a:prstDash val="solid"/>
              <a:round/>
            </a:ln>
            <a:effectLst/>
          </p:spPr>
        </p:cxnSp>
        <p:cxnSp>
          <p:nvCxnSpPr>
            <p:cNvPr id="307" name="小李PPT11-30">
              <a:extLst>
                <a:ext uri="{FF2B5EF4-FFF2-40B4-BE49-F238E27FC236}">
                  <a16:creationId xmlns:a16="http://schemas.microsoft.com/office/drawing/2014/main" id="{9C9BE50B-BAF8-F983-8B86-ADF4C2A49155}"/>
                </a:ext>
              </a:extLst>
            </p:cNvPr>
            <p:cNvCxnSpPr/>
            <p:nvPr/>
          </p:nvCxnSpPr>
          <p:spPr>
            <a:xfrm rot="5400000">
              <a:off x="-2419495" y="3429001"/>
              <a:ext cx="6857998" cy="0"/>
            </a:xfrm>
            <a:prstGeom prst="line">
              <a:avLst/>
            </a:prstGeom>
            <a:noFill/>
            <a:ln w="6350" cap="rnd" cmpd="sng" algn="ctr">
              <a:solidFill>
                <a:srgbClr val="E9D6F2">
                  <a:alpha val="43922"/>
                </a:srgbClr>
              </a:solidFill>
              <a:prstDash val="solid"/>
              <a:round/>
            </a:ln>
            <a:effectLst/>
          </p:spPr>
        </p:cxnSp>
        <p:cxnSp>
          <p:nvCxnSpPr>
            <p:cNvPr id="308" name="小李PPT11-31">
              <a:extLst>
                <a:ext uri="{FF2B5EF4-FFF2-40B4-BE49-F238E27FC236}">
                  <a16:creationId xmlns:a16="http://schemas.microsoft.com/office/drawing/2014/main" id="{207652CB-EEE9-9E62-ED0C-C5538C2293AA}"/>
                </a:ext>
              </a:extLst>
            </p:cNvPr>
            <p:cNvCxnSpPr/>
            <p:nvPr/>
          </p:nvCxnSpPr>
          <p:spPr>
            <a:xfrm rot="5400000">
              <a:off x="-2773314" y="3429001"/>
              <a:ext cx="6857998" cy="0"/>
            </a:xfrm>
            <a:prstGeom prst="line">
              <a:avLst/>
            </a:prstGeom>
            <a:noFill/>
            <a:ln w="6350" cap="rnd" cmpd="sng" algn="ctr">
              <a:solidFill>
                <a:srgbClr val="E9D6F2">
                  <a:alpha val="43922"/>
                </a:srgbClr>
              </a:solidFill>
              <a:prstDash val="solid"/>
              <a:round/>
            </a:ln>
            <a:effectLst/>
          </p:spPr>
        </p:cxnSp>
        <p:cxnSp>
          <p:nvCxnSpPr>
            <p:cNvPr id="309" name="小李PPT11-32">
              <a:extLst>
                <a:ext uri="{FF2B5EF4-FFF2-40B4-BE49-F238E27FC236}">
                  <a16:creationId xmlns:a16="http://schemas.microsoft.com/office/drawing/2014/main" id="{6E042C72-6234-B5FE-0F29-46E45950958C}"/>
                </a:ext>
              </a:extLst>
            </p:cNvPr>
            <p:cNvCxnSpPr/>
            <p:nvPr/>
          </p:nvCxnSpPr>
          <p:spPr>
            <a:xfrm rot="5400000">
              <a:off x="-3127134" y="3429001"/>
              <a:ext cx="6857998" cy="0"/>
            </a:xfrm>
            <a:prstGeom prst="line">
              <a:avLst/>
            </a:prstGeom>
            <a:noFill/>
            <a:ln w="6350" cap="rnd" cmpd="sng" algn="ctr">
              <a:solidFill>
                <a:srgbClr val="E9D6F2">
                  <a:alpha val="43922"/>
                </a:srgbClr>
              </a:solidFill>
              <a:prstDash val="solid"/>
              <a:round/>
            </a:ln>
            <a:effectLst/>
          </p:spPr>
        </p:cxnSp>
        <p:cxnSp>
          <p:nvCxnSpPr>
            <p:cNvPr id="310" name="小李PPT11-33">
              <a:extLst>
                <a:ext uri="{FF2B5EF4-FFF2-40B4-BE49-F238E27FC236}">
                  <a16:creationId xmlns:a16="http://schemas.microsoft.com/office/drawing/2014/main" id="{049B3365-36B4-07A8-6740-9088C537C85B}"/>
                </a:ext>
              </a:extLst>
            </p:cNvPr>
            <p:cNvCxnSpPr/>
            <p:nvPr/>
          </p:nvCxnSpPr>
          <p:spPr>
            <a:xfrm rot="5400000">
              <a:off x="6781801" y="3429001"/>
              <a:ext cx="6857998" cy="0"/>
            </a:xfrm>
            <a:prstGeom prst="line">
              <a:avLst/>
            </a:prstGeom>
            <a:noFill/>
            <a:ln w="6350" cap="rnd" cmpd="sng" algn="ctr">
              <a:solidFill>
                <a:srgbClr val="E9D6F2">
                  <a:alpha val="43922"/>
                </a:srgbClr>
              </a:solidFill>
              <a:prstDash val="solid"/>
              <a:round/>
            </a:ln>
            <a:effectLst/>
          </p:spPr>
        </p:cxnSp>
        <p:cxnSp>
          <p:nvCxnSpPr>
            <p:cNvPr id="311" name="小李PPT11-34">
              <a:extLst>
                <a:ext uri="{FF2B5EF4-FFF2-40B4-BE49-F238E27FC236}">
                  <a16:creationId xmlns:a16="http://schemas.microsoft.com/office/drawing/2014/main" id="{420CD8AD-E89C-827A-ABCF-1CEBFF0419BA}"/>
                </a:ext>
              </a:extLst>
            </p:cNvPr>
            <p:cNvCxnSpPr/>
            <p:nvPr/>
          </p:nvCxnSpPr>
          <p:spPr>
            <a:xfrm rot="5400000">
              <a:off x="6427982" y="3429001"/>
              <a:ext cx="6857998" cy="0"/>
            </a:xfrm>
            <a:prstGeom prst="line">
              <a:avLst/>
            </a:prstGeom>
            <a:noFill/>
            <a:ln w="6350" cap="rnd" cmpd="sng" algn="ctr">
              <a:solidFill>
                <a:srgbClr val="E9D6F2">
                  <a:alpha val="43922"/>
                </a:srgbClr>
              </a:solidFill>
              <a:prstDash val="solid"/>
              <a:round/>
            </a:ln>
            <a:effectLst/>
          </p:spPr>
        </p:cxnSp>
        <p:cxnSp>
          <p:nvCxnSpPr>
            <p:cNvPr id="312" name="小李PPT11-35">
              <a:extLst>
                <a:ext uri="{FF2B5EF4-FFF2-40B4-BE49-F238E27FC236}">
                  <a16:creationId xmlns:a16="http://schemas.microsoft.com/office/drawing/2014/main" id="{137F6894-5BEE-7333-0AA7-51A1C2BAD20B}"/>
                </a:ext>
              </a:extLst>
            </p:cNvPr>
            <p:cNvCxnSpPr/>
            <p:nvPr/>
          </p:nvCxnSpPr>
          <p:spPr>
            <a:xfrm rot="5400000">
              <a:off x="6074162" y="3429001"/>
              <a:ext cx="6857998" cy="0"/>
            </a:xfrm>
            <a:prstGeom prst="line">
              <a:avLst/>
            </a:prstGeom>
            <a:noFill/>
            <a:ln w="6350" cap="rnd" cmpd="sng" algn="ctr">
              <a:solidFill>
                <a:srgbClr val="E9D6F2">
                  <a:alpha val="43922"/>
                </a:srgbClr>
              </a:solidFill>
              <a:prstDash val="solid"/>
              <a:round/>
            </a:ln>
            <a:effectLst/>
          </p:spPr>
        </p:cxnSp>
        <p:cxnSp>
          <p:nvCxnSpPr>
            <p:cNvPr id="313" name="小李PPT11-36">
              <a:extLst>
                <a:ext uri="{FF2B5EF4-FFF2-40B4-BE49-F238E27FC236}">
                  <a16:creationId xmlns:a16="http://schemas.microsoft.com/office/drawing/2014/main" id="{277488F4-28EB-DBB0-868B-C75D2ED71605}"/>
                </a:ext>
              </a:extLst>
            </p:cNvPr>
            <p:cNvCxnSpPr/>
            <p:nvPr/>
          </p:nvCxnSpPr>
          <p:spPr>
            <a:xfrm rot="5400000">
              <a:off x="5720343" y="3429001"/>
              <a:ext cx="6857998" cy="0"/>
            </a:xfrm>
            <a:prstGeom prst="line">
              <a:avLst/>
            </a:prstGeom>
            <a:noFill/>
            <a:ln w="6350" cap="rnd" cmpd="sng" algn="ctr">
              <a:solidFill>
                <a:srgbClr val="E9D6F2">
                  <a:alpha val="43922"/>
                </a:srgbClr>
              </a:solidFill>
              <a:prstDash val="solid"/>
              <a:round/>
            </a:ln>
            <a:effectLst/>
          </p:spPr>
        </p:cxnSp>
        <p:cxnSp>
          <p:nvCxnSpPr>
            <p:cNvPr id="314" name="小李PPT11-37">
              <a:extLst>
                <a:ext uri="{FF2B5EF4-FFF2-40B4-BE49-F238E27FC236}">
                  <a16:creationId xmlns:a16="http://schemas.microsoft.com/office/drawing/2014/main" id="{87F177A2-A3F1-22FA-9DBD-ABFD01923873}"/>
                </a:ext>
              </a:extLst>
            </p:cNvPr>
            <p:cNvCxnSpPr/>
            <p:nvPr/>
          </p:nvCxnSpPr>
          <p:spPr>
            <a:xfrm rot="5400000">
              <a:off x="5366523" y="3429001"/>
              <a:ext cx="6857998" cy="0"/>
            </a:xfrm>
            <a:prstGeom prst="line">
              <a:avLst/>
            </a:prstGeom>
            <a:noFill/>
            <a:ln w="6350" cap="sq" cmpd="dbl" algn="ctr">
              <a:solidFill>
                <a:srgbClr val="E9D6F2">
                  <a:alpha val="43922"/>
                </a:srgbClr>
              </a:solidFill>
              <a:prstDash val="solid"/>
              <a:round/>
            </a:ln>
            <a:effectLst/>
          </p:spPr>
        </p:cxnSp>
        <p:cxnSp>
          <p:nvCxnSpPr>
            <p:cNvPr id="315" name="小李PPT11-38">
              <a:extLst>
                <a:ext uri="{FF2B5EF4-FFF2-40B4-BE49-F238E27FC236}">
                  <a16:creationId xmlns:a16="http://schemas.microsoft.com/office/drawing/2014/main" id="{0AECCCE5-CE1D-767C-75D0-BAF3B6E005EE}"/>
                </a:ext>
              </a:extLst>
            </p:cNvPr>
            <p:cNvCxnSpPr/>
            <p:nvPr/>
          </p:nvCxnSpPr>
          <p:spPr>
            <a:xfrm rot="5400000">
              <a:off x="5012704" y="3429001"/>
              <a:ext cx="6857998" cy="0"/>
            </a:xfrm>
            <a:prstGeom prst="line">
              <a:avLst/>
            </a:prstGeom>
            <a:noFill/>
            <a:ln w="6350" cap="rnd" cmpd="sng" algn="ctr">
              <a:solidFill>
                <a:srgbClr val="E9D6F2">
                  <a:alpha val="43922"/>
                </a:srgbClr>
              </a:solidFill>
              <a:prstDash val="solid"/>
              <a:round/>
            </a:ln>
            <a:effectLst/>
          </p:spPr>
        </p:cxnSp>
        <p:cxnSp>
          <p:nvCxnSpPr>
            <p:cNvPr id="316" name="小李PPT11-39">
              <a:extLst>
                <a:ext uri="{FF2B5EF4-FFF2-40B4-BE49-F238E27FC236}">
                  <a16:creationId xmlns:a16="http://schemas.microsoft.com/office/drawing/2014/main" id="{CB7F1A7A-E6A0-7A68-3F2B-34A01BDAC13B}"/>
                </a:ext>
              </a:extLst>
            </p:cNvPr>
            <p:cNvCxnSpPr/>
            <p:nvPr/>
          </p:nvCxnSpPr>
          <p:spPr>
            <a:xfrm rot="5400000">
              <a:off x="4658885" y="3429001"/>
              <a:ext cx="6857998" cy="0"/>
            </a:xfrm>
            <a:prstGeom prst="line">
              <a:avLst/>
            </a:prstGeom>
            <a:noFill/>
            <a:ln w="6350" cap="rnd" cmpd="sng" algn="ctr">
              <a:solidFill>
                <a:srgbClr val="E9D6F2">
                  <a:alpha val="43922"/>
                </a:srgbClr>
              </a:solidFill>
              <a:prstDash val="solid"/>
              <a:round/>
            </a:ln>
            <a:effectLst/>
          </p:spPr>
        </p:cxnSp>
        <p:cxnSp>
          <p:nvCxnSpPr>
            <p:cNvPr id="317" name="小李PPT11-40">
              <a:extLst>
                <a:ext uri="{FF2B5EF4-FFF2-40B4-BE49-F238E27FC236}">
                  <a16:creationId xmlns:a16="http://schemas.microsoft.com/office/drawing/2014/main" id="{9E312751-11DF-6422-C789-4B449ADC5DE9}"/>
                </a:ext>
              </a:extLst>
            </p:cNvPr>
            <p:cNvCxnSpPr/>
            <p:nvPr/>
          </p:nvCxnSpPr>
          <p:spPr>
            <a:xfrm rot="5400000">
              <a:off x="4305065" y="3429001"/>
              <a:ext cx="6857998" cy="0"/>
            </a:xfrm>
            <a:prstGeom prst="line">
              <a:avLst/>
            </a:prstGeom>
            <a:noFill/>
            <a:ln w="6350" cap="rnd" cmpd="sng" algn="ctr">
              <a:solidFill>
                <a:srgbClr val="E9D6F2">
                  <a:alpha val="43922"/>
                </a:srgbClr>
              </a:solidFill>
              <a:prstDash val="solid"/>
              <a:round/>
            </a:ln>
            <a:effectLst/>
          </p:spPr>
        </p:cxnSp>
        <p:cxnSp>
          <p:nvCxnSpPr>
            <p:cNvPr id="318" name="小李PPT11-41">
              <a:extLst>
                <a:ext uri="{FF2B5EF4-FFF2-40B4-BE49-F238E27FC236}">
                  <a16:creationId xmlns:a16="http://schemas.microsoft.com/office/drawing/2014/main" id="{F61C06DF-F39E-C689-56B9-7D96478DB0A2}"/>
                </a:ext>
              </a:extLst>
            </p:cNvPr>
            <p:cNvCxnSpPr/>
            <p:nvPr/>
          </p:nvCxnSpPr>
          <p:spPr>
            <a:xfrm rot="5400000">
              <a:off x="3951246" y="3429001"/>
              <a:ext cx="6857998" cy="0"/>
            </a:xfrm>
            <a:prstGeom prst="line">
              <a:avLst/>
            </a:prstGeom>
            <a:noFill/>
            <a:ln w="6350" cap="rnd" cmpd="sng" algn="ctr">
              <a:solidFill>
                <a:srgbClr val="E9D6F2">
                  <a:alpha val="43922"/>
                </a:srgbClr>
              </a:solidFill>
              <a:prstDash val="solid"/>
              <a:round/>
            </a:ln>
            <a:effectLst/>
          </p:spPr>
        </p:cxnSp>
        <p:cxnSp>
          <p:nvCxnSpPr>
            <p:cNvPr id="319" name="小李PPT11-42">
              <a:extLst>
                <a:ext uri="{FF2B5EF4-FFF2-40B4-BE49-F238E27FC236}">
                  <a16:creationId xmlns:a16="http://schemas.microsoft.com/office/drawing/2014/main" id="{821DE1F9-6A60-BD97-B7F4-92D265C76E6E}"/>
                </a:ext>
              </a:extLst>
            </p:cNvPr>
            <p:cNvCxnSpPr/>
            <p:nvPr/>
          </p:nvCxnSpPr>
          <p:spPr>
            <a:xfrm rot="5400000">
              <a:off x="3597426" y="3429001"/>
              <a:ext cx="6857998" cy="0"/>
            </a:xfrm>
            <a:prstGeom prst="line">
              <a:avLst/>
            </a:prstGeom>
            <a:noFill/>
            <a:ln w="6350" cap="rnd" cmpd="sng" algn="ctr">
              <a:solidFill>
                <a:srgbClr val="E9D6F2">
                  <a:alpha val="43922"/>
                </a:srgbClr>
              </a:solidFill>
              <a:prstDash val="solid"/>
              <a:round/>
            </a:ln>
            <a:effectLst/>
          </p:spPr>
        </p:cxnSp>
        <p:cxnSp>
          <p:nvCxnSpPr>
            <p:cNvPr id="320" name="小李PPT11-43">
              <a:extLst>
                <a:ext uri="{FF2B5EF4-FFF2-40B4-BE49-F238E27FC236}">
                  <a16:creationId xmlns:a16="http://schemas.microsoft.com/office/drawing/2014/main" id="{4DC49DD9-18C9-B5B1-AFC4-AAECE95C9F41}"/>
                </a:ext>
              </a:extLst>
            </p:cNvPr>
            <p:cNvCxnSpPr/>
            <p:nvPr/>
          </p:nvCxnSpPr>
          <p:spPr>
            <a:xfrm rot="5400000">
              <a:off x="3243607" y="3429001"/>
              <a:ext cx="6857998" cy="0"/>
            </a:xfrm>
            <a:prstGeom prst="line">
              <a:avLst/>
            </a:prstGeom>
            <a:noFill/>
            <a:ln w="6350" cap="rnd" cmpd="sng" algn="ctr">
              <a:solidFill>
                <a:srgbClr val="E9D6F2">
                  <a:alpha val="43922"/>
                </a:srgbClr>
              </a:solidFill>
              <a:prstDash val="solid"/>
              <a:round/>
            </a:ln>
            <a:effectLst/>
          </p:spPr>
        </p:cxnSp>
        <p:cxnSp>
          <p:nvCxnSpPr>
            <p:cNvPr id="321" name="小李PPT11-44">
              <a:extLst>
                <a:ext uri="{FF2B5EF4-FFF2-40B4-BE49-F238E27FC236}">
                  <a16:creationId xmlns:a16="http://schemas.microsoft.com/office/drawing/2014/main" id="{7F79D255-A1F0-9774-6C70-8389D2C97FDF}"/>
                </a:ext>
              </a:extLst>
            </p:cNvPr>
            <p:cNvCxnSpPr/>
            <p:nvPr/>
          </p:nvCxnSpPr>
          <p:spPr>
            <a:xfrm rot="5400000">
              <a:off x="2889789" y="3429001"/>
              <a:ext cx="6857998" cy="0"/>
            </a:xfrm>
            <a:prstGeom prst="line">
              <a:avLst/>
            </a:prstGeom>
            <a:noFill/>
            <a:ln w="6350" cap="rnd" cmpd="sng" algn="ctr">
              <a:solidFill>
                <a:srgbClr val="E9D6F2">
                  <a:alpha val="43922"/>
                </a:srgbClr>
              </a:solidFill>
              <a:prstDash val="solid"/>
              <a:round/>
            </a:ln>
            <a:effectLst/>
          </p:spPr>
        </p:cxnSp>
        <p:cxnSp>
          <p:nvCxnSpPr>
            <p:cNvPr id="322" name="小李PPT11-45">
              <a:extLst>
                <a:ext uri="{FF2B5EF4-FFF2-40B4-BE49-F238E27FC236}">
                  <a16:creationId xmlns:a16="http://schemas.microsoft.com/office/drawing/2014/main" id="{AF475B96-315D-746A-65A7-19DC016186CA}"/>
                </a:ext>
              </a:extLst>
            </p:cNvPr>
            <p:cNvCxnSpPr/>
            <p:nvPr/>
          </p:nvCxnSpPr>
          <p:spPr>
            <a:xfrm rot="5400000">
              <a:off x="2535969" y="3429001"/>
              <a:ext cx="6857998" cy="0"/>
            </a:xfrm>
            <a:prstGeom prst="line">
              <a:avLst/>
            </a:prstGeom>
            <a:noFill/>
            <a:ln w="6350" cap="rnd" cmpd="sng" algn="ctr">
              <a:solidFill>
                <a:srgbClr val="E9D6F2">
                  <a:alpha val="43922"/>
                </a:srgbClr>
              </a:solidFill>
              <a:prstDash val="solid"/>
              <a:round/>
            </a:ln>
            <a:effectLst/>
          </p:spPr>
        </p:cxnSp>
        <p:cxnSp>
          <p:nvCxnSpPr>
            <p:cNvPr id="323" name="小李PPT11-46">
              <a:extLst>
                <a:ext uri="{FF2B5EF4-FFF2-40B4-BE49-F238E27FC236}">
                  <a16:creationId xmlns:a16="http://schemas.microsoft.com/office/drawing/2014/main" id="{781B8F5A-DC8E-1A21-CDAF-9A4AC6FE1570}"/>
                </a:ext>
              </a:extLst>
            </p:cNvPr>
            <p:cNvCxnSpPr/>
            <p:nvPr/>
          </p:nvCxnSpPr>
          <p:spPr>
            <a:xfrm>
              <a:off x="0" y="5868315"/>
              <a:ext cx="12192000" cy="0"/>
            </a:xfrm>
            <a:prstGeom prst="line">
              <a:avLst/>
            </a:prstGeom>
            <a:noFill/>
            <a:ln w="6350" cap="rnd" cmpd="sng" algn="ctr">
              <a:solidFill>
                <a:srgbClr val="E9D6F2">
                  <a:alpha val="43922"/>
                </a:srgbClr>
              </a:solidFill>
              <a:prstDash val="solid"/>
              <a:round/>
            </a:ln>
            <a:effectLst/>
          </p:spPr>
        </p:cxnSp>
        <p:cxnSp>
          <p:nvCxnSpPr>
            <p:cNvPr id="324" name="小李PPT11-47">
              <a:extLst>
                <a:ext uri="{FF2B5EF4-FFF2-40B4-BE49-F238E27FC236}">
                  <a16:creationId xmlns:a16="http://schemas.microsoft.com/office/drawing/2014/main" id="{96479C3C-8F94-6780-E275-3B6ACB320E08}"/>
                </a:ext>
              </a:extLst>
            </p:cNvPr>
            <p:cNvCxnSpPr/>
            <p:nvPr/>
          </p:nvCxnSpPr>
          <p:spPr>
            <a:xfrm>
              <a:off x="0" y="6217616"/>
              <a:ext cx="12192000" cy="0"/>
            </a:xfrm>
            <a:prstGeom prst="line">
              <a:avLst/>
            </a:prstGeom>
            <a:noFill/>
            <a:ln w="6350" cap="rnd" cmpd="sng" algn="ctr">
              <a:solidFill>
                <a:srgbClr val="E9D6F2">
                  <a:alpha val="43922"/>
                </a:srgbClr>
              </a:solidFill>
              <a:prstDash val="solid"/>
              <a:round/>
            </a:ln>
            <a:effectLst/>
          </p:spPr>
        </p:cxnSp>
        <p:cxnSp>
          <p:nvCxnSpPr>
            <p:cNvPr id="325" name="小李PPT11-48">
              <a:extLst>
                <a:ext uri="{FF2B5EF4-FFF2-40B4-BE49-F238E27FC236}">
                  <a16:creationId xmlns:a16="http://schemas.microsoft.com/office/drawing/2014/main" id="{E1E294E3-8556-D46B-FF78-3E32C6CFAC92}"/>
                </a:ext>
              </a:extLst>
            </p:cNvPr>
            <p:cNvCxnSpPr/>
            <p:nvPr/>
          </p:nvCxnSpPr>
          <p:spPr>
            <a:xfrm>
              <a:off x="0" y="6566917"/>
              <a:ext cx="12192000" cy="0"/>
            </a:xfrm>
            <a:prstGeom prst="line">
              <a:avLst/>
            </a:prstGeom>
            <a:noFill/>
            <a:ln w="6350" cap="rnd" cmpd="sng" algn="ctr">
              <a:solidFill>
                <a:srgbClr val="E9D6F2">
                  <a:alpha val="43922"/>
                </a:srgbClr>
              </a:solidFill>
              <a:prstDash val="solid"/>
              <a:round/>
            </a:ln>
            <a:effectLst/>
          </p:spPr>
        </p:cxnSp>
        <p:cxnSp>
          <p:nvCxnSpPr>
            <p:cNvPr id="326" name="小李PPT11-49">
              <a:extLst>
                <a:ext uri="{FF2B5EF4-FFF2-40B4-BE49-F238E27FC236}">
                  <a16:creationId xmlns:a16="http://schemas.microsoft.com/office/drawing/2014/main" id="{7346756B-3873-E60D-A288-7E9A8DFEA634}"/>
                </a:ext>
              </a:extLst>
            </p:cNvPr>
            <p:cNvCxnSpPr/>
            <p:nvPr/>
          </p:nvCxnSpPr>
          <p:spPr>
            <a:xfrm rot="5400000">
              <a:off x="8532255" y="3429001"/>
              <a:ext cx="6857998" cy="0"/>
            </a:xfrm>
            <a:prstGeom prst="line">
              <a:avLst/>
            </a:prstGeom>
            <a:noFill/>
            <a:ln w="6350" cap="rnd" cmpd="sng" algn="ctr">
              <a:solidFill>
                <a:srgbClr val="E9D6F2">
                  <a:alpha val="43922"/>
                </a:srgbClr>
              </a:solidFill>
              <a:prstDash val="solid"/>
              <a:round/>
            </a:ln>
            <a:effectLst/>
          </p:spPr>
        </p:cxnSp>
        <p:cxnSp>
          <p:nvCxnSpPr>
            <p:cNvPr id="327" name="小李PPT11-50">
              <a:extLst>
                <a:ext uri="{FF2B5EF4-FFF2-40B4-BE49-F238E27FC236}">
                  <a16:creationId xmlns:a16="http://schemas.microsoft.com/office/drawing/2014/main" id="{0A6E9455-03E3-BADC-DDE6-9A8E6C11EF94}"/>
                </a:ext>
              </a:extLst>
            </p:cNvPr>
            <p:cNvCxnSpPr/>
            <p:nvPr/>
          </p:nvCxnSpPr>
          <p:spPr>
            <a:xfrm rot="5400000">
              <a:off x="8178436" y="3429001"/>
              <a:ext cx="6857998" cy="0"/>
            </a:xfrm>
            <a:prstGeom prst="line">
              <a:avLst/>
            </a:prstGeom>
            <a:noFill/>
            <a:ln w="6350" cap="rnd" cmpd="sng" algn="ctr">
              <a:solidFill>
                <a:srgbClr val="E9D6F2">
                  <a:alpha val="43922"/>
                </a:srgbClr>
              </a:solidFill>
              <a:prstDash val="solid"/>
              <a:round/>
            </a:ln>
            <a:effectLst/>
          </p:spPr>
        </p:cxnSp>
        <p:cxnSp>
          <p:nvCxnSpPr>
            <p:cNvPr id="328" name="小李PPT11-51">
              <a:extLst>
                <a:ext uri="{FF2B5EF4-FFF2-40B4-BE49-F238E27FC236}">
                  <a16:creationId xmlns:a16="http://schemas.microsoft.com/office/drawing/2014/main" id="{2225C28C-74AF-D02A-A946-AF945155C451}"/>
                </a:ext>
              </a:extLst>
            </p:cNvPr>
            <p:cNvCxnSpPr/>
            <p:nvPr/>
          </p:nvCxnSpPr>
          <p:spPr>
            <a:xfrm rot="5400000">
              <a:off x="7824616" y="3429001"/>
              <a:ext cx="6857998" cy="0"/>
            </a:xfrm>
            <a:prstGeom prst="line">
              <a:avLst/>
            </a:prstGeom>
            <a:noFill/>
            <a:ln w="6350" cap="rnd" cmpd="sng" algn="ctr">
              <a:solidFill>
                <a:srgbClr val="E9D6F2">
                  <a:alpha val="43922"/>
                </a:srgbClr>
              </a:solidFill>
              <a:prstDash val="solid"/>
              <a:round/>
            </a:ln>
            <a:effectLst/>
          </p:spPr>
        </p:cxnSp>
        <p:cxnSp>
          <p:nvCxnSpPr>
            <p:cNvPr id="329" name="小李PPT11-52">
              <a:extLst>
                <a:ext uri="{FF2B5EF4-FFF2-40B4-BE49-F238E27FC236}">
                  <a16:creationId xmlns:a16="http://schemas.microsoft.com/office/drawing/2014/main" id="{36812C8E-00B0-954B-26D4-E52E0009D8D6}"/>
                </a:ext>
              </a:extLst>
            </p:cNvPr>
            <p:cNvCxnSpPr/>
            <p:nvPr/>
          </p:nvCxnSpPr>
          <p:spPr>
            <a:xfrm rot="5400000">
              <a:off x="7470797" y="3429001"/>
              <a:ext cx="6857998" cy="0"/>
            </a:xfrm>
            <a:prstGeom prst="line">
              <a:avLst/>
            </a:prstGeom>
            <a:noFill/>
            <a:ln w="6350" cap="rnd" cmpd="sng" algn="ctr">
              <a:solidFill>
                <a:srgbClr val="E9D6F2">
                  <a:alpha val="43922"/>
                </a:srgbClr>
              </a:solidFill>
              <a:prstDash val="solid"/>
              <a:round/>
            </a:ln>
            <a:effectLst/>
          </p:spPr>
        </p:cxnSp>
        <p:cxnSp>
          <p:nvCxnSpPr>
            <p:cNvPr id="330" name="小李PPT11-53">
              <a:extLst>
                <a:ext uri="{FF2B5EF4-FFF2-40B4-BE49-F238E27FC236}">
                  <a16:creationId xmlns:a16="http://schemas.microsoft.com/office/drawing/2014/main" id="{AAA0CBAD-C7A5-2E8C-B487-49E82FAF197F}"/>
                </a:ext>
              </a:extLst>
            </p:cNvPr>
            <p:cNvCxnSpPr/>
            <p:nvPr/>
          </p:nvCxnSpPr>
          <p:spPr>
            <a:xfrm rot="5400000">
              <a:off x="7116978" y="3429001"/>
              <a:ext cx="6857998" cy="0"/>
            </a:xfrm>
            <a:prstGeom prst="line">
              <a:avLst/>
            </a:prstGeom>
            <a:noFill/>
            <a:ln w="6350" cap="rnd" cmpd="sng" algn="ctr">
              <a:solidFill>
                <a:srgbClr val="E9D6F2">
                  <a:alpha val="43922"/>
                </a:srgbClr>
              </a:solidFill>
              <a:prstDash val="solid"/>
              <a:round/>
            </a:ln>
            <a:effectLst/>
          </p:spPr>
        </p:cxnSp>
      </p:grpSp>
      <p:pic>
        <p:nvPicPr>
          <p:cNvPr id="18" name="图片 17" descr="图片包含 桌子, 小, 蛋糕, 蓝色&#10;&#10;描述已自动生成">
            <a:extLst>
              <a:ext uri="{FF2B5EF4-FFF2-40B4-BE49-F238E27FC236}">
                <a16:creationId xmlns:a16="http://schemas.microsoft.com/office/drawing/2014/main" id="{AB1D1039-27DB-2B41-FBFE-19FF976D648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618230" y="223047"/>
            <a:ext cx="1334417" cy="667209"/>
          </a:xfrm>
          <a:prstGeom prst="rect">
            <a:avLst/>
          </a:prstGeom>
        </p:spPr>
      </p:pic>
      <p:pic>
        <p:nvPicPr>
          <p:cNvPr id="334" name="图片 333" descr="e4f8873b48c92a912ad2b76d31d4d59">
            <a:extLst>
              <a:ext uri="{FF2B5EF4-FFF2-40B4-BE49-F238E27FC236}">
                <a16:creationId xmlns:a16="http://schemas.microsoft.com/office/drawing/2014/main" id="{BCB23CF7-1F66-1D05-9CE3-30C4BBFA903D}"/>
              </a:ext>
            </a:extLst>
          </p:cNvPr>
          <p:cNvPicPr>
            <a:picLocks noChangeAspect="1"/>
          </p:cNvPicPr>
          <p:nvPr/>
        </p:nvPicPr>
        <p:blipFill>
          <a:blip r:embed="rId16"/>
          <a:stretch>
            <a:fillRect/>
          </a:stretch>
        </p:blipFill>
        <p:spPr>
          <a:xfrm>
            <a:off x="9728122" y="193111"/>
            <a:ext cx="708660" cy="708660"/>
          </a:xfrm>
          <a:prstGeom prst="rect">
            <a:avLst/>
          </a:prstGeom>
        </p:spPr>
      </p:pic>
      <p:grpSp>
        <p:nvGrpSpPr>
          <p:cNvPr id="332" name="组合 331">
            <a:extLst>
              <a:ext uri="{FF2B5EF4-FFF2-40B4-BE49-F238E27FC236}">
                <a16:creationId xmlns:a16="http://schemas.microsoft.com/office/drawing/2014/main" id="{48CB0609-70FF-2A70-3406-9F56BA4134F6}"/>
              </a:ext>
            </a:extLst>
          </p:cNvPr>
          <p:cNvGrpSpPr/>
          <p:nvPr/>
        </p:nvGrpSpPr>
        <p:grpSpPr>
          <a:xfrm>
            <a:off x="192793" y="185088"/>
            <a:ext cx="5541145" cy="731415"/>
            <a:chOff x="412929" y="337490"/>
            <a:chExt cx="5638629" cy="779029"/>
          </a:xfrm>
        </p:grpSpPr>
        <p:grpSp>
          <p:nvGrpSpPr>
            <p:cNvPr id="68" name="组合 67">
              <a:extLst>
                <a:ext uri="{FF2B5EF4-FFF2-40B4-BE49-F238E27FC236}">
                  <a16:creationId xmlns:a16="http://schemas.microsoft.com/office/drawing/2014/main" id="{DEAD473B-E94B-4204-C07D-2B71699982A3}"/>
                </a:ext>
              </a:extLst>
            </p:cNvPr>
            <p:cNvGrpSpPr/>
            <p:nvPr/>
          </p:nvGrpSpPr>
          <p:grpSpPr>
            <a:xfrm>
              <a:off x="412929" y="337490"/>
              <a:ext cx="5638629" cy="779029"/>
              <a:chOff x="392813" y="373931"/>
              <a:chExt cx="3163915" cy="483849"/>
            </a:xfrm>
          </p:grpSpPr>
          <p:sp>
            <p:nvSpPr>
              <p:cNvPr id="27" name="任意多边形: 形状 61">
                <a:extLst>
                  <a:ext uri="{FF2B5EF4-FFF2-40B4-BE49-F238E27FC236}">
                    <a16:creationId xmlns:a16="http://schemas.microsoft.com/office/drawing/2014/main" id="{4568F332-B380-6EC4-9315-8C954162131A}"/>
                  </a:ext>
                </a:extLst>
              </p:cNvPr>
              <p:cNvSpPr/>
              <p:nvPr/>
            </p:nvSpPr>
            <p:spPr>
              <a:xfrm>
                <a:off x="522287" y="427864"/>
                <a:ext cx="3034441" cy="375982"/>
              </a:xfrm>
              <a:prstGeom prst="parallelogram">
                <a:avLst>
                  <a:gd name="adj" fmla="val 52926"/>
                </a:avLst>
              </a:prstGeom>
              <a:gradFill flip="none" rotWithShape="1">
                <a:gsLst>
                  <a:gs pos="0">
                    <a:srgbClr val="FFFFFF"/>
                  </a:gs>
                  <a:gs pos="100000">
                    <a:srgbClr val="BB39A0">
                      <a:alpha val="84000"/>
                    </a:srgbClr>
                  </a:gs>
                </a:gsLst>
                <a:lin ang="10800000" scaled="1"/>
                <a:tileRect/>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2" name="任意多边形: 形状 61">
                <a:extLst>
                  <a:ext uri="{FF2B5EF4-FFF2-40B4-BE49-F238E27FC236}">
                    <a16:creationId xmlns:a16="http://schemas.microsoft.com/office/drawing/2014/main" id="{B4D704B6-5055-FA81-4A4E-ED7DBFD438E4}"/>
                  </a:ext>
                </a:extLst>
              </p:cNvPr>
              <p:cNvSpPr/>
              <p:nvPr/>
            </p:nvSpPr>
            <p:spPr>
              <a:xfrm>
                <a:off x="392813" y="399042"/>
                <a:ext cx="221149" cy="260109"/>
              </a:xfrm>
              <a:prstGeom prst="parallelogram">
                <a:avLst>
                  <a:gd name="adj" fmla="val 64309"/>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任意多边形: 形状 61">
                <a:extLst>
                  <a:ext uri="{FF2B5EF4-FFF2-40B4-BE49-F238E27FC236}">
                    <a16:creationId xmlns:a16="http://schemas.microsoft.com/office/drawing/2014/main" id="{A5B511BF-BB56-51CC-5CE5-FD63596A28A8}"/>
                  </a:ext>
                </a:extLst>
              </p:cNvPr>
              <p:cNvSpPr/>
              <p:nvPr/>
            </p:nvSpPr>
            <p:spPr>
              <a:xfrm>
                <a:off x="407458" y="373931"/>
                <a:ext cx="413280" cy="483849"/>
              </a:xfrm>
              <a:prstGeom prst="parallelogram">
                <a:avLst>
                  <a:gd name="adj" fmla="val 61503"/>
                </a:avLst>
              </a:prstGeom>
              <a:gradFill>
                <a:gsLst>
                  <a:gs pos="0">
                    <a:srgbClr val="E0132D"/>
                  </a:gs>
                  <a:gs pos="100000">
                    <a:srgbClr val="3F4BD6"/>
                  </a:gs>
                </a:gsLst>
                <a:lin ang="5400000" scaled="1"/>
              </a:gra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331" name="小李PPT1">
              <a:extLst>
                <a:ext uri="{FF2B5EF4-FFF2-40B4-BE49-F238E27FC236}">
                  <a16:creationId xmlns:a16="http://schemas.microsoft.com/office/drawing/2014/main" id="{60296E81-9909-1F74-9C79-5EB97E854FAC}"/>
                </a:ext>
              </a:extLst>
            </p:cNvPr>
            <p:cNvSpPr txBox="1"/>
            <p:nvPr/>
          </p:nvSpPr>
          <p:spPr>
            <a:xfrm>
              <a:off x="1033485" y="401778"/>
              <a:ext cx="3521030" cy="667385"/>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200" dirty="0">
                  <a:solidFill>
                    <a:schemeClr val="tx1">
                      <a:lumMod val="95000"/>
                      <a:lumOff val="5000"/>
                    </a:schemeClr>
                  </a:solidFill>
                  <a:latin typeface="汉仪劲楷简" panose="00020600040101010101" charset="-122"/>
                  <a:ea typeface="汉仪劲楷简" panose="00020600040101010101" charset="-122"/>
                  <a:sym typeface="+mn-ea"/>
                </a:rPr>
                <a:t>4.4 </a:t>
              </a:r>
              <a:r>
                <a:rPr lang="zh-CN" altLang="en-US" sz="3200" dirty="0">
                  <a:solidFill>
                    <a:schemeClr val="tx1">
                      <a:lumMod val="95000"/>
                      <a:lumOff val="5000"/>
                    </a:schemeClr>
                  </a:solidFill>
                  <a:latin typeface="汉仪劲楷简" panose="00020600040101010101" charset="-122"/>
                  <a:ea typeface="汉仪劲楷简" panose="00020600040101010101" charset="-122"/>
                  <a:sym typeface="+mn-ea"/>
                </a:rPr>
                <a:t>总结</a:t>
              </a:r>
              <a:endParaRPr lang="zh-CN" altLang="en-US" sz="3200" noProof="0" dirty="0">
                <a:ln>
                  <a:noFill/>
                </a:ln>
                <a:solidFill>
                  <a:schemeClr val="tx1">
                    <a:lumMod val="95000"/>
                    <a:lumOff val="5000"/>
                  </a:schemeClr>
                </a:solidFill>
                <a:effectLst/>
                <a:uLnTx/>
                <a:uFillTx/>
                <a:latin typeface="汉仪劲楷简" panose="00020600040101010101" charset="-122"/>
                <a:ea typeface="汉仪劲楷简" panose="00020600040101010101" charset="-122"/>
                <a:sym typeface="+mn-ea"/>
              </a:endParaRPr>
            </a:p>
          </p:txBody>
        </p:sp>
      </p:grpSp>
      <p:grpSp>
        <p:nvGrpSpPr>
          <p:cNvPr id="335" name="组合 334">
            <a:extLst>
              <a:ext uri="{FF2B5EF4-FFF2-40B4-BE49-F238E27FC236}">
                <a16:creationId xmlns:a16="http://schemas.microsoft.com/office/drawing/2014/main" id="{3FCA09F8-FBF9-D014-4D7A-7578A8F09146}"/>
              </a:ext>
            </a:extLst>
          </p:cNvPr>
          <p:cNvGrpSpPr/>
          <p:nvPr/>
        </p:nvGrpSpPr>
        <p:grpSpPr>
          <a:xfrm>
            <a:off x="7354620" y="305784"/>
            <a:ext cx="2162937" cy="506745"/>
            <a:chOff x="7239" y="4557"/>
            <a:chExt cx="3500" cy="820"/>
          </a:xfrm>
          <a:gradFill>
            <a:gsLst>
              <a:gs pos="0">
                <a:srgbClr val="923EBA"/>
              </a:gs>
              <a:gs pos="96000">
                <a:srgbClr val="F7F0FA"/>
              </a:gs>
            </a:gsLst>
            <a:lin ang="10800000" scaled="0"/>
          </a:gradFill>
        </p:grpSpPr>
        <p:sp>
          <p:nvSpPr>
            <p:cNvPr id="336" name="燕尾形 25">
              <a:extLst>
                <a:ext uri="{FF2B5EF4-FFF2-40B4-BE49-F238E27FC236}">
                  <a16:creationId xmlns:a16="http://schemas.microsoft.com/office/drawing/2014/main" id="{AF22FDF5-8757-453D-6866-D0167DB67BC3}"/>
                </a:ext>
              </a:extLst>
            </p:cNvPr>
            <p:cNvSpPr/>
            <p:nvPr/>
          </p:nvSpPr>
          <p:spPr>
            <a:xfrm>
              <a:off x="72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7" name="燕尾形 67">
              <a:extLst>
                <a:ext uri="{FF2B5EF4-FFF2-40B4-BE49-F238E27FC236}">
                  <a16:creationId xmlns:a16="http://schemas.microsoft.com/office/drawing/2014/main" id="{3D9A2FEE-E11C-54D3-7206-76A4D85A3C86}"/>
                </a:ext>
              </a:extLst>
            </p:cNvPr>
            <p:cNvSpPr/>
            <p:nvPr/>
          </p:nvSpPr>
          <p:spPr>
            <a:xfrm>
              <a:off x="79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8" name="燕尾形 68">
              <a:extLst>
                <a:ext uri="{FF2B5EF4-FFF2-40B4-BE49-F238E27FC236}">
                  <a16:creationId xmlns:a16="http://schemas.microsoft.com/office/drawing/2014/main" id="{12C0406F-FBDA-2A3F-CEB6-3AA17989E84D}"/>
                </a:ext>
              </a:extLst>
            </p:cNvPr>
            <p:cNvSpPr/>
            <p:nvPr/>
          </p:nvSpPr>
          <p:spPr>
            <a:xfrm>
              <a:off x="86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9" name="燕尾形 69">
              <a:extLst>
                <a:ext uri="{FF2B5EF4-FFF2-40B4-BE49-F238E27FC236}">
                  <a16:creationId xmlns:a16="http://schemas.microsoft.com/office/drawing/2014/main" id="{8BC960A3-4D4E-BF0F-1275-02E83D81B554}"/>
                </a:ext>
              </a:extLst>
            </p:cNvPr>
            <p:cNvSpPr/>
            <p:nvPr/>
          </p:nvSpPr>
          <p:spPr>
            <a:xfrm>
              <a:off x="93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40" name="燕尾形 77">
              <a:extLst>
                <a:ext uri="{FF2B5EF4-FFF2-40B4-BE49-F238E27FC236}">
                  <a16:creationId xmlns:a16="http://schemas.microsoft.com/office/drawing/2014/main" id="{53C60A93-71F9-9093-80FE-03C8C04849D1}"/>
                </a:ext>
              </a:extLst>
            </p:cNvPr>
            <p:cNvSpPr/>
            <p:nvPr/>
          </p:nvSpPr>
          <p:spPr>
            <a:xfrm>
              <a:off x="10039" y="4557"/>
              <a:ext cx="700" cy="82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3" name="文本框 2">
            <a:extLst>
              <a:ext uri="{FF2B5EF4-FFF2-40B4-BE49-F238E27FC236}">
                <a16:creationId xmlns:a16="http://schemas.microsoft.com/office/drawing/2014/main" id="{79BDCD77-029A-A155-0906-332BDDD8FB22}"/>
              </a:ext>
            </a:extLst>
          </p:cNvPr>
          <p:cNvSpPr txBox="1"/>
          <p:nvPr/>
        </p:nvSpPr>
        <p:spPr>
          <a:xfrm>
            <a:off x="1522949" y="2235089"/>
            <a:ext cx="9146102" cy="2585323"/>
          </a:xfrm>
          <a:prstGeom prst="rect">
            <a:avLst/>
          </a:prstGeom>
          <a:noFill/>
          <a:ln w="25400" cap="rnd" cmpd="sng" algn="ctr">
            <a:solidFill>
              <a:srgbClr val="D40000"/>
            </a:solidFill>
            <a:prstDash val="lgDash"/>
            <a:round/>
          </a:ln>
          <a:effectLst/>
        </p:spPr>
        <p:style>
          <a:lnRef idx="0">
            <a:schemeClr val="accent1"/>
          </a:lnRef>
          <a:fillRef idx="0">
            <a:srgbClr val="FFFFFF"/>
          </a:fillRef>
          <a:effectRef idx="0">
            <a:srgbClr val="FFFFFF"/>
          </a:effectRef>
          <a:fontRef idx="minor">
            <a:schemeClr val="tx1"/>
          </a:fontRef>
        </p:style>
        <p:txBody>
          <a:bodyPr wrap="square">
            <a:spAutoFit/>
          </a:bodyPr>
          <a:lstStyle/>
          <a:p>
            <a:pPr indent="457200"/>
            <a:r>
              <a:rPr lang="zh-CN" altLang="en-US" sz="2400" dirty="0">
                <a:solidFill>
                  <a:schemeClr val="tx1">
                    <a:lumMod val="75000"/>
                    <a:lumOff val="25000"/>
                  </a:schemeClr>
                </a:solidFill>
                <a:latin typeface="汉仪劲楷简" panose="00020600040101010101" charset="-122"/>
                <a:ea typeface="汉仪劲楷简" panose="00020600040101010101" charset="-122"/>
              </a:rPr>
              <a:t>本报告基于互联网银行的应用场景，结合社交网络，综合运用 </a:t>
            </a:r>
            <a:r>
              <a:rPr lang="zh-CN" altLang="en-US" sz="3000" b="1" dirty="0">
                <a:solidFill>
                  <a:srgbClr val="C00000"/>
                </a:solidFill>
                <a:latin typeface="汉仪劲楷简" panose="00020600040101010101" charset="-122"/>
                <a:ea typeface="汉仪劲楷简" panose="00020600040101010101" charset="-122"/>
              </a:rPr>
              <a:t>潜在空间</a:t>
            </a:r>
            <a:r>
              <a:rPr lang="zh-CN" altLang="en-US" sz="3000" b="1" dirty="0">
                <a:solidFill>
                  <a:schemeClr val="tx1">
                    <a:lumMod val="75000"/>
                    <a:lumOff val="25000"/>
                  </a:schemeClr>
                </a:solidFill>
                <a:latin typeface="汉仪劲楷简" panose="00020600040101010101" charset="-122"/>
                <a:ea typeface="汉仪劲楷简" panose="00020600040101010101" charset="-122"/>
              </a:rPr>
              <a:t> </a:t>
            </a:r>
            <a:r>
              <a:rPr lang="zh-CN" altLang="en-US" sz="2400" dirty="0">
                <a:solidFill>
                  <a:schemeClr val="tx1">
                    <a:lumMod val="75000"/>
                    <a:lumOff val="25000"/>
                  </a:schemeClr>
                </a:solidFill>
                <a:latin typeface="汉仪劲楷简" panose="00020600040101010101" charset="-122"/>
                <a:ea typeface="汉仪劲楷简" panose="00020600040101010101" charset="-122"/>
              </a:rPr>
              <a:t>模型与 </a:t>
            </a:r>
            <a:r>
              <a:rPr lang="zh-CN" altLang="en-US" sz="3000" b="1" dirty="0">
                <a:solidFill>
                  <a:srgbClr val="C00000"/>
                </a:solidFill>
                <a:latin typeface="汉仪劲楷简" panose="00020600040101010101" charset="-122"/>
                <a:ea typeface="汉仪劲楷简" panose="00020600040101010101" charset="-122"/>
              </a:rPr>
              <a:t>Rubin 因果模型 </a:t>
            </a:r>
            <a:r>
              <a:rPr lang="zh-CN" altLang="en-US" sz="2400" dirty="0">
                <a:solidFill>
                  <a:schemeClr val="tx1">
                    <a:lumMod val="75000"/>
                    <a:lumOff val="25000"/>
                  </a:schemeClr>
                </a:solidFill>
                <a:latin typeface="汉仪劲楷简" panose="00020600040101010101" charset="-122"/>
                <a:ea typeface="汉仪劲楷简" panose="00020600040101010101" charset="-122"/>
              </a:rPr>
              <a:t>识别 </a:t>
            </a:r>
            <a:r>
              <a:rPr lang="zh-CN" altLang="en-US" sz="3000" b="1" dirty="0">
                <a:solidFill>
                  <a:srgbClr val="C00000"/>
                </a:solidFill>
                <a:latin typeface="汉仪劲楷简" panose="00020600040101010101" charset="-122"/>
                <a:ea typeface="汉仪劲楷简" panose="00020600040101010101" charset="-122"/>
              </a:rPr>
              <a:t>潜在用户 </a:t>
            </a:r>
            <a:r>
              <a:rPr lang="zh-CN" altLang="en-US" sz="2400" dirty="0">
                <a:solidFill>
                  <a:schemeClr val="tx1">
                    <a:lumMod val="75000"/>
                    <a:lumOff val="25000"/>
                  </a:schemeClr>
                </a:solidFill>
                <a:latin typeface="汉仪劲楷简" panose="00020600040101010101" charset="-122"/>
                <a:ea typeface="汉仪劲楷简" panose="00020600040101010101" charset="-122"/>
              </a:rPr>
              <a:t>和 </a:t>
            </a:r>
            <a:r>
              <a:rPr lang="zh-CN" altLang="en-US" sz="3000" b="1" dirty="0">
                <a:solidFill>
                  <a:srgbClr val="C00000"/>
                </a:solidFill>
                <a:latin typeface="汉仪劲楷简" panose="00020600040101010101" charset="-122"/>
                <a:ea typeface="汉仪劲楷简" panose="00020600040101010101" charset="-122"/>
              </a:rPr>
              <a:t>意见领袖 </a:t>
            </a:r>
            <a:r>
              <a:rPr lang="zh-CN" altLang="en-US" sz="2400" dirty="0">
                <a:solidFill>
                  <a:schemeClr val="tx1">
                    <a:lumMod val="75000"/>
                    <a:lumOff val="25000"/>
                  </a:schemeClr>
                </a:solidFill>
                <a:latin typeface="汉仪劲楷简" panose="00020600040101010101" charset="-122"/>
                <a:ea typeface="汉仪劲楷简" panose="00020600040101010101" charset="-122"/>
              </a:rPr>
              <a:t>用户。</a:t>
            </a:r>
            <a:endParaRPr lang="en-US" altLang="zh-CN" sz="2400" dirty="0">
              <a:solidFill>
                <a:schemeClr val="tx1">
                  <a:lumMod val="75000"/>
                  <a:lumOff val="25000"/>
                </a:schemeClr>
              </a:solidFill>
              <a:latin typeface="汉仪劲楷简" panose="00020600040101010101" charset="-122"/>
              <a:ea typeface="汉仪劲楷简" panose="00020600040101010101" charset="-122"/>
            </a:endParaRPr>
          </a:p>
          <a:p>
            <a:pPr indent="457200"/>
            <a:r>
              <a:rPr lang="zh-CN" altLang="en-US" sz="2400" dirty="0">
                <a:solidFill>
                  <a:schemeClr val="tx1">
                    <a:lumMod val="75000"/>
                    <a:lumOff val="25000"/>
                  </a:schemeClr>
                </a:solidFill>
                <a:latin typeface="汉仪劲楷简" panose="00020600040101010101" charset="-122"/>
                <a:ea typeface="汉仪劲楷简" panose="00020600040101010101" charset="-122"/>
              </a:rPr>
              <a:t>同时通过构建 </a:t>
            </a:r>
            <a:r>
              <a:rPr lang="zh-CN" altLang="en-US" sz="3000" b="1" dirty="0">
                <a:solidFill>
                  <a:srgbClr val="C00000"/>
                </a:solidFill>
                <a:latin typeface="汉仪劲楷简" panose="00020600040101010101" charset="-122"/>
                <a:ea typeface="汉仪劲楷简" panose="00020600040101010101" charset="-122"/>
              </a:rPr>
              <a:t>金融产品扩散模型 </a:t>
            </a:r>
            <a:r>
              <a:rPr lang="en-US" altLang="zh-CN" sz="2400" dirty="0">
                <a:solidFill>
                  <a:schemeClr val="tx1">
                    <a:lumMod val="75000"/>
                    <a:lumOff val="25000"/>
                  </a:schemeClr>
                </a:solidFill>
                <a:latin typeface="汉仪劲楷简" panose="00020600040101010101" charset="-122"/>
                <a:ea typeface="汉仪劲楷简" panose="00020600040101010101" charset="-122"/>
              </a:rPr>
              <a:t>,</a:t>
            </a:r>
            <a:r>
              <a:rPr lang="zh-CN" altLang="en-US" sz="2400" dirty="0">
                <a:solidFill>
                  <a:schemeClr val="tx1">
                    <a:lumMod val="75000"/>
                    <a:lumOff val="25000"/>
                  </a:schemeClr>
                </a:solidFill>
                <a:latin typeface="汉仪劲楷简" panose="00020600040101010101" charset="-122"/>
                <a:ea typeface="汉仪劲楷简" panose="00020600040101010101" charset="-122"/>
              </a:rPr>
              <a:t>为互联网银行制定精准营销策略、优化用户触达路径与提升普惠金融覆盖效率提供了量化依据与可复制框架。</a:t>
            </a:r>
          </a:p>
        </p:txBody>
      </p:sp>
    </p:spTree>
    <p:extLst>
      <p:ext uri="{BB962C8B-B14F-4D97-AF65-F5344CB8AC3E}">
        <p14:creationId xmlns:p14="http://schemas.microsoft.com/office/powerpoint/2010/main" val="1207621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15" name="think-cell data - do not delete" hidden="1">
            <a:extLst>
              <a:ext uri="{FF2B5EF4-FFF2-40B4-BE49-F238E27FC236}">
                <a16:creationId xmlns:a16="http://schemas.microsoft.com/office/drawing/2014/main" id="{35C07671-598D-2BB3-5107-04DF7042DAEF}"/>
              </a:ext>
            </a:extLst>
          </p:cNvPr>
          <p:cNvGraphicFramePr>
            <a:graphicFrameLocks noChangeAspect="1"/>
          </p:cNvGraphicFramePr>
          <p:nvPr>
            <p:custDataLst>
              <p:tags r:id="rId1"/>
            </p:custDataLst>
            <p:extLst>
              <p:ext uri="{D42A27DB-BD31-4B8C-83A1-F6EECF244321}">
                <p14:modId xmlns:p14="http://schemas.microsoft.com/office/powerpoint/2010/main" val="2119190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3" imgW="471" imgH="473" progId="TCLayout.ActiveDocument.1">
                  <p:embed/>
                </p:oleObj>
              </mc:Choice>
              <mc:Fallback>
                <p:oleObj name="think-cell 幻灯片" r:id="rId13" imgW="471" imgH="473" progId="TCLayout.ActiveDocument.1">
                  <p:embed/>
                  <p:pic>
                    <p:nvPicPr>
                      <p:cNvPr id="0" name=""/>
                      <p:cNvPicPr/>
                      <p:nvPr/>
                    </p:nvPicPr>
                    <p:blipFill>
                      <a:blip r:embed="rId14"/>
                      <a:stretch>
                        <a:fillRect/>
                      </a:stretch>
                    </p:blipFill>
                    <p:spPr>
                      <a:xfrm>
                        <a:off x="1588" y="1588"/>
                        <a:ext cx="1588" cy="1588"/>
                      </a:xfrm>
                      <a:prstGeom prst="rect">
                        <a:avLst/>
                      </a:prstGeom>
                    </p:spPr>
                  </p:pic>
                </p:oleObj>
              </mc:Fallback>
            </mc:AlternateContent>
          </a:graphicData>
        </a:graphic>
      </p:graphicFrame>
      <p:grpSp>
        <p:nvGrpSpPr>
          <p:cNvPr id="2" name="小李PPT11">
            <a:extLst>
              <a:ext uri="{FF2B5EF4-FFF2-40B4-BE49-F238E27FC236}">
                <a16:creationId xmlns:a16="http://schemas.microsoft.com/office/drawing/2014/main" id="{27EAA065-4DBD-D01C-2DAF-8C91CCCC70DF}"/>
              </a:ext>
            </a:extLst>
          </p:cNvPr>
          <p:cNvGrpSpPr/>
          <p:nvPr/>
        </p:nvGrpSpPr>
        <p:grpSpPr>
          <a:xfrm>
            <a:off x="19363" y="2"/>
            <a:ext cx="12192000" cy="6857998"/>
            <a:chOff x="0" y="2"/>
            <a:chExt cx="12192000" cy="6857998"/>
          </a:xfrm>
          <a:effectLst/>
        </p:grpSpPr>
        <p:cxnSp>
          <p:nvCxnSpPr>
            <p:cNvPr id="7" name="小李PPT11-1">
              <a:extLst>
                <a:ext uri="{FF2B5EF4-FFF2-40B4-BE49-F238E27FC236}">
                  <a16:creationId xmlns:a16="http://schemas.microsoft.com/office/drawing/2014/main" id="{B08EAD8D-5E5D-8963-8E7B-042C81C85A37}"/>
                </a:ext>
              </a:extLst>
            </p:cNvPr>
            <p:cNvCxnSpPr/>
            <p:nvPr/>
          </p:nvCxnSpPr>
          <p:spPr>
            <a:xfrm>
              <a:off x="0" y="291084"/>
              <a:ext cx="12192000" cy="0"/>
            </a:xfrm>
            <a:prstGeom prst="line">
              <a:avLst/>
            </a:prstGeom>
            <a:noFill/>
            <a:ln w="6350" cap="rnd" cmpd="sng" algn="ctr">
              <a:solidFill>
                <a:srgbClr val="E9D6F2">
                  <a:alpha val="43922"/>
                </a:srgbClr>
              </a:solidFill>
              <a:prstDash val="solid"/>
              <a:round/>
            </a:ln>
            <a:effectLst/>
          </p:spPr>
        </p:cxnSp>
        <p:cxnSp>
          <p:nvCxnSpPr>
            <p:cNvPr id="9" name="小李PPT11-2">
              <a:extLst>
                <a:ext uri="{FF2B5EF4-FFF2-40B4-BE49-F238E27FC236}">
                  <a16:creationId xmlns:a16="http://schemas.microsoft.com/office/drawing/2014/main" id="{7C67EA50-45D3-0258-26BE-65B9C5FC43B2}"/>
                </a:ext>
              </a:extLst>
            </p:cNvPr>
            <p:cNvCxnSpPr/>
            <p:nvPr/>
          </p:nvCxnSpPr>
          <p:spPr>
            <a:xfrm>
              <a:off x="0" y="640385"/>
              <a:ext cx="12192000" cy="0"/>
            </a:xfrm>
            <a:prstGeom prst="line">
              <a:avLst/>
            </a:prstGeom>
            <a:noFill/>
            <a:ln w="6350" cap="rnd" cmpd="sng" algn="ctr">
              <a:solidFill>
                <a:srgbClr val="E9D6F2">
                  <a:alpha val="43922"/>
                </a:srgbClr>
              </a:solidFill>
              <a:prstDash val="solid"/>
              <a:round/>
            </a:ln>
            <a:effectLst/>
          </p:spPr>
        </p:cxnSp>
        <p:cxnSp>
          <p:nvCxnSpPr>
            <p:cNvPr id="10" name="小李PPT11-3">
              <a:extLst>
                <a:ext uri="{FF2B5EF4-FFF2-40B4-BE49-F238E27FC236}">
                  <a16:creationId xmlns:a16="http://schemas.microsoft.com/office/drawing/2014/main" id="{44F14CCA-0CCD-A7FF-1B19-A8B9FA6007EB}"/>
                </a:ext>
              </a:extLst>
            </p:cNvPr>
            <p:cNvCxnSpPr/>
            <p:nvPr/>
          </p:nvCxnSpPr>
          <p:spPr>
            <a:xfrm>
              <a:off x="0" y="989685"/>
              <a:ext cx="12192000" cy="0"/>
            </a:xfrm>
            <a:prstGeom prst="line">
              <a:avLst/>
            </a:prstGeom>
            <a:noFill/>
            <a:ln w="6350" cap="rnd" cmpd="sng" algn="ctr">
              <a:solidFill>
                <a:srgbClr val="E9D6F2">
                  <a:alpha val="43922"/>
                </a:srgbClr>
              </a:solidFill>
              <a:prstDash val="solid"/>
              <a:round/>
            </a:ln>
            <a:effectLst/>
          </p:spPr>
        </p:cxnSp>
        <p:cxnSp>
          <p:nvCxnSpPr>
            <p:cNvPr id="11" name="小李PPT11-4">
              <a:extLst>
                <a:ext uri="{FF2B5EF4-FFF2-40B4-BE49-F238E27FC236}">
                  <a16:creationId xmlns:a16="http://schemas.microsoft.com/office/drawing/2014/main" id="{0BE9480A-CF9F-0AE1-FFD4-64FD6E1BCFE5}"/>
                </a:ext>
              </a:extLst>
            </p:cNvPr>
            <p:cNvCxnSpPr/>
            <p:nvPr/>
          </p:nvCxnSpPr>
          <p:spPr>
            <a:xfrm>
              <a:off x="0" y="1338986"/>
              <a:ext cx="12192000" cy="0"/>
            </a:xfrm>
            <a:prstGeom prst="line">
              <a:avLst/>
            </a:prstGeom>
            <a:noFill/>
            <a:ln w="6350" cap="rnd" cmpd="sng" algn="ctr">
              <a:solidFill>
                <a:srgbClr val="E9D6F2">
                  <a:alpha val="43922"/>
                </a:srgbClr>
              </a:solidFill>
              <a:prstDash val="solid"/>
              <a:round/>
            </a:ln>
            <a:effectLst/>
          </p:spPr>
        </p:cxnSp>
        <p:cxnSp>
          <p:nvCxnSpPr>
            <p:cNvPr id="12" name="小李PPT11-5">
              <a:extLst>
                <a:ext uri="{FF2B5EF4-FFF2-40B4-BE49-F238E27FC236}">
                  <a16:creationId xmlns:a16="http://schemas.microsoft.com/office/drawing/2014/main" id="{7689C738-95BC-659C-05F0-C9F8248DF5F7}"/>
                </a:ext>
              </a:extLst>
            </p:cNvPr>
            <p:cNvCxnSpPr/>
            <p:nvPr/>
          </p:nvCxnSpPr>
          <p:spPr>
            <a:xfrm>
              <a:off x="0" y="1688287"/>
              <a:ext cx="12192000" cy="0"/>
            </a:xfrm>
            <a:prstGeom prst="line">
              <a:avLst/>
            </a:prstGeom>
            <a:noFill/>
            <a:ln w="6350" cap="rnd" cmpd="sng" algn="ctr">
              <a:solidFill>
                <a:srgbClr val="E9D6F2">
                  <a:alpha val="43922"/>
                </a:srgbClr>
              </a:solidFill>
              <a:prstDash val="solid"/>
              <a:round/>
            </a:ln>
            <a:effectLst/>
          </p:spPr>
        </p:cxnSp>
        <p:cxnSp>
          <p:nvCxnSpPr>
            <p:cNvPr id="13" name="小李PPT11-6">
              <a:extLst>
                <a:ext uri="{FF2B5EF4-FFF2-40B4-BE49-F238E27FC236}">
                  <a16:creationId xmlns:a16="http://schemas.microsoft.com/office/drawing/2014/main" id="{556068CC-E0A7-6F04-7A5D-2D65EF567692}"/>
                </a:ext>
              </a:extLst>
            </p:cNvPr>
            <p:cNvCxnSpPr/>
            <p:nvPr/>
          </p:nvCxnSpPr>
          <p:spPr>
            <a:xfrm>
              <a:off x="0" y="2037588"/>
              <a:ext cx="12192000" cy="0"/>
            </a:xfrm>
            <a:prstGeom prst="line">
              <a:avLst/>
            </a:prstGeom>
            <a:noFill/>
            <a:ln w="6350" cap="rnd" cmpd="sng" algn="ctr">
              <a:solidFill>
                <a:srgbClr val="E9D6F2">
                  <a:alpha val="43922"/>
                </a:srgbClr>
              </a:solidFill>
              <a:prstDash val="solid"/>
              <a:round/>
            </a:ln>
            <a:effectLst/>
          </p:spPr>
        </p:cxnSp>
        <p:cxnSp>
          <p:nvCxnSpPr>
            <p:cNvPr id="18" name="小李PPT11-7">
              <a:extLst>
                <a:ext uri="{FF2B5EF4-FFF2-40B4-BE49-F238E27FC236}">
                  <a16:creationId xmlns:a16="http://schemas.microsoft.com/office/drawing/2014/main" id="{D7B254C1-D6E5-1C72-BE4A-0C0C323C5E5B}"/>
                </a:ext>
              </a:extLst>
            </p:cNvPr>
            <p:cNvCxnSpPr/>
            <p:nvPr/>
          </p:nvCxnSpPr>
          <p:spPr>
            <a:xfrm>
              <a:off x="0" y="2386888"/>
              <a:ext cx="12192000" cy="0"/>
            </a:xfrm>
            <a:prstGeom prst="line">
              <a:avLst/>
            </a:prstGeom>
            <a:noFill/>
            <a:ln w="6350" cap="rnd" cmpd="sng" algn="ctr">
              <a:solidFill>
                <a:srgbClr val="E9D6F2">
                  <a:alpha val="43922"/>
                </a:srgbClr>
              </a:solidFill>
              <a:prstDash val="solid"/>
              <a:round/>
            </a:ln>
            <a:effectLst/>
          </p:spPr>
        </p:cxnSp>
        <p:cxnSp>
          <p:nvCxnSpPr>
            <p:cNvPr id="20" name="小李PPT11-8">
              <a:extLst>
                <a:ext uri="{FF2B5EF4-FFF2-40B4-BE49-F238E27FC236}">
                  <a16:creationId xmlns:a16="http://schemas.microsoft.com/office/drawing/2014/main" id="{6C68AB64-AC8A-9E35-2DF8-B4E634493FC7}"/>
                </a:ext>
              </a:extLst>
            </p:cNvPr>
            <p:cNvCxnSpPr/>
            <p:nvPr/>
          </p:nvCxnSpPr>
          <p:spPr>
            <a:xfrm>
              <a:off x="0" y="2736189"/>
              <a:ext cx="12192000" cy="0"/>
            </a:xfrm>
            <a:prstGeom prst="line">
              <a:avLst/>
            </a:prstGeom>
            <a:noFill/>
            <a:ln w="6350" cap="rnd" cmpd="sng" algn="ctr">
              <a:solidFill>
                <a:srgbClr val="E9D6F2">
                  <a:alpha val="43922"/>
                </a:srgbClr>
              </a:solidFill>
              <a:prstDash val="solid"/>
              <a:round/>
            </a:ln>
            <a:effectLst/>
          </p:spPr>
        </p:cxnSp>
        <p:cxnSp>
          <p:nvCxnSpPr>
            <p:cNvPr id="21" name="小李PPT11-9">
              <a:extLst>
                <a:ext uri="{FF2B5EF4-FFF2-40B4-BE49-F238E27FC236}">
                  <a16:creationId xmlns:a16="http://schemas.microsoft.com/office/drawing/2014/main" id="{98C319B8-2026-8EF5-F060-492AEFF4F700}"/>
                </a:ext>
              </a:extLst>
            </p:cNvPr>
            <p:cNvCxnSpPr/>
            <p:nvPr/>
          </p:nvCxnSpPr>
          <p:spPr>
            <a:xfrm>
              <a:off x="0" y="3085490"/>
              <a:ext cx="12192000" cy="0"/>
            </a:xfrm>
            <a:prstGeom prst="line">
              <a:avLst/>
            </a:prstGeom>
            <a:noFill/>
            <a:ln w="6350" cap="rnd" cmpd="sng" algn="ctr">
              <a:solidFill>
                <a:srgbClr val="E9D6F2">
                  <a:alpha val="43922"/>
                </a:srgbClr>
              </a:solidFill>
              <a:prstDash val="solid"/>
              <a:round/>
            </a:ln>
            <a:effectLst/>
          </p:spPr>
        </p:cxnSp>
        <p:cxnSp>
          <p:nvCxnSpPr>
            <p:cNvPr id="22" name="小李PPT11-10">
              <a:extLst>
                <a:ext uri="{FF2B5EF4-FFF2-40B4-BE49-F238E27FC236}">
                  <a16:creationId xmlns:a16="http://schemas.microsoft.com/office/drawing/2014/main" id="{FEB87941-AE8A-EAA3-142A-5DB3B9D91525}"/>
                </a:ext>
              </a:extLst>
            </p:cNvPr>
            <p:cNvCxnSpPr/>
            <p:nvPr/>
          </p:nvCxnSpPr>
          <p:spPr>
            <a:xfrm>
              <a:off x="0" y="3434791"/>
              <a:ext cx="12192000" cy="0"/>
            </a:xfrm>
            <a:prstGeom prst="line">
              <a:avLst/>
            </a:prstGeom>
            <a:noFill/>
            <a:ln w="6350" cap="rnd" cmpd="sng" algn="ctr">
              <a:solidFill>
                <a:srgbClr val="E9D6F2">
                  <a:alpha val="43922"/>
                </a:srgbClr>
              </a:solidFill>
              <a:prstDash val="solid"/>
              <a:round/>
            </a:ln>
            <a:effectLst/>
          </p:spPr>
        </p:cxnSp>
        <p:cxnSp>
          <p:nvCxnSpPr>
            <p:cNvPr id="24" name="小李PPT11-11">
              <a:extLst>
                <a:ext uri="{FF2B5EF4-FFF2-40B4-BE49-F238E27FC236}">
                  <a16:creationId xmlns:a16="http://schemas.microsoft.com/office/drawing/2014/main" id="{7B925D5C-7C10-13A0-8213-5AF45BF2688F}"/>
                </a:ext>
              </a:extLst>
            </p:cNvPr>
            <p:cNvCxnSpPr/>
            <p:nvPr/>
          </p:nvCxnSpPr>
          <p:spPr>
            <a:xfrm>
              <a:off x="0" y="3784091"/>
              <a:ext cx="12192000" cy="0"/>
            </a:xfrm>
            <a:prstGeom prst="line">
              <a:avLst/>
            </a:prstGeom>
            <a:noFill/>
            <a:ln w="6350" cap="rnd" cmpd="sng" algn="ctr">
              <a:solidFill>
                <a:srgbClr val="E9D6F2">
                  <a:alpha val="43922"/>
                </a:srgbClr>
              </a:solidFill>
              <a:prstDash val="solid"/>
              <a:round/>
            </a:ln>
            <a:effectLst/>
          </p:spPr>
        </p:cxnSp>
        <p:cxnSp>
          <p:nvCxnSpPr>
            <p:cNvPr id="25" name="小李PPT11-12">
              <a:extLst>
                <a:ext uri="{FF2B5EF4-FFF2-40B4-BE49-F238E27FC236}">
                  <a16:creationId xmlns:a16="http://schemas.microsoft.com/office/drawing/2014/main" id="{60C61AF9-1F42-E32E-D3C6-03D962AD2786}"/>
                </a:ext>
              </a:extLst>
            </p:cNvPr>
            <p:cNvCxnSpPr/>
            <p:nvPr/>
          </p:nvCxnSpPr>
          <p:spPr>
            <a:xfrm>
              <a:off x="0" y="4133392"/>
              <a:ext cx="12192000" cy="0"/>
            </a:xfrm>
            <a:prstGeom prst="line">
              <a:avLst/>
            </a:prstGeom>
            <a:noFill/>
            <a:ln w="6350" cap="rnd" cmpd="sng" algn="ctr">
              <a:solidFill>
                <a:srgbClr val="E9D6F2">
                  <a:alpha val="43922"/>
                </a:srgbClr>
              </a:solidFill>
              <a:prstDash val="solid"/>
              <a:round/>
            </a:ln>
            <a:effectLst/>
          </p:spPr>
        </p:cxnSp>
        <p:cxnSp>
          <p:nvCxnSpPr>
            <p:cNvPr id="26" name="小李PPT11-13">
              <a:extLst>
                <a:ext uri="{FF2B5EF4-FFF2-40B4-BE49-F238E27FC236}">
                  <a16:creationId xmlns:a16="http://schemas.microsoft.com/office/drawing/2014/main" id="{ED98A846-8A71-DF28-5D56-06AA4BA608DD}"/>
                </a:ext>
              </a:extLst>
            </p:cNvPr>
            <p:cNvCxnSpPr/>
            <p:nvPr/>
          </p:nvCxnSpPr>
          <p:spPr>
            <a:xfrm>
              <a:off x="0" y="4482693"/>
              <a:ext cx="12192000" cy="0"/>
            </a:xfrm>
            <a:prstGeom prst="line">
              <a:avLst/>
            </a:prstGeom>
            <a:noFill/>
            <a:ln w="6350" cap="rnd" cmpd="sng" algn="ctr">
              <a:solidFill>
                <a:srgbClr val="E9D6F2">
                  <a:alpha val="43922"/>
                </a:srgbClr>
              </a:solidFill>
              <a:prstDash val="solid"/>
              <a:round/>
            </a:ln>
            <a:effectLst/>
          </p:spPr>
        </p:cxnSp>
        <p:cxnSp>
          <p:nvCxnSpPr>
            <p:cNvPr id="27" name="小李PPT11-14">
              <a:extLst>
                <a:ext uri="{FF2B5EF4-FFF2-40B4-BE49-F238E27FC236}">
                  <a16:creationId xmlns:a16="http://schemas.microsoft.com/office/drawing/2014/main" id="{6C014F17-849F-BF62-4AD6-BBF74AE801BD}"/>
                </a:ext>
              </a:extLst>
            </p:cNvPr>
            <p:cNvCxnSpPr/>
            <p:nvPr/>
          </p:nvCxnSpPr>
          <p:spPr>
            <a:xfrm>
              <a:off x="0" y="4831994"/>
              <a:ext cx="12192000" cy="0"/>
            </a:xfrm>
            <a:prstGeom prst="line">
              <a:avLst/>
            </a:prstGeom>
            <a:noFill/>
            <a:ln w="6350" cap="rnd" cmpd="sng" algn="ctr">
              <a:solidFill>
                <a:srgbClr val="E9D6F2">
                  <a:alpha val="43922"/>
                </a:srgbClr>
              </a:solidFill>
              <a:prstDash val="solid"/>
              <a:round/>
            </a:ln>
            <a:effectLst/>
          </p:spPr>
        </p:cxnSp>
        <p:cxnSp>
          <p:nvCxnSpPr>
            <p:cNvPr id="67" name="小李PPT11-15">
              <a:extLst>
                <a:ext uri="{FF2B5EF4-FFF2-40B4-BE49-F238E27FC236}">
                  <a16:creationId xmlns:a16="http://schemas.microsoft.com/office/drawing/2014/main" id="{D3CB3841-EC50-248C-E1A1-722408A9BE38}"/>
                </a:ext>
              </a:extLst>
            </p:cNvPr>
            <p:cNvCxnSpPr/>
            <p:nvPr/>
          </p:nvCxnSpPr>
          <p:spPr>
            <a:xfrm>
              <a:off x="0" y="5181294"/>
              <a:ext cx="12192000" cy="0"/>
            </a:xfrm>
            <a:prstGeom prst="line">
              <a:avLst/>
            </a:prstGeom>
            <a:noFill/>
            <a:ln w="6350" cap="rnd" cmpd="sng" algn="ctr">
              <a:solidFill>
                <a:srgbClr val="E9D6F2">
                  <a:alpha val="43922"/>
                </a:srgbClr>
              </a:solidFill>
              <a:prstDash val="solid"/>
              <a:round/>
            </a:ln>
            <a:effectLst/>
          </p:spPr>
        </p:cxnSp>
        <p:cxnSp>
          <p:nvCxnSpPr>
            <p:cNvPr id="68" name="小李PPT11-16">
              <a:extLst>
                <a:ext uri="{FF2B5EF4-FFF2-40B4-BE49-F238E27FC236}">
                  <a16:creationId xmlns:a16="http://schemas.microsoft.com/office/drawing/2014/main" id="{59E7BD1D-BB93-5CAB-1B0C-F98BBC29F555}"/>
                </a:ext>
              </a:extLst>
            </p:cNvPr>
            <p:cNvCxnSpPr/>
            <p:nvPr/>
          </p:nvCxnSpPr>
          <p:spPr>
            <a:xfrm>
              <a:off x="0" y="5530595"/>
              <a:ext cx="12192000" cy="0"/>
            </a:xfrm>
            <a:prstGeom prst="line">
              <a:avLst/>
            </a:prstGeom>
            <a:noFill/>
            <a:ln w="6350" cap="rnd" cmpd="sng" algn="ctr">
              <a:solidFill>
                <a:srgbClr val="E9D6F2">
                  <a:alpha val="43922"/>
                </a:srgbClr>
              </a:solidFill>
              <a:prstDash val="solid"/>
              <a:round/>
            </a:ln>
            <a:effectLst/>
          </p:spPr>
        </p:cxnSp>
        <p:cxnSp>
          <p:nvCxnSpPr>
            <p:cNvPr id="69" name="小李PPT11-17">
              <a:extLst>
                <a:ext uri="{FF2B5EF4-FFF2-40B4-BE49-F238E27FC236}">
                  <a16:creationId xmlns:a16="http://schemas.microsoft.com/office/drawing/2014/main" id="{C5A4EC09-B93F-0D29-9EA6-AF5631771175}"/>
                </a:ext>
              </a:extLst>
            </p:cNvPr>
            <p:cNvCxnSpPr/>
            <p:nvPr/>
          </p:nvCxnSpPr>
          <p:spPr>
            <a:xfrm rot="5400000">
              <a:off x="2180157" y="3429001"/>
              <a:ext cx="6857998" cy="0"/>
            </a:xfrm>
            <a:prstGeom prst="line">
              <a:avLst/>
            </a:prstGeom>
            <a:noFill/>
            <a:ln w="6350" cap="rnd" cmpd="sng" algn="ctr">
              <a:solidFill>
                <a:srgbClr val="E9D6F2">
                  <a:alpha val="43922"/>
                </a:srgbClr>
              </a:solidFill>
              <a:prstDash val="solid"/>
              <a:round/>
            </a:ln>
            <a:effectLst/>
          </p:spPr>
        </p:cxnSp>
        <p:cxnSp>
          <p:nvCxnSpPr>
            <p:cNvPr id="70" name="小李PPT11-18">
              <a:extLst>
                <a:ext uri="{FF2B5EF4-FFF2-40B4-BE49-F238E27FC236}">
                  <a16:creationId xmlns:a16="http://schemas.microsoft.com/office/drawing/2014/main" id="{1376169A-2A59-53B8-9D32-978AAE99211D}"/>
                </a:ext>
              </a:extLst>
            </p:cNvPr>
            <p:cNvCxnSpPr/>
            <p:nvPr/>
          </p:nvCxnSpPr>
          <p:spPr>
            <a:xfrm rot="5400000">
              <a:off x="1826337" y="3429001"/>
              <a:ext cx="6857998" cy="0"/>
            </a:xfrm>
            <a:prstGeom prst="line">
              <a:avLst/>
            </a:prstGeom>
            <a:noFill/>
            <a:ln w="6350" cap="rnd" cmpd="sng" algn="ctr">
              <a:solidFill>
                <a:srgbClr val="E9D6F2">
                  <a:alpha val="43922"/>
                </a:srgbClr>
              </a:solidFill>
              <a:prstDash val="solid"/>
              <a:round/>
            </a:ln>
            <a:effectLst/>
          </p:spPr>
        </p:cxnSp>
        <p:cxnSp>
          <p:nvCxnSpPr>
            <p:cNvPr id="71" name="小李PPT11-19">
              <a:extLst>
                <a:ext uri="{FF2B5EF4-FFF2-40B4-BE49-F238E27FC236}">
                  <a16:creationId xmlns:a16="http://schemas.microsoft.com/office/drawing/2014/main" id="{848E86CF-50AA-F95F-E400-64E1E6CF7A0D}"/>
                </a:ext>
              </a:extLst>
            </p:cNvPr>
            <p:cNvCxnSpPr/>
            <p:nvPr/>
          </p:nvCxnSpPr>
          <p:spPr>
            <a:xfrm rot="5400000">
              <a:off x="1472518" y="3429001"/>
              <a:ext cx="6857998" cy="0"/>
            </a:xfrm>
            <a:prstGeom prst="line">
              <a:avLst/>
            </a:prstGeom>
            <a:noFill/>
            <a:ln w="6350" cap="rnd" cmpd="sng" algn="ctr">
              <a:solidFill>
                <a:srgbClr val="E9D6F2">
                  <a:alpha val="43922"/>
                </a:srgbClr>
              </a:solidFill>
              <a:prstDash val="solid"/>
              <a:round/>
            </a:ln>
            <a:effectLst/>
          </p:spPr>
        </p:cxnSp>
        <p:cxnSp>
          <p:nvCxnSpPr>
            <p:cNvPr id="72" name="小李PPT11-20">
              <a:extLst>
                <a:ext uri="{FF2B5EF4-FFF2-40B4-BE49-F238E27FC236}">
                  <a16:creationId xmlns:a16="http://schemas.microsoft.com/office/drawing/2014/main" id="{7D3F66AE-FB73-44CE-6A14-1F3F5CC934FC}"/>
                </a:ext>
              </a:extLst>
            </p:cNvPr>
            <p:cNvCxnSpPr/>
            <p:nvPr/>
          </p:nvCxnSpPr>
          <p:spPr>
            <a:xfrm rot="5400000">
              <a:off x="1118698" y="3429001"/>
              <a:ext cx="6857998" cy="0"/>
            </a:xfrm>
            <a:prstGeom prst="line">
              <a:avLst/>
            </a:prstGeom>
            <a:noFill/>
            <a:ln w="6350" cap="rnd" cmpd="sng" algn="ctr">
              <a:solidFill>
                <a:srgbClr val="E9D6F2">
                  <a:alpha val="43922"/>
                </a:srgbClr>
              </a:solidFill>
              <a:prstDash val="solid"/>
              <a:round/>
            </a:ln>
            <a:effectLst/>
          </p:spPr>
        </p:cxnSp>
        <p:cxnSp>
          <p:nvCxnSpPr>
            <p:cNvPr id="73" name="小李PPT11-21">
              <a:extLst>
                <a:ext uri="{FF2B5EF4-FFF2-40B4-BE49-F238E27FC236}">
                  <a16:creationId xmlns:a16="http://schemas.microsoft.com/office/drawing/2014/main" id="{3F946E3F-93FC-E65E-0C25-058D930D0FED}"/>
                </a:ext>
              </a:extLst>
            </p:cNvPr>
            <p:cNvCxnSpPr/>
            <p:nvPr/>
          </p:nvCxnSpPr>
          <p:spPr>
            <a:xfrm rot="5400000">
              <a:off x="764879" y="3429001"/>
              <a:ext cx="6857998" cy="0"/>
            </a:xfrm>
            <a:prstGeom prst="line">
              <a:avLst/>
            </a:prstGeom>
            <a:noFill/>
            <a:ln w="6350" cap="rnd" cmpd="sng" algn="ctr">
              <a:solidFill>
                <a:srgbClr val="E9D6F2">
                  <a:alpha val="43922"/>
                </a:srgbClr>
              </a:solidFill>
              <a:prstDash val="solid"/>
              <a:round/>
            </a:ln>
            <a:effectLst/>
          </p:spPr>
        </p:cxnSp>
        <p:cxnSp>
          <p:nvCxnSpPr>
            <p:cNvPr id="74" name="小李PPT11-22">
              <a:extLst>
                <a:ext uri="{FF2B5EF4-FFF2-40B4-BE49-F238E27FC236}">
                  <a16:creationId xmlns:a16="http://schemas.microsoft.com/office/drawing/2014/main" id="{8AD82434-C9A6-6493-B445-74D4B77ACA7C}"/>
                </a:ext>
              </a:extLst>
            </p:cNvPr>
            <p:cNvCxnSpPr/>
            <p:nvPr/>
          </p:nvCxnSpPr>
          <p:spPr>
            <a:xfrm rot="5400000">
              <a:off x="411061" y="3429001"/>
              <a:ext cx="6857998" cy="0"/>
            </a:xfrm>
            <a:prstGeom prst="line">
              <a:avLst/>
            </a:prstGeom>
            <a:noFill/>
            <a:ln w="6350" cap="rnd" cmpd="sng" algn="ctr">
              <a:solidFill>
                <a:srgbClr val="E9D6F2">
                  <a:alpha val="43922"/>
                </a:srgbClr>
              </a:solidFill>
              <a:prstDash val="solid"/>
              <a:round/>
            </a:ln>
            <a:effectLst/>
          </p:spPr>
        </p:cxnSp>
        <p:cxnSp>
          <p:nvCxnSpPr>
            <p:cNvPr id="75" name="小李PPT11-23">
              <a:extLst>
                <a:ext uri="{FF2B5EF4-FFF2-40B4-BE49-F238E27FC236}">
                  <a16:creationId xmlns:a16="http://schemas.microsoft.com/office/drawing/2014/main" id="{9075636D-5754-C027-E14D-66B0DE42E8FC}"/>
                </a:ext>
              </a:extLst>
            </p:cNvPr>
            <p:cNvCxnSpPr/>
            <p:nvPr/>
          </p:nvCxnSpPr>
          <p:spPr>
            <a:xfrm rot="5400000">
              <a:off x="57241" y="3429001"/>
              <a:ext cx="6857998" cy="0"/>
            </a:xfrm>
            <a:prstGeom prst="line">
              <a:avLst/>
            </a:prstGeom>
            <a:noFill/>
            <a:ln w="6350" cap="rnd" cmpd="sng" algn="ctr">
              <a:solidFill>
                <a:srgbClr val="E9D6F2">
                  <a:alpha val="43922"/>
                </a:srgbClr>
              </a:solidFill>
              <a:prstDash val="solid"/>
              <a:round/>
            </a:ln>
            <a:effectLst/>
          </p:spPr>
        </p:cxnSp>
        <p:cxnSp>
          <p:nvCxnSpPr>
            <p:cNvPr id="76" name="小李PPT11-24">
              <a:extLst>
                <a:ext uri="{FF2B5EF4-FFF2-40B4-BE49-F238E27FC236}">
                  <a16:creationId xmlns:a16="http://schemas.microsoft.com/office/drawing/2014/main" id="{150DF612-6530-4ABD-CB63-E4A812F86AC5}"/>
                </a:ext>
              </a:extLst>
            </p:cNvPr>
            <p:cNvCxnSpPr/>
            <p:nvPr/>
          </p:nvCxnSpPr>
          <p:spPr>
            <a:xfrm rot="5400000">
              <a:off x="-296578" y="3429001"/>
              <a:ext cx="6857998" cy="0"/>
            </a:xfrm>
            <a:prstGeom prst="line">
              <a:avLst/>
            </a:prstGeom>
            <a:noFill/>
            <a:ln w="6350" cap="rnd" cmpd="sng" algn="ctr">
              <a:solidFill>
                <a:srgbClr val="E9D6F2">
                  <a:alpha val="43922"/>
                </a:srgbClr>
              </a:solidFill>
              <a:prstDash val="solid"/>
              <a:round/>
            </a:ln>
            <a:effectLst/>
          </p:spPr>
        </p:cxnSp>
        <p:cxnSp>
          <p:nvCxnSpPr>
            <p:cNvPr id="77" name="小李PPT11-25">
              <a:extLst>
                <a:ext uri="{FF2B5EF4-FFF2-40B4-BE49-F238E27FC236}">
                  <a16:creationId xmlns:a16="http://schemas.microsoft.com/office/drawing/2014/main" id="{C4ACCE17-9758-D006-898B-AB8B1E30011A}"/>
                </a:ext>
              </a:extLst>
            </p:cNvPr>
            <p:cNvCxnSpPr/>
            <p:nvPr/>
          </p:nvCxnSpPr>
          <p:spPr>
            <a:xfrm rot="5400000">
              <a:off x="-650398" y="3429001"/>
              <a:ext cx="6857998" cy="0"/>
            </a:xfrm>
            <a:prstGeom prst="line">
              <a:avLst/>
            </a:prstGeom>
            <a:noFill/>
            <a:ln w="6350" cap="rnd" cmpd="sng" algn="ctr">
              <a:solidFill>
                <a:srgbClr val="E9D6F2">
                  <a:alpha val="43922"/>
                </a:srgbClr>
              </a:solidFill>
              <a:prstDash val="solid"/>
              <a:round/>
            </a:ln>
            <a:effectLst/>
          </p:spPr>
        </p:cxnSp>
        <p:cxnSp>
          <p:nvCxnSpPr>
            <p:cNvPr id="78" name="小李PPT11-26">
              <a:extLst>
                <a:ext uri="{FF2B5EF4-FFF2-40B4-BE49-F238E27FC236}">
                  <a16:creationId xmlns:a16="http://schemas.microsoft.com/office/drawing/2014/main" id="{917BA40A-D791-AA36-D045-EEFDF7BB95A8}"/>
                </a:ext>
              </a:extLst>
            </p:cNvPr>
            <p:cNvCxnSpPr/>
            <p:nvPr/>
          </p:nvCxnSpPr>
          <p:spPr>
            <a:xfrm rot="5400000">
              <a:off x="-1004217" y="3429001"/>
              <a:ext cx="6857998" cy="0"/>
            </a:xfrm>
            <a:prstGeom prst="line">
              <a:avLst/>
            </a:prstGeom>
            <a:noFill/>
            <a:ln w="6350" cap="rnd" cmpd="sng" algn="ctr">
              <a:solidFill>
                <a:srgbClr val="E9D6F2">
                  <a:alpha val="43922"/>
                </a:srgbClr>
              </a:solidFill>
              <a:prstDash val="solid"/>
              <a:round/>
            </a:ln>
            <a:effectLst/>
          </p:spPr>
        </p:cxnSp>
        <p:cxnSp>
          <p:nvCxnSpPr>
            <p:cNvPr id="79" name="小李PPT11-27">
              <a:extLst>
                <a:ext uri="{FF2B5EF4-FFF2-40B4-BE49-F238E27FC236}">
                  <a16:creationId xmlns:a16="http://schemas.microsoft.com/office/drawing/2014/main" id="{35B2A0B7-DFE6-A50D-E651-B9252EC07AD9}"/>
                </a:ext>
              </a:extLst>
            </p:cNvPr>
            <p:cNvCxnSpPr/>
            <p:nvPr/>
          </p:nvCxnSpPr>
          <p:spPr>
            <a:xfrm rot="5400000">
              <a:off x="-1358036" y="3429001"/>
              <a:ext cx="6857998" cy="0"/>
            </a:xfrm>
            <a:prstGeom prst="line">
              <a:avLst/>
            </a:prstGeom>
            <a:noFill/>
            <a:ln w="6350" cap="rnd" cmpd="sng" algn="ctr">
              <a:solidFill>
                <a:srgbClr val="E9D6F2">
                  <a:alpha val="43922"/>
                </a:srgbClr>
              </a:solidFill>
              <a:prstDash val="solid"/>
              <a:round/>
            </a:ln>
            <a:effectLst/>
          </p:spPr>
        </p:cxnSp>
        <p:cxnSp>
          <p:nvCxnSpPr>
            <p:cNvPr id="81" name="小李PPT11-28">
              <a:extLst>
                <a:ext uri="{FF2B5EF4-FFF2-40B4-BE49-F238E27FC236}">
                  <a16:creationId xmlns:a16="http://schemas.microsoft.com/office/drawing/2014/main" id="{8D4B6103-F73A-11A9-1998-3A926065CA40}"/>
                </a:ext>
              </a:extLst>
            </p:cNvPr>
            <p:cNvCxnSpPr/>
            <p:nvPr/>
          </p:nvCxnSpPr>
          <p:spPr>
            <a:xfrm rot="5400000">
              <a:off x="-1711856" y="3429001"/>
              <a:ext cx="6857998" cy="0"/>
            </a:xfrm>
            <a:prstGeom prst="line">
              <a:avLst/>
            </a:prstGeom>
            <a:noFill/>
            <a:ln w="6350" cap="rnd" cmpd="sng" algn="ctr">
              <a:solidFill>
                <a:srgbClr val="E9D6F2">
                  <a:alpha val="43922"/>
                </a:srgbClr>
              </a:solidFill>
              <a:prstDash val="solid"/>
              <a:round/>
            </a:ln>
            <a:effectLst/>
          </p:spPr>
        </p:cxnSp>
        <p:cxnSp>
          <p:nvCxnSpPr>
            <p:cNvPr id="83" name="小李PPT11-29">
              <a:extLst>
                <a:ext uri="{FF2B5EF4-FFF2-40B4-BE49-F238E27FC236}">
                  <a16:creationId xmlns:a16="http://schemas.microsoft.com/office/drawing/2014/main" id="{A528FEAB-4EB8-3B1A-1C0F-C9EF3AEC5AF6}"/>
                </a:ext>
              </a:extLst>
            </p:cNvPr>
            <p:cNvCxnSpPr/>
            <p:nvPr/>
          </p:nvCxnSpPr>
          <p:spPr>
            <a:xfrm rot="5400000">
              <a:off x="-2065675" y="3429001"/>
              <a:ext cx="6857998" cy="0"/>
            </a:xfrm>
            <a:prstGeom prst="line">
              <a:avLst/>
            </a:prstGeom>
            <a:noFill/>
            <a:ln w="6350" cap="rnd" cmpd="sng" algn="ctr">
              <a:solidFill>
                <a:srgbClr val="E9D6F2">
                  <a:alpha val="43922"/>
                </a:srgbClr>
              </a:solidFill>
              <a:prstDash val="solid"/>
              <a:round/>
            </a:ln>
            <a:effectLst/>
          </p:spPr>
        </p:cxnSp>
        <p:cxnSp>
          <p:nvCxnSpPr>
            <p:cNvPr id="84" name="小李PPT11-30">
              <a:extLst>
                <a:ext uri="{FF2B5EF4-FFF2-40B4-BE49-F238E27FC236}">
                  <a16:creationId xmlns:a16="http://schemas.microsoft.com/office/drawing/2014/main" id="{E6ACE8B6-8983-E166-BE1A-ADA373843FE5}"/>
                </a:ext>
              </a:extLst>
            </p:cNvPr>
            <p:cNvCxnSpPr/>
            <p:nvPr/>
          </p:nvCxnSpPr>
          <p:spPr>
            <a:xfrm rot="5400000">
              <a:off x="-2419495" y="3429001"/>
              <a:ext cx="6857998" cy="0"/>
            </a:xfrm>
            <a:prstGeom prst="line">
              <a:avLst/>
            </a:prstGeom>
            <a:noFill/>
            <a:ln w="6350" cap="rnd" cmpd="sng" algn="ctr">
              <a:solidFill>
                <a:srgbClr val="E9D6F2">
                  <a:alpha val="43922"/>
                </a:srgbClr>
              </a:solidFill>
              <a:prstDash val="solid"/>
              <a:round/>
            </a:ln>
            <a:effectLst/>
          </p:spPr>
        </p:cxnSp>
        <p:cxnSp>
          <p:nvCxnSpPr>
            <p:cNvPr id="88" name="小李PPT11-31">
              <a:extLst>
                <a:ext uri="{FF2B5EF4-FFF2-40B4-BE49-F238E27FC236}">
                  <a16:creationId xmlns:a16="http://schemas.microsoft.com/office/drawing/2014/main" id="{927F24B9-D189-53C5-EDAD-46C9D0732687}"/>
                </a:ext>
              </a:extLst>
            </p:cNvPr>
            <p:cNvCxnSpPr/>
            <p:nvPr/>
          </p:nvCxnSpPr>
          <p:spPr>
            <a:xfrm rot="5400000">
              <a:off x="-2773314" y="3429001"/>
              <a:ext cx="6857998" cy="0"/>
            </a:xfrm>
            <a:prstGeom prst="line">
              <a:avLst/>
            </a:prstGeom>
            <a:noFill/>
            <a:ln w="6350" cap="rnd" cmpd="sng" algn="ctr">
              <a:solidFill>
                <a:srgbClr val="E9D6F2">
                  <a:alpha val="43922"/>
                </a:srgbClr>
              </a:solidFill>
              <a:prstDash val="solid"/>
              <a:round/>
            </a:ln>
            <a:effectLst/>
          </p:spPr>
        </p:cxnSp>
        <p:cxnSp>
          <p:nvCxnSpPr>
            <p:cNvPr id="90" name="小李PPT11-32">
              <a:extLst>
                <a:ext uri="{FF2B5EF4-FFF2-40B4-BE49-F238E27FC236}">
                  <a16:creationId xmlns:a16="http://schemas.microsoft.com/office/drawing/2014/main" id="{61FC5C3B-05FD-8159-9D74-FD1384F31732}"/>
                </a:ext>
              </a:extLst>
            </p:cNvPr>
            <p:cNvCxnSpPr/>
            <p:nvPr/>
          </p:nvCxnSpPr>
          <p:spPr>
            <a:xfrm rot="5400000">
              <a:off x="-3127134" y="3429001"/>
              <a:ext cx="6857998" cy="0"/>
            </a:xfrm>
            <a:prstGeom prst="line">
              <a:avLst/>
            </a:prstGeom>
            <a:noFill/>
            <a:ln w="6350" cap="rnd" cmpd="sng" algn="ctr">
              <a:solidFill>
                <a:srgbClr val="E9D6F2">
                  <a:alpha val="43922"/>
                </a:srgbClr>
              </a:solidFill>
              <a:prstDash val="solid"/>
              <a:round/>
            </a:ln>
            <a:effectLst/>
          </p:spPr>
        </p:cxnSp>
        <p:cxnSp>
          <p:nvCxnSpPr>
            <p:cNvPr id="91" name="小李PPT11-33">
              <a:extLst>
                <a:ext uri="{FF2B5EF4-FFF2-40B4-BE49-F238E27FC236}">
                  <a16:creationId xmlns:a16="http://schemas.microsoft.com/office/drawing/2014/main" id="{124DB6F5-2A15-A93B-51EC-E7BF52D4B6AB}"/>
                </a:ext>
              </a:extLst>
            </p:cNvPr>
            <p:cNvCxnSpPr/>
            <p:nvPr/>
          </p:nvCxnSpPr>
          <p:spPr>
            <a:xfrm rot="5400000">
              <a:off x="6781801" y="3429001"/>
              <a:ext cx="6857998" cy="0"/>
            </a:xfrm>
            <a:prstGeom prst="line">
              <a:avLst/>
            </a:prstGeom>
            <a:noFill/>
            <a:ln w="6350" cap="rnd" cmpd="sng" algn="ctr">
              <a:solidFill>
                <a:srgbClr val="E9D6F2">
                  <a:alpha val="43922"/>
                </a:srgbClr>
              </a:solidFill>
              <a:prstDash val="solid"/>
              <a:round/>
            </a:ln>
            <a:effectLst/>
          </p:spPr>
        </p:cxnSp>
        <p:cxnSp>
          <p:nvCxnSpPr>
            <p:cNvPr id="92" name="小李PPT11-34">
              <a:extLst>
                <a:ext uri="{FF2B5EF4-FFF2-40B4-BE49-F238E27FC236}">
                  <a16:creationId xmlns:a16="http://schemas.microsoft.com/office/drawing/2014/main" id="{CBA7877F-8502-0BB7-DC67-D7FEBE75A44B}"/>
                </a:ext>
              </a:extLst>
            </p:cNvPr>
            <p:cNvCxnSpPr/>
            <p:nvPr/>
          </p:nvCxnSpPr>
          <p:spPr>
            <a:xfrm rot="5400000">
              <a:off x="6427982" y="3429001"/>
              <a:ext cx="6857998" cy="0"/>
            </a:xfrm>
            <a:prstGeom prst="line">
              <a:avLst/>
            </a:prstGeom>
            <a:noFill/>
            <a:ln w="6350" cap="rnd" cmpd="sng" algn="ctr">
              <a:solidFill>
                <a:srgbClr val="E9D6F2">
                  <a:alpha val="43922"/>
                </a:srgbClr>
              </a:solidFill>
              <a:prstDash val="solid"/>
              <a:round/>
            </a:ln>
            <a:effectLst/>
          </p:spPr>
        </p:cxnSp>
        <p:cxnSp>
          <p:nvCxnSpPr>
            <p:cNvPr id="93" name="小李PPT11-35">
              <a:extLst>
                <a:ext uri="{FF2B5EF4-FFF2-40B4-BE49-F238E27FC236}">
                  <a16:creationId xmlns:a16="http://schemas.microsoft.com/office/drawing/2014/main" id="{45B146DC-F3AA-12D4-5740-19CF4475FBCE}"/>
                </a:ext>
              </a:extLst>
            </p:cNvPr>
            <p:cNvCxnSpPr/>
            <p:nvPr/>
          </p:nvCxnSpPr>
          <p:spPr>
            <a:xfrm rot="5400000">
              <a:off x="6074162" y="3429001"/>
              <a:ext cx="6857998" cy="0"/>
            </a:xfrm>
            <a:prstGeom prst="line">
              <a:avLst/>
            </a:prstGeom>
            <a:noFill/>
            <a:ln w="6350" cap="rnd" cmpd="sng" algn="ctr">
              <a:solidFill>
                <a:srgbClr val="E9D6F2">
                  <a:alpha val="43922"/>
                </a:srgbClr>
              </a:solidFill>
              <a:prstDash val="solid"/>
              <a:round/>
            </a:ln>
            <a:effectLst/>
          </p:spPr>
        </p:cxnSp>
        <p:cxnSp>
          <p:nvCxnSpPr>
            <p:cNvPr id="95" name="小李PPT11-36">
              <a:extLst>
                <a:ext uri="{FF2B5EF4-FFF2-40B4-BE49-F238E27FC236}">
                  <a16:creationId xmlns:a16="http://schemas.microsoft.com/office/drawing/2014/main" id="{DE3CAF5A-52E2-0358-2193-E2B820FF873D}"/>
                </a:ext>
              </a:extLst>
            </p:cNvPr>
            <p:cNvCxnSpPr/>
            <p:nvPr/>
          </p:nvCxnSpPr>
          <p:spPr>
            <a:xfrm rot="5400000">
              <a:off x="5720343" y="3429001"/>
              <a:ext cx="6857998" cy="0"/>
            </a:xfrm>
            <a:prstGeom prst="line">
              <a:avLst/>
            </a:prstGeom>
            <a:noFill/>
            <a:ln w="6350" cap="rnd" cmpd="sng" algn="ctr">
              <a:solidFill>
                <a:srgbClr val="E9D6F2">
                  <a:alpha val="43922"/>
                </a:srgbClr>
              </a:solidFill>
              <a:prstDash val="solid"/>
              <a:round/>
            </a:ln>
            <a:effectLst/>
          </p:spPr>
        </p:cxnSp>
        <p:cxnSp>
          <p:nvCxnSpPr>
            <p:cNvPr id="96" name="小李PPT11-37">
              <a:extLst>
                <a:ext uri="{FF2B5EF4-FFF2-40B4-BE49-F238E27FC236}">
                  <a16:creationId xmlns:a16="http://schemas.microsoft.com/office/drawing/2014/main" id="{F5973971-0D4D-5797-3278-01CD40578EE1}"/>
                </a:ext>
              </a:extLst>
            </p:cNvPr>
            <p:cNvCxnSpPr/>
            <p:nvPr/>
          </p:nvCxnSpPr>
          <p:spPr>
            <a:xfrm rot="5400000">
              <a:off x="5366523" y="3429001"/>
              <a:ext cx="6857998" cy="0"/>
            </a:xfrm>
            <a:prstGeom prst="line">
              <a:avLst/>
            </a:prstGeom>
            <a:noFill/>
            <a:ln w="6350" cap="sq" cmpd="dbl" algn="ctr">
              <a:solidFill>
                <a:srgbClr val="E9D6F2">
                  <a:alpha val="43922"/>
                </a:srgbClr>
              </a:solidFill>
              <a:prstDash val="solid"/>
              <a:round/>
            </a:ln>
            <a:effectLst/>
          </p:spPr>
        </p:cxnSp>
        <p:cxnSp>
          <p:nvCxnSpPr>
            <p:cNvPr id="98" name="小李PPT11-38">
              <a:extLst>
                <a:ext uri="{FF2B5EF4-FFF2-40B4-BE49-F238E27FC236}">
                  <a16:creationId xmlns:a16="http://schemas.microsoft.com/office/drawing/2014/main" id="{E322F753-E8AB-7C4F-E4D4-C7FD42456C2B}"/>
                </a:ext>
              </a:extLst>
            </p:cNvPr>
            <p:cNvCxnSpPr/>
            <p:nvPr/>
          </p:nvCxnSpPr>
          <p:spPr>
            <a:xfrm rot="5400000">
              <a:off x="5012704" y="3429001"/>
              <a:ext cx="6857998" cy="0"/>
            </a:xfrm>
            <a:prstGeom prst="line">
              <a:avLst/>
            </a:prstGeom>
            <a:noFill/>
            <a:ln w="6350" cap="rnd" cmpd="sng" algn="ctr">
              <a:solidFill>
                <a:srgbClr val="E9D6F2">
                  <a:alpha val="43922"/>
                </a:srgbClr>
              </a:solidFill>
              <a:prstDash val="solid"/>
              <a:round/>
            </a:ln>
            <a:effectLst/>
          </p:spPr>
        </p:cxnSp>
        <p:cxnSp>
          <p:nvCxnSpPr>
            <p:cNvPr id="100" name="小李PPT11-39">
              <a:extLst>
                <a:ext uri="{FF2B5EF4-FFF2-40B4-BE49-F238E27FC236}">
                  <a16:creationId xmlns:a16="http://schemas.microsoft.com/office/drawing/2014/main" id="{D360E758-C877-A533-91F9-02F83C4FB429}"/>
                </a:ext>
              </a:extLst>
            </p:cNvPr>
            <p:cNvCxnSpPr/>
            <p:nvPr/>
          </p:nvCxnSpPr>
          <p:spPr>
            <a:xfrm rot="5400000">
              <a:off x="4658885" y="3429001"/>
              <a:ext cx="6857998" cy="0"/>
            </a:xfrm>
            <a:prstGeom prst="line">
              <a:avLst/>
            </a:prstGeom>
            <a:noFill/>
            <a:ln w="6350" cap="rnd" cmpd="sng" algn="ctr">
              <a:solidFill>
                <a:srgbClr val="E9D6F2">
                  <a:alpha val="43922"/>
                </a:srgbClr>
              </a:solidFill>
              <a:prstDash val="solid"/>
              <a:round/>
            </a:ln>
            <a:effectLst/>
          </p:spPr>
        </p:cxnSp>
        <p:cxnSp>
          <p:nvCxnSpPr>
            <p:cNvPr id="101" name="小李PPT11-40">
              <a:extLst>
                <a:ext uri="{FF2B5EF4-FFF2-40B4-BE49-F238E27FC236}">
                  <a16:creationId xmlns:a16="http://schemas.microsoft.com/office/drawing/2014/main" id="{D66D3931-23F1-9160-1A8A-1B82838EEDBD}"/>
                </a:ext>
              </a:extLst>
            </p:cNvPr>
            <p:cNvCxnSpPr/>
            <p:nvPr/>
          </p:nvCxnSpPr>
          <p:spPr>
            <a:xfrm rot="5400000">
              <a:off x="4305065" y="3429001"/>
              <a:ext cx="6857998" cy="0"/>
            </a:xfrm>
            <a:prstGeom prst="line">
              <a:avLst/>
            </a:prstGeom>
            <a:noFill/>
            <a:ln w="6350" cap="rnd" cmpd="sng" algn="ctr">
              <a:solidFill>
                <a:srgbClr val="E9D6F2">
                  <a:alpha val="43922"/>
                </a:srgbClr>
              </a:solidFill>
              <a:prstDash val="solid"/>
              <a:round/>
            </a:ln>
            <a:effectLst/>
          </p:spPr>
        </p:cxnSp>
        <p:cxnSp>
          <p:nvCxnSpPr>
            <p:cNvPr id="102" name="小李PPT11-41">
              <a:extLst>
                <a:ext uri="{FF2B5EF4-FFF2-40B4-BE49-F238E27FC236}">
                  <a16:creationId xmlns:a16="http://schemas.microsoft.com/office/drawing/2014/main" id="{6112EBC1-38DD-0785-23AA-A15953298DA2}"/>
                </a:ext>
              </a:extLst>
            </p:cNvPr>
            <p:cNvCxnSpPr/>
            <p:nvPr/>
          </p:nvCxnSpPr>
          <p:spPr>
            <a:xfrm rot="5400000">
              <a:off x="3951246" y="3429001"/>
              <a:ext cx="6857998" cy="0"/>
            </a:xfrm>
            <a:prstGeom prst="line">
              <a:avLst/>
            </a:prstGeom>
            <a:noFill/>
            <a:ln w="6350" cap="rnd" cmpd="sng" algn="ctr">
              <a:solidFill>
                <a:srgbClr val="E9D6F2">
                  <a:alpha val="43922"/>
                </a:srgbClr>
              </a:solidFill>
              <a:prstDash val="solid"/>
              <a:round/>
            </a:ln>
            <a:effectLst/>
          </p:spPr>
        </p:cxnSp>
        <p:cxnSp>
          <p:nvCxnSpPr>
            <p:cNvPr id="103" name="小李PPT11-42">
              <a:extLst>
                <a:ext uri="{FF2B5EF4-FFF2-40B4-BE49-F238E27FC236}">
                  <a16:creationId xmlns:a16="http://schemas.microsoft.com/office/drawing/2014/main" id="{C3D578DA-79C0-F54B-1337-B6F20DF7750F}"/>
                </a:ext>
              </a:extLst>
            </p:cNvPr>
            <p:cNvCxnSpPr/>
            <p:nvPr/>
          </p:nvCxnSpPr>
          <p:spPr>
            <a:xfrm rot="5400000">
              <a:off x="3597426" y="3429001"/>
              <a:ext cx="6857998" cy="0"/>
            </a:xfrm>
            <a:prstGeom prst="line">
              <a:avLst/>
            </a:prstGeom>
            <a:noFill/>
            <a:ln w="6350" cap="rnd" cmpd="sng" algn="ctr">
              <a:solidFill>
                <a:srgbClr val="E9D6F2">
                  <a:alpha val="43922"/>
                </a:srgbClr>
              </a:solidFill>
              <a:prstDash val="solid"/>
              <a:round/>
            </a:ln>
            <a:effectLst/>
          </p:spPr>
        </p:cxnSp>
        <p:cxnSp>
          <p:nvCxnSpPr>
            <p:cNvPr id="104" name="小李PPT11-43">
              <a:extLst>
                <a:ext uri="{FF2B5EF4-FFF2-40B4-BE49-F238E27FC236}">
                  <a16:creationId xmlns:a16="http://schemas.microsoft.com/office/drawing/2014/main" id="{8C1B8E7E-6A78-6D42-5A4E-18EF81FABEF1}"/>
                </a:ext>
              </a:extLst>
            </p:cNvPr>
            <p:cNvCxnSpPr/>
            <p:nvPr/>
          </p:nvCxnSpPr>
          <p:spPr>
            <a:xfrm rot="5400000">
              <a:off x="3243607" y="3429001"/>
              <a:ext cx="6857998" cy="0"/>
            </a:xfrm>
            <a:prstGeom prst="line">
              <a:avLst/>
            </a:prstGeom>
            <a:noFill/>
            <a:ln w="6350" cap="rnd" cmpd="sng" algn="ctr">
              <a:solidFill>
                <a:srgbClr val="E9D6F2">
                  <a:alpha val="43922"/>
                </a:srgbClr>
              </a:solidFill>
              <a:prstDash val="solid"/>
              <a:round/>
            </a:ln>
            <a:effectLst/>
          </p:spPr>
        </p:cxnSp>
        <p:cxnSp>
          <p:nvCxnSpPr>
            <p:cNvPr id="105" name="小李PPT11-44">
              <a:extLst>
                <a:ext uri="{FF2B5EF4-FFF2-40B4-BE49-F238E27FC236}">
                  <a16:creationId xmlns:a16="http://schemas.microsoft.com/office/drawing/2014/main" id="{531B6BA6-7CA6-89A2-B9EA-2F0D9369E635}"/>
                </a:ext>
              </a:extLst>
            </p:cNvPr>
            <p:cNvCxnSpPr/>
            <p:nvPr/>
          </p:nvCxnSpPr>
          <p:spPr>
            <a:xfrm rot="5400000">
              <a:off x="2889789" y="3429001"/>
              <a:ext cx="6857998" cy="0"/>
            </a:xfrm>
            <a:prstGeom prst="line">
              <a:avLst/>
            </a:prstGeom>
            <a:noFill/>
            <a:ln w="6350" cap="rnd" cmpd="sng" algn="ctr">
              <a:solidFill>
                <a:srgbClr val="E9D6F2">
                  <a:alpha val="43922"/>
                </a:srgbClr>
              </a:solidFill>
              <a:prstDash val="solid"/>
              <a:round/>
            </a:ln>
            <a:effectLst/>
          </p:spPr>
        </p:cxnSp>
        <p:cxnSp>
          <p:nvCxnSpPr>
            <p:cNvPr id="106" name="小李PPT11-45">
              <a:extLst>
                <a:ext uri="{FF2B5EF4-FFF2-40B4-BE49-F238E27FC236}">
                  <a16:creationId xmlns:a16="http://schemas.microsoft.com/office/drawing/2014/main" id="{B7C8476C-9DF0-ACF8-2558-48EFABB4B253}"/>
                </a:ext>
              </a:extLst>
            </p:cNvPr>
            <p:cNvCxnSpPr/>
            <p:nvPr/>
          </p:nvCxnSpPr>
          <p:spPr>
            <a:xfrm rot="5400000">
              <a:off x="2535969" y="3429001"/>
              <a:ext cx="6857998" cy="0"/>
            </a:xfrm>
            <a:prstGeom prst="line">
              <a:avLst/>
            </a:prstGeom>
            <a:noFill/>
            <a:ln w="6350" cap="rnd" cmpd="sng" algn="ctr">
              <a:solidFill>
                <a:srgbClr val="E9D6F2">
                  <a:alpha val="43922"/>
                </a:srgbClr>
              </a:solidFill>
              <a:prstDash val="solid"/>
              <a:round/>
            </a:ln>
            <a:effectLst/>
          </p:spPr>
        </p:cxnSp>
        <p:cxnSp>
          <p:nvCxnSpPr>
            <p:cNvPr id="107" name="小李PPT11-46">
              <a:extLst>
                <a:ext uri="{FF2B5EF4-FFF2-40B4-BE49-F238E27FC236}">
                  <a16:creationId xmlns:a16="http://schemas.microsoft.com/office/drawing/2014/main" id="{38748264-D967-458A-49D9-A4ABF6AB234F}"/>
                </a:ext>
              </a:extLst>
            </p:cNvPr>
            <p:cNvCxnSpPr/>
            <p:nvPr/>
          </p:nvCxnSpPr>
          <p:spPr>
            <a:xfrm>
              <a:off x="0" y="5868315"/>
              <a:ext cx="12192000" cy="0"/>
            </a:xfrm>
            <a:prstGeom prst="line">
              <a:avLst/>
            </a:prstGeom>
            <a:noFill/>
            <a:ln w="6350" cap="rnd" cmpd="sng" algn="ctr">
              <a:solidFill>
                <a:srgbClr val="E9D6F2">
                  <a:alpha val="43922"/>
                </a:srgbClr>
              </a:solidFill>
              <a:prstDash val="solid"/>
              <a:round/>
            </a:ln>
            <a:effectLst/>
          </p:spPr>
        </p:cxnSp>
        <p:cxnSp>
          <p:nvCxnSpPr>
            <p:cNvPr id="108" name="小李PPT11-47">
              <a:extLst>
                <a:ext uri="{FF2B5EF4-FFF2-40B4-BE49-F238E27FC236}">
                  <a16:creationId xmlns:a16="http://schemas.microsoft.com/office/drawing/2014/main" id="{0E13A431-3818-A9C6-9D86-D92A1B063BE5}"/>
                </a:ext>
              </a:extLst>
            </p:cNvPr>
            <p:cNvCxnSpPr/>
            <p:nvPr/>
          </p:nvCxnSpPr>
          <p:spPr>
            <a:xfrm>
              <a:off x="0" y="6217616"/>
              <a:ext cx="12192000" cy="0"/>
            </a:xfrm>
            <a:prstGeom prst="line">
              <a:avLst/>
            </a:prstGeom>
            <a:noFill/>
            <a:ln w="6350" cap="rnd" cmpd="sng" algn="ctr">
              <a:solidFill>
                <a:srgbClr val="E9D6F2">
                  <a:alpha val="43922"/>
                </a:srgbClr>
              </a:solidFill>
              <a:prstDash val="solid"/>
              <a:round/>
            </a:ln>
            <a:effectLst/>
          </p:spPr>
        </p:cxnSp>
        <p:cxnSp>
          <p:nvCxnSpPr>
            <p:cNvPr id="109" name="小李PPT11-48">
              <a:extLst>
                <a:ext uri="{FF2B5EF4-FFF2-40B4-BE49-F238E27FC236}">
                  <a16:creationId xmlns:a16="http://schemas.microsoft.com/office/drawing/2014/main" id="{435B2351-4DA6-5EBB-3865-1EBBD4D4E733}"/>
                </a:ext>
              </a:extLst>
            </p:cNvPr>
            <p:cNvCxnSpPr/>
            <p:nvPr/>
          </p:nvCxnSpPr>
          <p:spPr>
            <a:xfrm>
              <a:off x="0" y="6566917"/>
              <a:ext cx="12192000" cy="0"/>
            </a:xfrm>
            <a:prstGeom prst="line">
              <a:avLst/>
            </a:prstGeom>
            <a:noFill/>
            <a:ln w="6350" cap="rnd" cmpd="sng" algn="ctr">
              <a:solidFill>
                <a:srgbClr val="E9D6F2">
                  <a:alpha val="43922"/>
                </a:srgbClr>
              </a:solidFill>
              <a:prstDash val="solid"/>
              <a:round/>
            </a:ln>
            <a:effectLst/>
          </p:spPr>
        </p:cxnSp>
        <p:cxnSp>
          <p:nvCxnSpPr>
            <p:cNvPr id="110" name="小李PPT11-49">
              <a:extLst>
                <a:ext uri="{FF2B5EF4-FFF2-40B4-BE49-F238E27FC236}">
                  <a16:creationId xmlns:a16="http://schemas.microsoft.com/office/drawing/2014/main" id="{E98FB1AF-394C-8105-63CD-CF7B87A83C13}"/>
                </a:ext>
              </a:extLst>
            </p:cNvPr>
            <p:cNvCxnSpPr/>
            <p:nvPr/>
          </p:nvCxnSpPr>
          <p:spPr>
            <a:xfrm rot="5400000">
              <a:off x="8532255" y="3429001"/>
              <a:ext cx="6857998" cy="0"/>
            </a:xfrm>
            <a:prstGeom prst="line">
              <a:avLst/>
            </a:prstGeom>
            <a:noFill/>
            <a:ln w="6350" cap="rnd" cmpd="sng" algn="ctr">
              <a:solidFill>
                <a:srgbClr val="E9D6F2">
                  <a:alpha val="43922"/>
                </a:srgbClr>
              </a:solidFill>
              <a:prstDash val="solid"/>
              <a:round/>
            </a:ln>
            <a:effectLst/>
          </p:spPr>
        </p:cxnSp>
        <p:cxnSp>
          <p:nvCxnSpPr>
            <p:cNvPr id="111" name="小李PPT11-50">
              <a:extLst>
                <a:ext uri="{FF2B5EF4-FFF2-40B4-BE49-F238E27FC236}">
                  <a16:creationId xmlns:a16="http://schemas.microsoft.com/office/drawing/2014/main" id="{C0173430-A5E3-C6B0-E097-630A662EFCBA}"/>
                </a:ext>
              </a:extLst>
            </p:cNvPr>
            <p:cNvCxnSpPr/>
            <p:nvPr/>
          </p:nvCxnSpPr>
          <p:spPr>
            <a:xfrm rot="5400000">
              <a:off x="8178436" y="3429001"/>
              <a:ext cx="6857998" cy="0"/>
            </a:xfrm>
            <a:prstGeom prst="line">
              <a:avLst/>
            </a:prstGeom>
            <a:noFill/>
            <a:ln w="6350" cap="rnd" cmpd="sng" algn="ctr">
              <a:solidFill>
                <a:srgbClr val="E9D6F2">
                  <a:alpha val="43922"/>
                </a:srgbClr>
              </a:solidFill>
              <a:prstDash val="solid"/>
              <a:round/>
            </a:ln>
            <a:effectLst/>
          </p:spPr>
        </p:cxnSp>
        <p:cxnSp>
          <p:nvCxnSpPr>
            <p:cNvPr id="112" name="小李PPT11-51">
              <a:extLst>
                <a:ext uri="{FF2B5EF4-FFF2-40B4-BE49-F238E27FC236}">
                  <a16:creationId xmlns:a16="http://schemas.microsoft.com/office/drawing/2014/main" id="{A18A30C0-DA03-3700-7FB1-FCD89E777F55}"/>
                </a:ext>
              </a:extLst>
            </p:cNvPr>
            <p:cNvCxnSpPr/>
            <p:nvPr/>
          </p:nvCxnSpPr>
          <p:spPr>
            <a:xfrm rot="5400000">
              <a:off x="7824616" y="3429001"/>
              <a:ext cx="6857998" cy="0"/>
            </a:xfrm>
            <a:prstGeom prst="line">
              <a:avLst/>
            </a:prstGeom>
            <a:noFill/>
            <a:ln w="6350" cap="rnd" cmpd="sng" algn="ctr">
              <a:solidFill>
                <a:srgbClr val="E9D6F2">
                  <a:alpha val="43922"/>
                </a:srgbClr>
              </a:solidFill>
              <a:prstDash val="solid"/>
              <a:round/>
            </a:ln>
            <a:effectLst/>
          </p:spPr>
        </p:cxnSp>
        <p:cxnSp>
          <p:nvCxnSpPr>
            <p:cNvPr id="113" name="小李PPT11-52">
              <a:extLst>
                <a:ext uri="{FF2B5EF4-FFF2-40B4-BE49-F238E27FC236}">
                  <a16:creationId xmlns:a16="http://schemas.microsoft.com/office/drawing/2014/main" id="{8A92ABBB-5304-3DAF-70BD-95B092078B07}"/>
                </a:ext>
              </a:extLst>
            </p:cNvPr>
            <p:cNvCxnSpPr/>
            <p:nvPr/>
          </p:nvCxnSpPr>
          <p:spPr>
            <a:xfrm rot="5400000">
              <a:off x="7470797" y="3429001"/>
              <a:ext cx="6857998" cy="0"/>
            </a:xfrm>
            <a:prstGeom prst="line">
              <a:avLst/>
            </a:prstGeom>
            <a:noFill/>
            <a:ln w="6350" cap="rnd" cmpd="sng" algn="ctr">
              <a:solidFill>
                <a:srgbClr val="E9D6F2">
                  <a:alpha val="43922"/>
                </a:srgbClr>
              </a:solidFill>
              <a:prstDash val="solid"/>
              <a:round/>
            </a:ln>
            <a:effectLst/>
          </p:spPr>
        </p:cxnSp>
        <p:cxnSp>
          <p:nvCxnSpPr>
            <p:cNvPr id="114" name="小李PPT11-53">
              <a:extLst>
                <a:ext uri="{FF2B5EF4-FFF2-40B4-BE49-F238E27FC236}">
                  <a16:creationId xmlns:a16="http://schemas.microsoft.com/office/drawing/2014/main" id="{45DC9C6C-B7EF-8F36-629F-7F1D30CBFA07}"/>
                </a:ext>
              </a:extLst>
            </p:cNvPr>
            <p:cNvCxnSpPr/>
            <p:nvPr/>
          </p:nvCxnSpPr>
          <p:spPr>
            <a:xfrm rot="5400000">
              <a:off x="7116978" y="3429001"/>
              <a:ext cx="6857998" cy="0"/>
            </a:xfrm>
            <a:prstGeom prst="line">
              <a:avLst/>
            </a:prstGeom>
            <a:noFill/>
            <a:ln w="6350" cap="rnd" cmpd="sng" algn="ctr">
              <a:solidFill>
                <a:srgbClr val="E9D6F2">
                  <a:alpha val="43922"/>
                </a:srgbClr>
              </a:solidFill>
              <a:prstDash val="solid"/>
              <a:round/>
            </a:ln>
            <a:effectLst/>
          </p:spPr>
        </p:cxnSp>
      </p:grpSp>
      <p:sp>
        <p:nvSpPr>
          <p:cNvPr id="274" name="小李PPT1"/>
          <p:cNvSpPr/>
          <p:nvPr>
            <p:custDataLst>
              <p:tags r:id="rId2"/>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3"/>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4"/>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5"/>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6"/>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7"/>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8"/>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9"/>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10"/>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1"/>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89" name="小李PPT18"/>
          <p:cNvSpPr txBox="1"/>
          <p:nvPr/>
        </p:nvSpPr>
        <p:spPr>
          <a:xfrm>
            <a:off x="2624619" y="1558836"/>
            <a:ext cx="6930180" cy="1861185"/>
          </a:xfrm>
          <a:prstGeom prst="rect">
            <a:avLst/>
          </a:prstGeom>
          <a:solidFill>
            <a:schemeClr val="bg1"/>
          </a:solid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500" b="0" i="0" u="none" strike="noStrike" kern="1200" cap="none" spc="0" normalizeH="0" baseline="0" noProof="0" dirty="0">
                <a:ln>
                  <a:noFill/>
                </a:ln>
                <a:solidFill>
                  <a:srgbClr val="B237BA"/>
                </a:solidFill>
                <a:effectLst/>
                <a:uLnTx/>
                <a:uFillTx/>
                <a:latin typeface="思源黑体 CN Bold"/>
                <a:ea typeface="思源黑体 CN Bold"/>
                <a:cs typeface="阿里巴巴普惠体 Heavy" panose="00020600040101010101" pitchFamily="18" charset="-122"/>
              </a:rPr>
              <a:t>感谢观看</a:t>
            </a:r>
          </a:p>
        </p:txBody>
      </p:sp>
      <p:pic>
        <p:nvPicPr>
          <p:cNvPr id="97" name="小李PPT20" descr="建筑的摆设布局&#10;&#10;描述已自动生成"/>
          <p:cNvPicPr>
            <a:picLocks noChangeAspect="1"/>
          </p:cNvPicPr>
          <p:nvPr/>
        </p:nvPicPr>
        <p:blipFill>
          <a:blip r:embed="rId15" cstate="email">
            <a:duotone>
              <a:schemeClr val="accent2">
                <a:shade val="45000"/>
                <a:satMod val="135000"/>
              </a:schemeClr>
              <a:prstClr val="white"/>
            </a:duotone>
            <a:extLst>
              <a:ext uri="{BEBA8EAE-BF5A-486C-A8C5-ECC9F3942E4B}">
                <a14:imgProps xmlns:a14="http://schemas.microsoft.com/office/drawing/2010/main">
                  <a14:imgLayer r:embed="rId16">
                    <a14:imgEffect>
                      <a14:colorTemperature colorTemp="2232"/>
                    </a14:imgEffect>
                  </a14:imgLayer>
                </a14:imgProps>
              </a:ext>
            </a:extLst>
          </a:blip>
          <a:srcRect/>
          <a:stretch>
            <a:fillRect/>
          </a:stretch>
        </p:blipFill>
        <p:spPr>
          <a:xfrm>
            <a:off x="2533793" y="4353898"/>
            <a:ext cx="7478744" cy="3528813"/>
          </a:xfrm>
          <a:custGeom>
            <a:avLst/>
            <a:gdLst>
              <a:gd name="connsiteX0" fmla="*/ 0 w 7478744"/>
              <a:gd name="connsiteY0" fmla="*/ 0 h 3528813"/>
              <a:gd name="connsiteX1" fmla="*/ 7478744 w 7478744"/>
              <a:gd name="connsiteY1" fmla="*/ 0 h 3528813"/>
              <a:gd name="connsiteX2" fmla="*/ 7478744 w 7478744"/>
              <a:gd name="connsiteY2" fmla="*/ 3528813 h 3528813"/>
              <a:gd name="connsiteX3" fmla="*/ 0 w 7478744"/>
              <a:gd name="connsiteY3" fmla="*/ 3528813 h 3528813"/>
            </a:gdLst>
            <a:ahLst/>
            <a:cxnLst>
              <a:cxn ang="0">
                <a:pos x="connsiteX0" y="connsiteY0"/>
              </a:cxn>
              <a:cxn ang="0">
                <a:pos x="connsiteX1" y="connsiteY1"/>
              </a:cxn>
              <a:cxn ang="0">
                <a:pos x="connsiteX2" y="connsiteY2"/>
              </a:cxn>
              <a:cxn ang="0">
                <a:pos x="connsiteX3" y="connsiteY3"/>
              </a:cxn>
            </a:cxnLst>
            <a:rect l="l" t="t" r="r" b="b"/>
            <a:pathLst>
              <a:path w="7478744" h="3528813">
                <a:moveTo>
                  <a:pt x="0" y="0"/>
                </a:moveTo>
                <a:lnTo>
                  <a:pt x="7478744" y="0"/>
                </a:lnTo>
                <a:lnTo>
                  <a:pt x="7478744" y="3528813"/>
                </a:lnTo>
                <a:lnTo>
                  <a:pt x="0" y="3528813"/>
                </a:lnTo>
                <a:close/>
              </a:path>
            </a:pathLst>
          </a:custGeom>
        </p:spPr>
      </p:pic>
      <p:grpSp>
        <p:nvGrpSpPr>
          <p:cNvPr id="80" name="小李PPT21"/>
          <p:cNvGrpSpPr/>
          <p:nvPr/>
        </p:nvGrpSpPr>
        <p:grpSpPr>
          <a:xfrm>
            <a:off x="-2461928" y="4928566"/>
            <a:ext cx="15965279" cy="4802979"/>
            <a:chOff x="-2703228" y="4532443"/>
            <a:chExt cx="15965279" cy="4802979"/>
          </a:xfrm>
        </p:grpSpPr>
        <p:pic>
          <p:nvPicPr>
            <p:cNvPr id="82" name="小李PPT21-1" descr="天空中有月亮&#10;&#10;描述已自动生成"/>
            <p:cNvPicPr>
              <a:picLocks noChangeAspect="1"/>
            </p:cNvPicPr>
            <p:nvPr/>
          </p:nvPicPr>
          <p:blipFill>
            <a:blip r:embed="rId17" cstate="email"/>
            <a:stretch>
              <a:fillRect/>
            </a:stretch>
          </p:blipFill>
          <p:spPr>
            <a:xfrm rot="2372783">
              <a:off x="-2703228" y="4895738"/>
              <a:ext cx="6858331" cy="3990301"/>
            </a:xfrm>
            <a:prstGeom prst="rect">
              <a:avLst/>
            </a:prstGeom>
          </p:spPr>
        </p:pic>
        <p:pic>
          <p:nvPicPr>
            <p:cNvPr id="85" name="小李PPT21-2" descr="天空中有月亮&#10;&#10;描述已自动生成"/>
            <p:cNvPicPr>
              <a:picLocks noChangeAspect="1"/>
            </p:cNvPicPr>
            <p:nvPr/>
          </p:nvPicPr>
          <p:blipFill>
            <a:blip r:embed="rId17" cstate="email"/>
            <a:stretch>
              <a:fillRect/>
            </a:stretch>
          </p:blipFill>
          <p:spPr>
            <a:xfrm>
              <a:off x="-1183542" y="5345121"/>
              <a:ext cx="6858331" cy="3990301"/>
            </a:xfrm>
            <a:prstGeom prst="rect">
              <a:avLst/>
            </a:prstGeom>
          </p:spPr>
        </p:pic>
        <p:pic>
          <p:nvPicPr>
            <p:cNvPr id="86" name="小李PPT21-3" descr="天空中有许多云&#10;&#10;中度可信度描述已自动生成"/>
            <p:cNvPicPr>
              <a:picLocks noChangeAspect="1"/>
            </p:cNvPicPr>
            <p:nvPr/>
          </p:nvPicPr>
          <p:blipFill>
            <a:blip r:embed="rId18" cstate="email"/>
            <a:stretch>
              <a:fillRect/>
            </a:stretch>
          </p:blipFill>
          <p:spPr>
            <a:xfrm>
              <a:off x="6403720" y="4663842"/>
              <a:ext cx="6858331" cy="4426741"/>
            </a:xfrm>
            <a:prstGeom prst="rect">
              <a:avLst/>
            </a:prstGeom>
          </p:spPr>
        </p:pic>
        <p:pic>
          <p:nvPicPr>
            <p:cNvPr id="87" name="小李PPT21-4" descr="天空中有许多云&#10;&#10;中度可信度描述已自动生成"/>
            <p:cNvPicPr>
              <a:picLocks noChangeAspect="1"/>
            </p:cNvPicPr>
            <p:nvPr/>
          </p:nvPicPr>
          <p:blipFill>
            <a:blip r:embed="rId18" cstate="email"/>
            <a:stretch>
              <a:fillRect/>
            </a:stretch>
          </p:blipFill>
          <p:spPr>
            <a:xfrm rot="1319889">
              <a:off x="3388450" y="4532443"/>
              <a:ext cx="6858331" cy="4426741"/>
            </a:xfrm>
            <a:prstGeom prst="rect">
              <a:avLst/>
            </a:prstGeom>
          </p:spPr>
        </p:pic>
      </p:grpSp>
      <p:sp>
        <p:nvSpPr>
          <p:cNvPr id="94" name="小李PPT22"/>
          <p:cNvSpPr txBox="1"/>
          <p:nvPr/>
        </p:nvSpPr>
        <p:spPr>
          <a:xfrm>
            <a:off x="3956103" y="3499099"/>
            <a:ext cx="4274218" cy="523220"/>
          </a:xfrm>
          <a:prstGeom prst="rect">
            <a:avLst/>
          </a:prstGeom>
          <a:noFill/>
          <a:ln>
            <a:noFill/>
          </a:ln>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en-US" sz="2800" dirty="0">
                <a:latin typeface="OPPOSans B" pitchFamily="18" charset="-122"/>
                <a:ea typeface="OPPOSans B" pitchFamily="18" charset="-122"/>
              </a:rPr>
              <a:t>040-bb</a:t>
            </a:r>
            <a:r>
              <a:rPr lang="zh-CN" altLang="en-US" sz="2800" dirty="0">
                <a:latin typeface="OPPOSans B" pitchFamily="18" charset="-122"/>
                <a:ea typeface="OPPOSans B" pitchFamily="18" charset="-122"/>
              </a:rPr>
              <a:t>巴适队</a:t>
            </a:r>
            <a:r>
              <a:rPr lang="en-US" altLang="zh-CN" sz="2800" dirty="0">
                <a:latin typeface="OPPOSans B" pitchFamily="18" charset="-122"/>
                <a:ea typeface="OPPOSans B" pitchFamily="18" charset="-122"/>
              </a:rPr>
              <a:t>-04</a:t>
            </a:r>
            <a:r>
              <a:rPr lang="zh-CN" altLang="en-US" sz="2800" dirty="0">
                <a:latin typeface="OPPOSans B" pitchFamily="18" charset="-122"/>
                <a:ea typeface="OPPOSans B" pitchFamily="18" charset="-122"/>
              </a:rPr>
              <a:t>赛题</a:t>
            </a:r>
          </a:p>
        </p:txBody>
      </p:sp>
      <p:pic>
        <p:nvPicPr>
          <p:cNvPr id="116" name="图片 115" descr="图片包含 桌子, 小, 蛋糕, 蓝色&#10;&#10;描述已自动生成">
            <a:extLst>
              <a:ext uri="{FF2B5EF4-FFF2-40B4-BE49-F238E27FC236}">
                <a16:creationId xmlns:a16="http://schemas.microsoft.com/office/drawing/2014/main" id="{F28382A4-79B7-4137-22A7-79EA617CCF0F}"/>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5941008" y="453221"/>
            <a:ext cx="1334417" cy="667209"/>
          </a:xfrm>
          <a:prstGeom prst="rect">
            <a:avLst/>
          </a:prstGeom>
        </p:spPr>
      </p:pic>
      <p:pic>
        <p:nvPicPr>
          <p:cNvPr id="117" name="图片 116" descr="e4f8873b48c92a912ad2b76d31d4d59">
            <a:extLst>
              <a:ext uri="{FF2B5EF4-FFF2-40B4-BE49-F238E27FC236}">
                <a16:creationId xmlns:a16="http://schemas.microsoft.com/office/drawing/2014/main" id="{0BFDC444-EE18-2B2D-9BF2-28EAE4F18A9E}"/>
              </a:ext>
            </a:extLst>
          </p:cNvPr>
          <p:cNvPicPr>
            <a:picLocks noChangeAspect="1"/>
          </p:cNvPicPr>
          <p:nvPr/>
        </p:nvPicPr>
        <p:blipFill>
          <a:blip r:embed="rId20"/>
          <a:stretch>
            <a:fillRect/>
          </a:stretch>
        </p:blipFill>
        <p:spPr>
          <a:xfrm>
            <a:off x="5050900" y="423285"/>
            <a:ext cx="708660" cy="70866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e7a0531a-bc9f-47de-aea5-21eafb03c6f5&quot;,&quot;Name&quot;:null,&quot;Kind&quot;:1,&quot;OldGuidesSetting&quot;:{&quot;HeaderHeight&quot;:0.0,&quot;FooterHeight&quot;:0.0,&quot;SideMargin&quot;:0.0,&quot;TopMargin&quot;:0.0,&quot;BottomMargin&quot;:0.0,&quot;IntervalMargin&quot;:0.0}}"/>
  <p:tag name="RESOURCE_RECORD_KEY" val="{&quot;10&quot;:[3632997]}"/>
  <p:tag name="THINKCELLPRESENTATIONDONOTDELETE" val="&lt;?xml version=&quot;1.0&quot; encoding=&quot;UTF-16&quot; standalone=&quot;yes&quot;?&gt;&lt;root reqver=&quot;28224&quot;&gt;&lt;version val=&quot;3579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1&quot;&gt;&lt;elem m_fUsage=&quot;1.00000000000000000000E+00&quot;&gt;&lt;m_msothmcolidx val=&quot;0&quot;/&gt;&lt;m_rgb r=&quot;F8&quot; g=&quot;B2&quot; b=&quot;A2&quot;/&gt;&lt;/elem&gt;&lt;elem m_fUsage=&quot;9.00000000000000022204E-01&quot;&gt;&lt;m_msothmcolidx val=&quot;0&quot;/&gt;&lt;m_rgb r=&quot;B9&quot; g=&quot;36&quot; b=&quot;C3&quot;/&gt;&lt;/elem&gt;&lt;elem m_fUsage=&quot;8.10000000000000053291E-01&quot;&gt;&lt;m_msothmcolidx val=&quot;0&quot;/&gt;&lt;m_rgb r=&quot;F6&quot; g=&quot;DF&quot; b=&quot;D6&quot;/&gt;&lt;/elem&gt;&lt;elem m_fUsage=&quot;7.29000000000000092371E-01&quot;&gt;&lt;m_msothmcolidx val=&quot;0&quot;/&gt;&lt;m_rgb r=&quot;B6&quot; g=&quot;B3&quot; b=&quot;D6&quot;/&gt;&lt;/elem&gt;&lt;elem m_fUsage=&quot;6.56100000000000127542E-01&quot;&gt;&lt;m_msothmcolidx val=&quot;0&quot;/&gt;&lt;m_rgb r=&quot;A8&quot; g=&quot;5E&quot; b=&quot;A2&quot;/&gt;&lt;/elem&gt;&lt;elem m_fUsage=&quot;5.90490000000000181402E-01&quot;&gt;&lt;m_msothmcolidx val=&quot;0&quot;/&gt;&lt;m_rgb r=&quot;6F&quot; g=&quot;AE&quot; b=&quot;E0&quot;/&gt;&lt;/elem&gt;&lt;elem m_fUsage=&quot;5.31441000000000163261E-01&quot;&gt;&lt;m_msothmcolidx val=&quot;0&quot;/&gt;&lt;m_rgb r=&quot;8E&quot; g=&quot;33&quot; b=&quot;8A&quot;/&gt;&lt;/elem&gt;&lt;elem m_fUsage=&quot;4.78296900000000135833E-01&quot;&gt;&lt;m_msothmcolidx val=&quot;0&quot;/&gt;&lt;m_rgb r=&quot;22&quot; g=&quot;47&quot; b=&quot;67&quot;/&gt;&lt;/elem&gt;&lt;elem m_fUsage=&quot;4.30467210000000155556E-01&quot;&gt;&lt;m_msothmcolidx val=&quot;0&quot;/&gt;&lt;m_rgb r=&quot;F5&quot; g=&quot;BE&quot; b=&quot;F0&quot;/&gt;&lt;/elem&gt;&lt;elem m_fUsage=&quot;3.87420489000000145552E-01&quot;&gt;&lt;m_msothmcolidx val=&quot;0&quot;/&gt;&lt;m_rgb r=&quot;8F&quot; g=&quot;E6&quot; b=&quot;FC&quot;/&gt;&lt;/elem&gt;&lt;elem m_fUsage=&quot;3.48678440100000153201E-01&quot;&gt;&lt;m_msothmcolidx val=&quot;0&quot;/&gt;&lt;m_rgb r=&quot;8E&quot; g=&quot;A0&quot; b=&quot;CC&quot;/&gt;&lt;/elem&gt;&lt;/m_vecMRU&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EMECOLOR" val="1"/>
</p:tagLst>
</file>

<file path=ppt/tags/tag10.xml><?xml version="1.0" encoding="utf-8"?>
<p:tagLst xmlns:a="http://schemas.openxmlformats.org/drawingml/2006/main" xmlns:r="http://schemas.openxmlformats.org/officeDocument/2006/relationships" xmlns:p="http://schemas.openxmlformats.org/presentationml/2006/main">
  <p:tag name="THEMECOLOR" val="2"/>
</p:tagLst>
</file>

<file path=ppt/tags/tag11.xml><?xml version="1.0" encoding="utf-8"?>
<p:tagLst xmlns:a="http://schemas.openxmlformats.org/drawingml/2006/main" xmlns:r="http://schemas.openxmlformats.org/officeDocument/2006/relationships" xmlns:p="http://schemas.openxmlformats.org/presentationml/2006/main">
  <p:tag name="THEMECOLOR" val="3"/>
</p:tagLst>
</file>

<file path=ppt/tags/tag12.xml><?xml version="1.0" encoding="utf-8"?>
<p:tagLst xmlns:a="http://schemas.openxmlformats.org/drawingml/2006/main" xmlns:r="http://schemas.openxmlformats.org/officeDocument/2006/relationships" xmlns:p="http://schemas.openxmlformats.org/presentationml/2006/main">
  <p:tag name="THEMECOLOR" val="4"/>
</p:tagLst>
</file>

<file path=ppt/tags/tag13.xml><?xml version="1.0" encoding="utf-8"?>
<p:tagLst xmlns:a="http://schemas.openxmlformats.org/drawingml/2006/main" xmlns:r="http://schemas.openxmlformats.org/officeDocument/2006/relationships" xmlns:p="http://schemas.openxmlformats.org/presentationml/2006/main">
  <p:tag name="THEMECOLOR" val="5"/>
</p:tagLst>
</file>

<file path=ppt/tags/tag14.xml><?xml version="1.0" encoding="utf-8"?>
<p:tagLst xmlns:a="http://schemas.openxmlformats.org/drawingml/2006/main" xmlns:r="http://schemas.openxmlformats.org/officeDocument/2006/relationships" xmlns:p="http://schemas.openxmlformats.org/presentationml/2006/main">
  <p:tag name="THEMECOLOR" val="6"/>
</p:tagLst>
</file>

<file path=ppt/tags/tag15.xml><?xml version="1.0" encoding="utf-8"?>
<p:tagLst xmlns:a="http://schemas.openxmlformats.org/drawingml/2006/main" xmlns:r="http://schemas.openxmlformats.org/officeDocument/2006/relationships" xmlns:p="http://schemas.openxmlformats.org/presentationml/2006/main">
  <p:tag name="THEMECOLOR" val="7"/>
</p:tagLst>
</file>

<file path=ppt/tags/tag16.xml><?xml version="1.0" encoding="utf-8"?>
<p:tagLst xmlns:a="http://schemas.openxmlformats.org/drawingml/2006/main" xmlns:r="http://schemas.openxmlformats.org/officeDocument/2006/relationships" xmlns:p="http://schemas.openxmlformats.org/presentationml/2006/main">
  <p:tag name="THEMECOLOR" val="8"/>
</p:tagLst>
</file>

<file path=ppt/tags/tag17.xml><?xml version="1.0" encoding="utf-8"?>
<p:tagLst xmlns:a="http://schemas.openxmlformats.org/drawingml/2006/main" xmlns:r="http://schemas.openxmlformats.org/officeDocument/2006/relationships" xmlns:p="http://schemas.openxmlformats.org/presentationml/2006/main">
  <p:tag name="THEMECOLOR" val="9"/>
</p:tagLst>
</file>

<file path=ppt/tags/tag18.xml><?xml version="1.0" encoding="utf-8"?>
<p:tagLst xmlns:a="http://schemas.openxmlformats.org/drawingml/2006/main" xmlns:r="http://schemas.openxmlformats.org/officeDocument/2006/relationships" xmlns:p="http://schemas.openxmlformats.org/presentationml/2006/main">
  <p:tag name="THEMECOLOR" val="10"/>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EMECOLOR" val="1"/>
</p:tagLst>
</file>

<file path=ppt/tags/tag21.xml><?xml version="1.0" encoding="utf-8"?>
<p:tagLst xmlns:a="http://schemas.openxmlformats.org/drawingml/2006/main" xmlns:r="http://schemas.openxmlformats.org/officeDocument/2006/relationships" xmlns:p="http://schemas.openxmlformats.org/presentationml/2006/main">
  <p:tag name="THEMECOLOR" val="2"/>
</p:tagLst>
</file>

<file path=ppt/tags/tag22.xml><?xml version="1.0" encoding="utf-8"?>
<p:tagLst xmlns:a="http://schemas.openxmlformats.org/drawingml/2006/main" xmlns:r="http://schemas.openxmlformats.org/officeDocument/2006/relationships" xmlns:p="http://schemas.openxmlformats.org/presentationml/2006/main">
  <p:tag name="THEMECOLOR" val="3"/>
</p:tagLst>
</file>

<file path=ppt/tags/tag23.xml><?xml version="1.0" encoding="utf-8"?>
<p:tagLst xmlns:a="http://schemas.openxmlformats.org/drawingml/2006/main" xmlns:r="http://schemas.openxmlformats.org/officeDocument/2006/relationships" xmlns:p="http://schemas.openxmlformats.org/presentationml/2006/main">
  <p:tag name="THEMECOLOR" val="4"/>
</p:tagLst>
</file>

<file path=ppt/tags/tag24.xml><?xml version="1.0" encoding="utf-8"?>
<p:tagLst xmlns:a="http://schemas.openxmlformats.org/drawingml/2006/main" xmlns:r="http://schemas.openxmlformats.org/officeDocument/2006/relationships" xmlns:p="http://schemas.openxmlformats.org/presentationml/2006/main">
  <p:tag name="THEMECOLOR" val="5"/>
</p:tagLst>
</file>

<file path=ppt/tags/tag25.xml><?xml version="1.0" encoding="utf-8"?>
<p:tagLst xmlns:a="http://schemas.openxmlformats.org/drawingml/2006/main" xmlns:r="http://schemas.openxmlformats.org/officeDocument/2006/relationships" xmlns:p="http://schemas.openxmlformats.org/presentationml/2006/main">
  <p:tag name="THEMECOLOR" val="6"/>
</p:tagLst>
</file>

<file path=ppt/tags/tag26.xml><?xml version="1.0" encoding="utf-8"?>
<p:tagLst xmlns:a="http://schemas.openxmlformats.org/drawingml/2006/main" xmlns:r="http://schemas.openxmlformats.org/officeDocument/2006/relationships" xmlns:p="http://schemas.openxmlformats.org/presentationml/2006/main">
  <p:tag name="THEMECOLOR" val="7"/>
</p:tagLst>
</file>

<file path=ppt/tags/tag27.xml><?xml version="1.0" encoding="utf-8"?>
<p:tagLst xmlns:a="http://schemas.openxmlformats.org/drawingml/2006/main" xmlns:r="http://schemas.openxmlformats.org/officeDocument/2006/relationships" xmlns:p="http://schemas.openxmlformats.org/presentationml/2006/main">
  <p:tag name="THEMECOLOR" val="8"/>
</p:tagLst>
</file>

<file path=ppt/tags/tag28.xml><?xml version="1.0" encoding="utf-8"?>
<p:tagLst xmlns:a="http://schemas.openxmlformats.org/drawingml/2006/main" xmlns:r="http://schemas.openxmlformats.org/officeDocument/2006/relationships" xmlns:p="http://schemas.openxmlformats.org/presentationml/2006/main">
  <p:tag name="THEMECOLOR" val="9"/>
</p:tagLst>
</file>

<file path=ppt/tags/tag29.xml><?xml version="1.0" encoding="utf-8"?>
<p:tagLst xmlns:a="http://schemas.openxmlformats.org/drawingml/2006/main" xmlns:r="http://schemas.openxmlformats.org/officeDocument/2006/relationships" xmlns:p="http://schemas.openxmlformats.org/presentationml/2006/main">
  <p:tag name="THEMECOLOR" val="10"/>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EMECOLOR" val="1"/>
</p:tagLst>
</file>

<file path=ppt/tags/tag32.xml><?xml version="1.0" encoding="utf-8"?>
<p:tagLst xmlns:a="http://schemas.openxmlformats.org/drawingml/2006/main" xmlns:r="http://schemas.openxmlformats.org/officeDocument/2006/relationships" xmlns:p="http://schemas.openxmlformats.org/presentationml/2006/main">
  <p:tag name="THEMECOLOR" val="2"/>
</p:tagLst>
</file>

<file path=ppt/tags/tag33.xml><?xml version="1.0" encoding="utf-8"?>
<p:tagLst xmlns:a="http://schemas.openxmlformats.org/drawingml/2006/main" xmlns:r="http://schemas.openxmlformats.org/officeDocument/2006/relationships" xmlns:p="http://schemas.openxmlformats.org/presentationml/2006/main">
  <p:tag name="THEMECOLOR" val="3"/>
</p:tagLst>
</file>

<file path=ppt/tags/tag34.xml><?xml version="1.0" encoding="utf-8"?>
<p:tagLst xmlns:a="http://schemas.openxmlformats.org/drawingml/2006/main" xmlns:r="http://schemas.openxmlformats.org/officeDocument/2006/relationships" xmlns:p="http://schemas.openxmlformats.org/presentationml/2006/main">
  <p:tag name="THEMECOLOR" val="4"/>
</p:tagLst>
</file>

<file path=ppt/tags/tag35.xml><?xml version="1.0" encoding="utf-8"?>
<p:tagLst xmlns:a="http://schemas.openxmlformats.org/drawingml/2006/main" xmlns:r="http://schemas.openxmlformats.org/officeDocument/2006/relationships" xmlns:p="http://schemas.openxmlformats.org/presentationml/2006/main">
  <p:tag name="THEMECOLOR" val="5"/>
</p:tagLst>
</file>

<file path=ppt/tags/tag36.xml><?xml version="1.0" encoding="utf-8"?>
<p:tagLst xmlns:a="http://schemas.openxmlformats.org/drawingml/2006/main" xmlns:r="http://schemas.openxmlformats.org/officeDocument/2006/relationships" xmlns:p="http://schemas.openxmlformats.org/presentationml/2006/main">
  <p:tag name="THEMECOLOR" val="6"/>
</p:tagLst>
</file>

<file path=ppt/tags/tag37.xml><?xml version="1.0" encoding="utf-8"?>
<p:tagLst xmlns:a="http://schemas.openxmlformats.org/drawingml/2006/main" xmlns:r="http://schemas.openxmlformats.org/officeDocument/2006/relationships" xmlns:p="http://schemas.openxmlformats.org/presentationml/2006/main">
  <p:tag name="THEMECOLOR" val="7"/>
</p:tagLst>
</file>

<file path=ppt/tags/tag38.xml><?xml version="1.0" encoding="utf-8"?>
<p:tagLst xmlns:a="http://schemas.openxmlformats.org/drawingml/2006/main" xmlns:r="http://schemas.openxmlformats.org/officeDocument/2006/relationships" xmlns:p="http://schemas.openxmlformats.org/presentationml/2006/main">
  <p:tag name="THEMECOLOR" val="8"/>
</p:tagLst>
</file>

<file path=ppt/tags/tag39.xml><?xml version="1.0" encoding="utf-8"?>
<p:tagLst xmlns:a="http://schemas.openxmlformats.org/drawingml/2006/main" xmlns:r="http://schemas.openxmlformats.org/officeDocument/2006/relationships" xmlns:p="http://schemas.openxmlformats.org/presentationml/2006/main">
  <p:tag name="THEMECOLOR" val="9"/>
</p:tagLst>
</file>

<file path=ppt/tags/tag40.xml><?xml version="1.0" encoding="utf-8"?>
<p:tagLst xmlns:a="http://schemas.openxmlformats.org/drawingml/2006/main" xmlns:r="http://schemas.openxmlformats.org/officeDocument/2006/relationships" xmlns:p="http://schemas.openxmlformats.org/presentationml/2006/main">
  <p:tag name="THEMECOLOR" val="10"/>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EMECOLOR" val="1"/>
</p:tagLst>
</file>

<file path=ppt/tags/tag43.xml><?xml version="1.0" encoding="utf-8"?>
<p:tagLst xmlns:a="http://schemas.openxmlformats.org/drawingml/2006/main" xmlns:r="http://schemas.openxmlformats.org/officeDocument/2006/relationships" xmlns:p="http://schemas.openxmlformats.org/presentationml/2006/main">
  <p:tag name="THEMECOLOR" val="2"/>
</p:tagLst>
</file>

<file path=ppt/tags/tag44.xml><?xml version="1.0" encoding="utf-8"?>
<p:tagLst xmlns:a="http://schemas.openxmlformats.org/drawingml/2006/main" xmlns:r="http://schemas.openxmlformats.org/officeDocument/2006/relationships" xmlns:p="http://schemas.openxmlformats.org/presentationml/2006/main">
  <p:tag name="THEMECOLOR" val="3"/>
</p:tagLst>
</file>

<file path=ppt/tags/tag45.xml><?xml version="1.0" encoding="utf-8"?>
<p:tagLst xmlns:a="http://schemas.openxmlformats.org/drawingml/2006/main" xmlns:r="http://schemas.openxmlformats.org/officeDocument/2006/relationships" xmlns:p="http://schemas.openxmlformats.org/presentationml/2006/main">
  <p:tag name="THEMECOLOR" val="4"/>
</p:tagLst>
</file>

<file path=ppt/tags/tag46.xml><?xml version="1.0" encoding="utf-8"?>
<p:tagLst xmlns:a="http://schemas.openxmlformats.org/drawingml/2006/main" xmlns:r="http://schemas.openxmlformats.org/officeDocument/2006/relationships" xmlns:p="http://schemas.openxmlformats.org/presentationml/2006/main">
  <p:tag name="THEMECOLOR" val="5"/>
</p:tagLst>
</file>

<file path=ppt/tags/tag47.xml><?xml version="1.0" encoding="utf-8"?>
<p:tagLst xmlns:a="http://schemas.openxmlformats.org/drawingml/2006/main" xmlns:r="http://schemas.openxmlformats.org/officeDocument/2006/relationships" xmlns:p="http://schemas.openxmlformats.org/presentationml/2006/main">
  <p:tag name="THEMECOLOR" val="6"/>
</p:tagLst>
</file>

<file path=ppt/tags/tag48.xml><?xml version="1.0" encoding="utf-8"?>
<p:tagLst xmlns:a="http://schemas.openxmlformats.org/drawingml/2006/main" xmlns:r="http://schemas.openxmlformats.org/officeDocument/2006/relationships" xmlns:p="http://schemas.openxmlformats.org/presentationml/2006/main">
  <p:tag name="THEMECOLOR" val="7"/>
</p:tagLst>
</file>

<file path=ppt/tags/tag49.xml><?xml version="1.0" encoding="utf-8"?>
<p:tagLst xmlns:a="http://schemas.openxmlformats.org/drawingml/2006/main" xmlns:r="http://schemas.openxmlformats.org/officeDocument/2006/relationships" xmlns:p="http://schemas.openxmlformats.org/presentationml/2006/main">
  <p:tag name="THEMECOLOR" val="8"/>
</p:tagLst>
</file>

<file path=ppt/tags/tag50.xml><?xml version="1.0" encoding="utf-8"?>
<p:tagLst xmlns:a="http://schemas.openxmlformats.org/drawingml/2006/main" xmlns:r="http://schemas.openxmlformats.org/officeDocument/2006/relationships" xmlns:p="http://schemas.openxmlformats.org/presentationml/2006/main">
  <p:tag name="THEMECOLOR" val="9"/>
</p:tagLst>
</file>

<file path=ppt/tags/tag51.xml><?xml version="1.0" encoding="utf-8"?>
<p:tagLst xmlns:a="http://schemas.openxmlformats.org/drawingml/2006/main" xmlns:r="http://schemas.openxmlformats.org/officeDocument/2006/relationships" xmlns:p="http://schemas.openxmlformats.org/presentationml/2006/main">
  <p:tag name="THEMECOLOR" val="10"/>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EMECOLOR" val="1"/>
</p:tagLst>
</file>

<file path=ppt/tags/tag54.xml><?xml version="1.0" encoding="utf-8"?>
<p:tagLst xmlns:a="http://schemas.openxmlformats.org/drawingml/2006/main" xmlns:r="http://schemas.openxmlformats.org/officeDocument/2006/relationships" xmlns:p="http://schemas.openxmlformats.org/presentationml/2006/main">
  <p:tag name="THEMECOLOR" val="2"/>
</p:tagLst>
</file>

<file path=ppt/tags/tag55.xml><?xml version="1.0" encoding="utf-8"?>
<p:tagLst xmlns:a="http://schemas.openxmlformats.org/drawingml/2006/main" xmlns:r="http://schemas.openxmlformats.org/officeDocument/2006/relationships" xmlns:p="http://schemas.openxmlformats.org/presentationml/2006/main">
  <p:tag name="THEMECOLOR" val="3"/>
</p:tagLst>
</file>

<file path=ppt/tags/tag56.xml><?xml version="1.0" encoding="utf-8"?>
<p:tagLst xmlns:a="http://schemas.openxmlformats.org/drawingml/2006/main" xmlns:r="http://schemas.openxmlformats.org/officeDocument/2006/relationships" xmlns:p="http://schemas.openxmlformats.org/presentationml/2006/main">
  <p:tag name="THEMECOLOR" val="4"/>
</p:tagLst>
</file>

<file path=ppt/tags/tag57.xml><?xml version="1.0" encoding="utf-8"?>
<p:tagLst xmlns:a="http://schemas.openxmlformats.org/drawingml/2006/main" xmlns:r="http://schemas.openxmlformats.org/officeDocument/2006/relationships" xmlns:p="http://schemas.openxmlformats.org/presentationml/2006/main">
  <p:tag name="THEMECOLOR" val="5"/>
</p:tagLst>
</file>

<file path=ppt/tags/tag58.xml><?xml version="1.0" encoding="utf-8"?>
<p:tagLst xmlns:a="http://schemas.openxmlformats.org/drawingml/2006/main" xmlns:r="http://schemas.openxmlformats.org/officeDocument/2006/relationships" xmlns:p="http://schemas.openxmlformats.org/presentationml/2006/main">
  <p:tag name="THEMECOLOR" val="6"/>
</p:tagLst>
</file>

<file path=ppt/tags/tag59.xml><?xml version="1.0" encoding="utf-8"?>
<p:tagLst xmlns:a="http://schemas.openxmlformats.org/drawingml/2006/main" xmlns:r="http://schemas.openxmlformats.org/officeDocument/2006/relationships" xmlns:p="http://schemas.openxmlformats.org/presentationml/2006/main">
  <p:tag name="THEMECOLOR" val="7"/>
</p:tagLst>
</file>

<file path=ppt/tags/tag60.xml><?xml version="1.0" encoding="utf-8"?>
<p:tagLst xmlns:a="http://schemas.openxmlformats.org/drawingml/2006/main" xmlns:r="http://schemas.openxmlformats.org/officeDocument/2006/relationships" xmlns:p="http://schemas.openxmlformats.org/presentationml/2006/main">
  <p:tag name="THEMECOLOR" val="8"/>
</p:tagLst>
</file>

<file path=ppt/tags/tag61.xml><?xml version="1.0" encoding="utf-8"?>
<p:tagLst xmlns:a="http://schemas.openxmlformats.org/drawingml/2006/main" xmlns:r="http://schemas.openxmlformats.org/officeDocument/2006/relationships" xmlns:p="http://schemas.openxmlformats.org/presentationml/2006/main">
  <p:tag name="THEMECOLOR" val="9"/>
</p:tagLst>
</file>

<file path=ppt/tags/tag62.xml><?xml version="1.0" encoding="utf-8"?>
<p:tagLst xmlns:a="http://schemas.openxmlformats.org/drawingml/2006/main" xmlns:r="http://schemas.openxmlformats.org/officeDocument/2006/relationships" xmlns:p="http://schemas.openxmlformats.org/presentationml/2006/main">
  <p:tag name="THEMECOLOR" val="10"/>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EMECOLOR" val="1"/>
</p:tagLst>
</file>

<file path=ppt/tags/tag65.xml><?xml version="1.0" encoding="utf-8"?>
<p:tagLst xmlns:a="http://schemas.openxmlformats.org/drawingml/2006/main" xmlns:r="http://schemas.openxmlformats.org/officeDocument/2006/relationships" xmlns:p="http://schemas.openxmlformats.org/presentationml/2006/main">
  <p:tag name="THEMECOLOR" val="2"/>
</p:tagLst>
</file>

<file path=ppt/tags/tag66.xml><?xml version="1.0" encoding="utf-8"?>
<p:tagLst xmlns:a="http://schemas.openxmlformats.org/drawingml/2006/main" xmlns:r="http://schemas.openxmlformats.org/officeDocument/2006/relationships" xmlns:p="http://schemas.openxmlformats.org/presentationml/2006/main">
  <p:tag name="THEMECOLOR" val="3"/>
</p:tagLst>
</file>

<file path=ppt/tags/tag67.xml><?xml version="1.0" encoding="utf-8"?>
<p:tagLst xmlns:a="http://schemas.openxmlformats.org/drawingml/2006/main" xmlns:r="http://schemas.openxmlformats.org/officeDocument/2006/relationships" xmlns:p="http://schemas.openxmlformats.org/presentationml/2006/main">
  <p:tag name="THEMECOLOR" val="4"/>
</p:tagLst>
</file>

<file path=ppt/tags/tag68.xml><?xml version="1.0" encoding="utf-8"?>
<p:tagLst xmlns:a="http://schemas.openxmlformats.org/drawingml/2006/main" xmlns:r="http://schemas.openxmlformats.org/officeDocument/2006/relationships" xmlns:p="http://schemas.openxmlformats.org/presentationml/2006/main">
  <p:tag name="THEMECOLOR" val="5"/>
</p:tagLst>
</file>

<file path=ppt/tags/tag69.xml><?xml version="1.0" encoding="utf-8"?>
<p:tagLst xmlns:a="http://schemas.openxmlformats.org/drawingml/2006/main" xmlns:r="http://schemas.openxmlformats.org/officeDocument/2006/relationships" xmlns:p="http://schemas.openxmlformats.org/presentationml/2006/main">
  <p:tag name="THEMECOLOR" val="6"/>
</p:tagLst>
</file>

<file path=ppt/tags/tag70.xml><?xml version="1.0" encoding="utf-8"?>
<p:tagLst xmlns:a="http://schemas.openxmlformats.org/drawingml/2006/main" xmlns:r="http://schemas.openxmlformats.org/officeDocument/2006/relationships" xmlns:p="http://schemas.openxmlformats.org/presentationml/2006/main">
  <p:tag name="THEMECOLOR" val="7"/>
</p:tagLst>
</file>

<file path=ppt/tags/tag71.xml><?xml version="1.0" encoding="utf-8"?>
<p:tagLst xmlns:a="http://schemas.openxmlformats.org/drawingml/2006/main" xmlns:r="http://schemas.openxmlformats.org/officeDocument/2006/relationships" xmlns:p="http://schemas.openxmlformats.org/presentationml/2006/main">
  <p:tag name="THEMECOLOR" val="8"/>
</p:tagLst>
</file>

<file path=ppt/tags/tag72.xml><?xml version="1.0" encoding="utf-8"?>
<p:tagLst xmlns:a="http://schemas.openxmlformats.org/drawingml/2006/main" xmlns:r="http://schemas.openxmlformats.org/officeDocument/2006/relationships" xmlns:p="http://schemas.openxmlformats.org/presentationml/2006/main">
  <p:tag name="THEMECOLOR" val="9"/>
</p:tagLst>
</file>

<file path=ppt/tags/tag73.xml><?xml version="1.0" encoding="utf-8"?>
<p:tagLst xmlns:a="http://schemas.openxmlformats.org/drawingml/2006/main" xmlns:r="http://schemas.openxmlformats.org/officeDocument/2006/relationships" xmlns:p="http://schemas.openxmlformats.org/presentationml/2006/main">
  <p:tag name="THEMECOLOR" val="10"/>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EMECOLOR" val="1"/>
</p:tagLst>
</file>

<file path=ppt/tags/tag76.xml><?xml version="1.0" encoding="utf-8"?>
<p:tagLst xmlns:a="http://schemas.openxmlformats.org/drawingml/2006/main" xmlns:r="http://schemas.openxmlformats.org/officeDocument/2006/relationships" xmlns:p="http://schemas.openxmlformats.org/presentationml/2006/main">
  <p:tag name="THEMECOLOR" val="2"/>
</p:tagLst>
</file>

<file path=ppt/tags/tag77.xml><?xml version="1.0" encoding="utf-8"?>
<p:tagLst xmlns:a="http://schemas.openxmlformats.org/drawingml/2006/main" xmlns:r="http://schemas.openxmlformats.org/officeDocument/2006/relationships" xmlns:p="http://schemas.openxmlformats.org/presentationml/2006/main">
  <p:tag name="THEMECOLOR" val="3"/>
</p:tagLst>
</file>

<file path=ppt/tags/tag78.xml><?xml version="1.0" encoding="utf-8"?>
<p:tagLst xmlns:a="http://schemas.openxmlformats.org/drawingml/2006/main" xmlns:r="http://schemas.openxmlformats.org/officeDocument/2006/relationships" xmlns:p="http://schemas.openxmlformats.org/presentationml/2006/main">
  <p:tag name="THEMECOLOR" val="4"/>
</p:tagLst>
</file>

<file path=ppt/tags/tag79.xml><?xml version="1.0" encoding="utf-8"?>
<p:tagLst xmlns:a="http://schemas.openxmlformats.org/drawingml/2006/main" xmlns:r="http://schemas.openxmlformats.org/officeDocument/2006/relationships" xmlns:p="http://schemas.openxmlformats.org/presentationml/2006/main">
  <p:tag name="THEMECOLOR" val="5"/>
</p:tagLst>
</file>

<file path=ppt/tags/tag80.xml><?xml version="1.0" encoding="utf-8"?>
<p:tagLst xmlns:a="http://schemas.openxmlformats.org/drawingml/2006/main" xmlns:r="http://schemas.openxmlformats.org/officeDocument/2006/relationships" xmlns:p="http://schemas.openxmlformats.org/presentationml/2006/main">
  <p:tag name="THEMECOLOR" val="6"/>
</p:tagLst>
</file>

<file path=ppt/tags/tag81.xml><?xml version="1.0" encoding="utf-8"?>
<p:tagLst xmlns:a="http://schemas.openxmlformats.org/drawingml/2006/main" xmlns:r="http://schemas.openxmlformats.org/officeDocument/2006/relationships" xmlns:p="http://schemas.openxmlformats.org/presentationml/2006/main">
  <p:tag name="THEMECOLOR" val="7"/>
</p:tagLst>
</file>

<file path=ppt/tags/tag82.xml><?xml version="1.0" encoding="utf-8"?>
<p:tagLst xmlns:a="http://schemas.openxmlformats.org/drawingml/2006/main" xmlns:r="http://schemas.openxmlformats.org/officeDocument/2006/relationships" xmlns:p="http://schemas.openxmlformats.org/presentationml/2006/main">
  <p:tag name="THEMECOLOR" val="8"/>
</p:tagLst>
</file>

<file path=ppt/tags/tag83.xml><?xml version="1.0" encoding="utf-8"?>
<p:tagLst xmlns:a="http://schemas.openxmlformats.org/drawingml/2006/main" xmlns:r="http://schemas.openxmlformats.org/officeDocument/2006/relationships" xmlns:p="http://schemas.openxmlformats.org/presentationml/2006/main">
  <p:tag name="THEMECOLOR" val="9"/>
</p:tagLst>
</file>

<file path=ppt/tags/tag84.xml><?xml version="1.0" encoding="utf-8"?>
<p:tagLst xmlns:a="http://schemas.openxmlformats.org/drawingml/2006/main" xmlns:r="http://schemas.openxmlformats.org/officeDocument/2006/relationships" xmlns:p="http://schemas.openxmlformats.org/presentationml/2006/main">
  <p:tag name="THEMECOLOR" val="10"/>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EMECOLOR" val="1"/>
</p:tagLst>
</file>

<file path=ppt/tags/tag87.xml><?xml version="1.0" encoding="utf-8"?>
<p:tagLst xmlns:a="http://schemas.openxmlformats.org/drawingml/2006/main" xmlns:r="http://schemas.openxmlformats.org/officeDocument/2006/relationships" xmlns:p="http://schemas.openxmlformats.org/presentationml/2006/main">
  <p:tag name="THEMECOLOR" val="2"/>
</p:tagLst>
</file>

<file path=ppt/tags/tag88.xml><?xml version="1.0" encoding="utf-8"?>
<p:tagLst xmlns:a="http://schemas.openxmlformats.org/drawingml/2006/main" xmlns:r="http://schemas.openxmlformats.org/officeDocument/2006/relationships" xmlns:p="http://schemas.openxmlformats.org/presentationml/2006/main">
  <p:tag name="THEMECOLOR" val="3"/>
</p:tagLst>
</file>

<file path=ppt/tags/tag89.xml><?xml version="1.0" encoding="utf-8"?>
<p:tagLst xmlns:a="http://schemas.openxmlformats.org/drawingml/2006/main" xmlns:r="http://schemas.openxmlformats.org/officeDocument/2006/relationships" xmlns:p="http://schemas.openxmlformats.org/presentationml/2006/main">
  <p:tag name="THEMECOLOR" val="4"/>
</p:tagLst>
</file>

<file path=ppt/tags/tag90.xml><?xml version="1.0" encoding="utf-8"?>
<p:tagLst xmlns:a="http://schemas.openxmlformats.org/drawingml/2006/main" xmlns:r="http://schemas.openxmlformats.org/officeDocument/2006/relationships" xmlns:p="http://schemas.openxmlformats.org/presentationml/2006/main">
  <p:tag name="THEMECOLOR" val="5"/>
</p:tagLst>
</file>

<file path=ppt/tags/tag91.xml><?xml version="1.0" encoding="utf-8"?>
<p:tagLst xmlns:a="http://schemas.openxmlformats.org/drawingml/2006/main" xmlns:r="http://schemas.openxmlformats.org/officeDocument/2006/relationships" xmlns:p="http://schemas.openxmlformats.org/presentationml/2006/main">
  <p:tag name="THEMECOLOR" val="6"/>
</p:tagLst>
</file>

<file path=ppt/tags/tag92.xml><?xml version="1.0" encoding="utf-8"?>
<p:tagLst xmlns:a="http://schemas.openxmlformats.org/drawingml/2006/main" xmlns:r="http://schemas.openxmlformats.org/officeDocument/2006/relationships" xmlns:p="http://schemas.openxmlformats.org/presentationml/2006/main">
  <p:tag name="THEMECOLOR" val="7"/>
</p:tagLst>
</file>

<file path=ppt/tags/tag93.xml><?xml version="1.0" encoding="utf-8"?>
<p:tagLst xmlns:a="http://schemas.openxmlformats.org/drawingml/2006/main" xmlns:r="http://schemas.openxmlformats.org/officeDocument/2006/relationships" xmlns:p="http://schemas.openxmlformats.org/presentationml/2006/main">
  <p:tag name="THEMECOLOR" val="8"/>
</p:tagLst>
</file>

<file path=ppt/tags/tag94.xml><?xml version="1.0" encoding="utf-8"?>
<p:tagLst xmlns:a="http://schemas.openxmlformats.org/drawingml/2006/main" xmlns:r="http://schemas.openxmlformats.org/officeDocument/2006/relationships" xmlns:p="http://schemas.openxmlformats.org/presentationml/2006/main">
  <p:tag name="THEMECOLOR" val="9"/>
</p:tagLst>
</file>

<file path=ppt/tags/tag95.xml><?xml version="1.0" encoding="utf-8"?>
<p:tagLst xmlns:a="http://schemas.openxmlformats.org/drawingml/2006/main" xmlns:r="http://schemas.openxmlformats.org/officeDocument/2006/relationships" xmlns:p="http://schemas.openxmlformats.org/presentationml/2006/main">
  <p:tag name="THEMECOLOR" val="10"/>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EMECOLOR" val="1"/>
</p:tagLst>
</file>

<file path=ppt/tags/tag98.xml><?xml version="1.0" encoding="utf-8"?>
<p:tagLst xmlns:a="http://schemas.openxmlformats.org/drawingml/2006/main" xmlns:r="http://schemas.openxmlformats.org/officeDocument/2006/relationships" xmlns:p="http://schemas.openxmlformats.org/presentationml/2006/main">
  <p:tag name="THEMECOLOR" val="2"/>
</p:tagLst>
</file>

<file path=ppt/tags/tag99.xml><?xml version="1.0" encoding="utf-8"?>
<p:tagLst xmlns:a="http://schemas.openxmlformats.org/drawingml/2006/main" xmlns:r="http://schemas.openxmlformats.org/officeDocument/2006/relationships" xmlns:p="http://schemas.openxmlformats.org/presentationml/2006/main">
  <p:tag name="THEMECOLOR" val="3"/>
</p:tagLst>
</file>

<file path=ppt/tags/tag100.xml><?xml version="1.0" encoding="utf-8"?>
<p:tagLst xmlns:a="http://schemas.openxmlformats.org/drawingml/2006/main" xmlns:r="http://schemas.openxmlformats.org/officeDocument/2006/relationships" xmlns:p="http://schemas.openxmlformats.org/presentationml/2006/main">
  <p:tag name="THEMECOLOR" val="4"/>
</p:tagLst>
</file>

<file path=ppt/tags/tag101.xml><?xml version="1.0" encoding="utf-8"?>
<p:tagLst xmlns:a="http://schemas.openxmlformats.org/drawingml/2006/main" xmlns:r="http://schemas.openxmlformats.org/officeDocument/2006/relationships" xmlns:p="http://schemas.openxmlformats.org/presentationml/2006/main">
  <p:tag name="THEMECOLOR" val="5"/>
</p:tagLst>
</file>

<file path=ppt/tags/tag102.xml><?xml version="1.0" encoding="utf-8"?>
<p:tagLst xmlns:a="http://schemas.openxmlformats.org/drawingml/2006/main" xmlns:r="http://schemas.openxmlformats.org/officeDocument/2006/relationships" xmlns:p="http://schemas.openxmlformats.org/presentationml/2006/main">
  <p:tag name="THEMECOLOR" val="6"/>
</p:tagLst>
</file>

<file path=ppt/tags/tag103.xml><?xml version="1.0" encoding="utf-8"?>
<p:tagLst xmlns:a="http://schemas.openxmlformats.org/drawingml/2006/main" xmlns:r="http://schemas.openxmlformats.org/officeDocument/2006/relationships" xmlns:p="http://schemas.openxmlformats.org/presentationml/2006/main">
  <p:tag name="THEMECOLOR" val="7"/>
</p:tagLst>
</file>

<file path=ppt/tags/tag104.xml><?xml version="1.0" encoding="utf-8"?>
<p:tagLst xmlns:a="http://schemas.openxmlformats.org/drawingml/2006/main" xmlns:r="http://schemas.openxmlformats.org/officeDocument/2006/relationships" xmlns:p="http://schemas.openxmlformats.org/presentationml/2006/main">
  <p:tag name="THEMECOLOR" val="8"/>
</p:tagLst>
</file>

<file path=ppt/tags/tag105.xml><?xml version="1.0" encoding="utf-8"?>
<p:tagLst xmlns:a="http://schemas.openxmlformats.org/drawingml/2006/main" xmlns:r="http://schemas.openxmlformats.org/officeDocument/2006/relationships" xmlns:p="http://schemas.openxmlformats.org/presentationml/2006/main">
  <p:tag name="THEMECOLOR" val="9"/>
</p:tagLst>
</file>

<file path=ppt/tags/tag106.xml><?xml version="1.0" encoding="utf-8"?>
<p:tagLst xmlns:a="http://schemas.openxmlformats.org/drawingml/2006/main" xmlns:r="http://schemas.openxmlformats.org/officeDocument/2006/relationships" xmlns:p="http://schemas.openxmlformats.org/presentationml/2006/main">
  <p:tag name="THEMECOLOR" val="10"/>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EMECOLOR" val="1"/>
</p:tagLst>
</file>

<file path=ppt/tags/tag109.xml><?xml version="1.0" encoding="utf-8"?>
<p:tagLst xmlns:a="http://schemas.openxmlformats.org/drawingml/2006/main" xmlns:r="http://schemas.openxmlformats.org/officeDocument/2006/relationships" xmlns:p="http://schemas.openxmlformats.org/presentationml/2006/main">
  <p:tag name="THEMECOLOR" val="2"/>
</p:tagLst>
</file>

<file path=ppt/tags/tag110.xml><?xml version="1.0" encoding="utf-8"?>
<p:tagLst xmlns:a="http://schemas.openxmlformats.org/drawingml/2006/main" xmlns:r="http://schemas.openxmlformats.org/officeDocument/2006/relationships" xmlns:p="http://schemas.openxmlformats.org/presentationml/2006/main">
  <p:tag name="THEMECOLOR" val="3"/>
</p:tagLst>
</file>

<file path=ppt/tags/tag111.xml><?xml version="1.0" encoding="utf-8"?>
<p:tagLst xmlns:a="http://schemas.openxmlformats.org/drawingml/2006/main" xmlns:r="http://schemas.openxmlformats.org/officeDocument/2006/relationships" xmlns:p="http://schemas.openxmlformats.org/presentationml/2006/main">
  <p:tag name="THEMECOLOR" val="4"/>
</p:tagLst>
</file>

<file path=ppt/tags/tag112.xml><?xml version="1.0" encoding="utf-8"?>
<p:tagLst xmlns:a="http://schemas.openxmlformats.org/drawingml/2006/main" xmlns:r="http://schemas.openxmlformats.org/officeDocument/2006/relationships" xmlns:p="http://schemas.openxmlformats.org/presentationml/2006/main">
  <p:tag name="THEMECOLOR" val="5"/>
</p:tagLst>
</file>

<file path=ppt/tags/tag113.xml><?xml version="1.0" encoding="utf-8"?>
<p:tagLst xmlns:a="http://schemas.openxmlformats.org/drawingml/2006/main" xmlns:r="http://schemas.openxmlformats.org/officeDocument/2006/relationships" xmlns:p="http://schemas.openxmlformats.org/presentationml/2006/main">
  <p:tag name="THEMECOLOR" val="6"/>
</p:tagLst>
</file>

<file path=ppt/tags/tag114.xml><?xml version="1.0" encoding="utf-8"?>
<p:tagLst xmlns:a="http://schemas.openxmlformats.org/drawingml/2006/main" xmlns:r="http://schemas.openxmlformats.org/officeDocument/2006/relationships" xmlns:p="http://schemas.openxmlformats.org/presentationml/2006/main">
  <p:tag name="THEMECOLOR" val="7"/>
</p:tagLst>
</file>

<file path=ppt/tags/tag115.xml><?xml version="1.0" encoding="utf-8"?>
<p:tagLst xmlns:a="http://schemas.openxmlformats.org/drawingml/2006/main" xmlns:r="http://schemas.openxmlformats.org/officeDocument/2006/relationships" xmlns:p="http://schemas.openxmlformats.org/presentationml/2006/main">
  <p:tag name="THEMECOLOR" val="8"/>
</p:tagLst>
</file>

<file path=ppt/tags/tag116.xml><?xml version="1.0" encoding="utf-8"?>
<p:tagLst xmlns:a="http://schemas.openxmlformats.org/drawingml/2006/main" xmlns:r="http://schemas.openxmlformats.org/officeDocument/2006/relationships" xmlns:p="http://schemas.openxmlformats.org/presentationml/2006/main">
  <p:tag name="THEMECOLOR" val="9"/>
</p:tagLst>
</file>

<file path=ppt/tags/tag117.xml><?xml version="1.0" encoding="utf-8"?>
<p:tagLst xmlns:a="http://schemas.openxmlformats.org/drawingml/2006/main" xmlns:r="http://schemas.openxmlformats.org/officeDocument/2006/relationships" xmlns:p="http://schemas.openxmlformats.org/presentationml/2006/main">
  <p:tag name="THEMECOLOR" val="10"/>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EMECOLOR" val="1"/>
</p:tagLst>
</file>

<file path=ppt/tags/tag120.xml><?xml version="1.0" encoding="utf-8"?>
<p:tagLst xmlns:a="http://schemas.openxmlformats.org/drawingml/2006/main" xmlns:r="http://schemas.openxmlformats.org/officeDocument/2006/relationships" xmlns:p="http://schemas.openxmlformats.org/presentationml/2006/main">
  <p:tag name="THEMECOLOR" val="2"/>
</p:tagLst>
</file>

<file path=ppt/tags/tag121.xml><?xml version="1.0" encoding="utf-8"?>
<p:tagLst xmlns:a="http://schemas.openxmlformats.org/drawingml/2006/main" xmlns:r="http://schemas.openxmlformats.org/officeDocument/2006/relationships" xmlns:p="http://schemas.openxmlformats.org/presentationml/2006/main">
  <p:tag name="THEMECOLOR" val="3"/>
</p:tagLst>
</file>

<file path=ppt/tags/tag122.xml><?xml version="1.0" encoding="utf-8"?>
<p:tagLst xmlns:a="http://schemas.openxmlformats.org/drawingml/2006/main" xmlns:r="http://schemas.openxmlformats.org/officeDocument/2006/relationships" xmlns:p="http://schemas.openxmlformats.org/presentationml/2006/main">
  <p:tag name="THEMECOLOR" val="4"/>
</p:tagLst>
</file>

<file path=ppt/tags/tag123.xml><?xml version="1.0" encoding="utf-8"?>
<p:tagLst xmlns:a="http://schemas.openxmlformats.org/drawingml/2006/main" xmlns:r="http://schemas.openxmlformats.org/officeDocument/2006/relationships" xmlns:p="http://schemas.openxmlformats.org/presentationml/2006/main">
  <p:tag name="THEMECOLOR" val="5"/>
</p:tagLst>
</file>

<file path=ppt/tags/tag124.xml><?xml version="1.0" encoding="utf-8"?>
<p:tagLst xmlns:a="http://schemas.openxmlformats.org/drawingml/2006/main" xmlns:r="http://schemas.openxmlformats.org/officeDocument/2006/relationships" xmlns:p="http://schemas.openxmlformats.org/presentationml/2006/main">
  <p:tag name="THEMECOLOR" val="6"/>
</p:tagLst>
</file>

<file path=ppt/tags/tag125.xml><?xml version="1.0" encoding="utf-8"?>
<p:tagLst xmlns:a="http://schemas.openxmlformats.org/drawingml/2006/main" xmlns:r="http://schemas.openxmlformats.org/officeDocument/2006/relationships" xmlns:p="http://schemas.openxmlformats.org/presentationml/2006/main">
  <p:tag name="THEMECOLOR" val="7"/>
</p:tagLst>
</file>

<file path=ppt/tags/tag126.xml><?xml version="1.0" encoding="utf-8"?>
<p:tagLst xmlns:a="http://schemas.openxmlformats.org/drawingml/2006/main" xmlns:r="http://schemas.openxmlformats.org/officeDocument/2006/relationships" xmlns:p="http://schemas.openxmlformats.org/presentationml/2006/main">
  <p:tag name="THEMECOLOR" val="8"/>
</p:tagLst>
</file>

<file path=ppt/tags/tag127.xml><?xml version="1.0" encoding="utf-8"?>
<p:tagLst xmlns:a="http://schemas.openxmlformats.org/drawingml/2006/main" xmlns:r="http://schemas.openxmlformats.org/officeDocument/2006/relationships" xmlns:p="http://schemas.openxmlformats.org/presentationml/2006/main">
  <p:tag name="THEMECOLOR" val="9"/>
</p:tagLst>
</file>

<file path=ppt/tags/tag128.xml><?xml version="1.0" encoding="utf-8"?>
<p:tagLst xmlns:a="http://schemas.openxmlformats.org/drawingml/2006/main" xmlns:r="http://schemas.openxmlformats.org/officeDocument/2006/relationships" xmlns:p="http://schemas.openxmlformats.org/presentationml/2006/main">
  <p:tag name="THEMECOLOR" val="10"/>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EMECOLOR" val="1"/>
</p:tagLst>
</file>

<file path=ppt/tags/tag131.xml><?xml version="1.0" encoding="utf-8"?>
<p:tagLst xmlns:a="http://schemas.openxmlformats.org/drawingml/2006/main" xmlns:r="http://schemas.openxmlformats.org/officeDocument/2006/relationships" xmlns:p="http://schemas.openxmlformats.org/presentationml/2006/main">
  <p:tag name="THEMECOLOR" val="2"/>
</p:tagLst>
</file>

<file path=ppt/tags/tag132.xml><?xml version="1.0" encoding="utf-8"?>
<p:tagLst xmlns:a="http://schemas.openxmlformats.org/drawingml/2006/main" xmlns:r="http://schemas.openxmlformats.org/officeDocument/2006/relationships" xmlns:p="http://schemas.openxmlformats.org/presentationml/2006/main">
  <p:tag name="THEMECOLOR" val="3"/>
</p:tagLst>
</file>

<file path=ppt/tags/tag133.xml><?xml version="1.0" encoding="utf-8"?>
<p:tagLst xmlns:a="http://schemas.openxmlformats.org/drawingml/2006/main" xmlns:r="http://schemas.openxmlformats.org/officeDocument/2006/relationships" xmlns:p="http://schemas.openxmlformats.org/presentationml/2006/main">
  <p:tag name="THEMECOLOR" val="4"/>
</p:tagLst>
</file>

<file path=ppt/tags/tag134.xml><?xml version="1.0" encoding="utf-8"?>
<p:tagLst xmlns:a="http://schemas.openxmlformats.org/drawingml/2006/main" xmlns:r="http://schemas.openxmlformats.org/officeDocument/2006/relationships" xmlns:p="http://schemas.openxmlformats.org/presentationml/2006/main">
  <p:tag name="THEMECOLOR" val="5"/>
</p:tagLst>
</file>

<file path=ppt/tags/tag135.xml><?xml version="1.0" encoding="utf-8"?>
<p:tagLst xmlns:a="http://schemas.openxmlformats.org/drawingml/2006/main" xmlns:r="http://schemas.openxmlformats.org/officeDocument/2006/relationships" xmlns:p="http://schemas.openxmlformats.org/presentationml/2006/main">
  <p:tag name="THEMECOLOR" val="6"/>
</p:tagLst>
</file>

<file path=ppt/tags/tag136.xml><?xml version="1.0" encoding="utf-8"?>
<p:tagLst xmlns:a="http://schemas.openxmlformats.org/drawingml/2006/main" xmlns:r="http://schemas.openxmlformats.org/officeDocument/2006/relationships" xmlns:p="http://schemas.openxmlformats.org/presentationml/2006/main">
  <p:tag name="THEMECOLOR" val="7"/>
</p:tagLst>
</file>

<file path=ppt/tags/tag137.xml><?xml version="1.0" encoding="utf-8"?>
<p:tagLst xmlns:a="http://schemas.openxmlformats.org/drawingml/2006/main" xmlns:r="http://schemas.openxmlformats.org/officeDocument/2006/relationships" xmlns:p="http://schemas.openxmlformats.org/presentationml/2006/main">
  <p:tag name="THEMECOLOR" val="8"/>
</p:tagLst>
</file>

<file path=ppt/tags/tag138.xml><?xml version="1.0" encoding="utf-8"?>
<p:tagLst xmlns:a="http://schemas.openxmlformats.org/drawingml/2006/main" xmlns:r="http://schemas.openxmlformats.org/officeDocument/2006/relationships" xmlns:p="http://schemas.openxmlformats.org/presentationml/2006/main">
  <p:tag name="THEMECOLOR" val="9"/>
</p:tagLst>
</file>

<file path=ppt/tags/tag139.xml><?xml version="1.0" encoding="utf-8"?>
<p:tagLst xmlns:a="http://schemas.openxmlformats.org/drawingml/2006/main" xmlns:r="http://schemas.openxmlformats.org/officeDocument/2006/relationships" xmlns:p="http://schemas.openxmlformats.org/presentationml/2006/main">
  <p:tag name="THEMECOLOR" val="10"/>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EMECOLOR" val="1"/>
</p:tagLst>
</file>

<file path=ppt/tags/tag142.xml><?xml version="1.0" encoding="utf-8"?>
<p:tagLst xmlns:a="http://schemas.openxmlformats.org/drawingml/2006/main" xmlns:r="http://schemas.openxmlformats.org/officeDocument/2006/relationships" xmlns:p="http://schemas.openxmlformats.org/presentationml/2006/main">
  <p:tag name="THEMECOLOR" val="2"/>
</p:tagLst>
</file>

<file path=ppt/tags/tag143.xml><?xml version="1.0" encoding="utf-8"?>
<p:tagLst xmlns:a="http://schemas.openxmlformats.org/drawingml/2006/main" xmlns:r="http://schemas.openxmlformats.org/officeDocument/2006/relationships" xmlns:p="http://schemas.openxmlformats.org/presentationml/2006/main">
  <p:tag name="THEMECOLOR" val="3"/>
</p:tagLst>
</file>

<file path=ppt/tags/tag144.xml><?xml version="1.0" encoding="utf-8"?>
<p:tagLst xmlns:a="http://schemas.openxmlformats.org/drawingml/2006/main" xmlns:r="http://schemas.openxmlformats.org/officeDocument/2006/relationships" xmlns:p="http://schemas.openxmlformats.org/presentationml/2006/main">
  <p:tag name="THEMECOLOR" val="4"/>
</p:tagLst>
</file>

<file path=ppt/tags/tag145.xml><?xml version="1.0" encoding="utf-8"?>
<p:tagLst xmlns:a="http://schemas.openxmlformats.org/drawingml/2006/main" xmlns:r="http://schemas.openxmlformats.org/officeDocument/2006/relationships" xmlns:p="http://schemas.openxmlformats.org/presentationml/2006/main">
  <p:tag name="THEMECOLOR" val="5"/>
</p:tagLst>
</file>

<file path=ppt/tags/tag146.xml><?xml version="1.0" encoding="utf-8"?>
<p:tagLst xmlns:a="http://schemas.openxmlformats.org/drawingml/2006/main" xmlns:r="http://schemas.openxmlformats.org/officeDocument/2006/relationships" xmlns:p="http://schemas.openxmlformats.org/presentationml/2006/main">
  <p:tag name="THEMECOLOR" val="6"/>
</p:tagLst>
</file>

<file path=ppt/tags/tag147.xml><?xml version="1.0" encoding="utf-8"?>
<p:tagLst xmlns:a="http://schemas.openxmlformats.org/drawingml/2006/main" xmlns:r="http://schemas.openxmlformats.org/officeDocument/2006/relationships" xmlns:p="http://schemas.openxmlformats.org/presentationml/2006/main">
  <p:tag name="THEMECOLOR" val="7"/>
</p:tagLst>
</file>

<file path=ppt/tags/tag148.xml><?xml version="1.0" encoding="utf-8"?>
<p:tagLst xmlns:a="http://schemas.openxmlformats.org/drawingml/2006/main" xmlns:r="http://schemas.openxmlformats.org/officeDocument/2006/relationships" xmlns:p="http://schemas.openxmlformats.org/presentationml/2006/main">
  <p:tag name="THEMECOLOR" val="8"/>
</p:tagLst>
</file>

<file path=ppt/tags/tag149.xml><?xml version="1.0" encoding="utf-8"?>
<p:tagLst xmlns:a="http://schemas.openxmlformats.org/drawingml/2006/main" xmlns:r="http://schemas.openxmlformats.org/officeDocument/2006/relationships" xmlns:p="http://schemas.openxmlformats.org/presentationml/2006/main">
  <p:tag name="THEMECOLOR" val="9"/>
</p:tagLst>
</file>

<file path=ppt/tags/tag150.xml><?xml version="1.0" encoding="utf-8"?>
<p:tagLst xmlns:a="http://schemas.openxmlformats.org/drawingml/2006/main" xmlns:r="http://schemas.openxmlformats.org/officeDocument/2006/relationships" xmlns:p="http://schemas.openxmlformats.org/presentationml/2006/main">
  <p:tag name="THEMECOLOR" val="10"/>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EMECOLOR" val="1"/>
</p:tagLst>
</file>

<file path=ppt/tags/tag153.xml><?xml version="1.0" encoding="utf-8"?>
<p:tagLst xmlns:a="http://schemas.openxmlformats.org/drawingml/2006/main" xmlns:r="http://schemas.openxmlformats.org/officeDocument/2006/relationships" xmlns:p="http://schemas.openxmlformats.org/presentationml/2006/main">
  <p:tag name="THEMECOLOR" val="2"/>
</p:tagLst>
</file>

<file path=ppt/tags/tag154.xml><?xml version="1.0" encoding="utf-8"?>
<p:tagLst xmlns:a="http://schemas.openxmlformats.org/drawingml/2006/main" xmlns:r="http://schemas.openxmlformats.org/officeDocument/2006/relationships" xmlns:p="http://schemas.openxmlformats.org/presentationml/2006/main">
  <p:tag name="THEMECOLOR" val="3"/>
</p:tagLst>
</file>

<file path=ppt/tags/tag155.xml><?xml version="1.0" encoding="utf-8"?>
<p:tagLst xmlns:a="http://schemas.openxmlformats.org/drawingml/2006/main" xmlns:r="http://schemas.openxmlformats.org/officeDocument/2006/relationships" xmlns:p="http://schemas.openxmlformats.org/presentationml/2006/main">
  <p:tag name="THEMECOLOR" val="4"/>
</p:tagLst>
</file>

<file path=ppt/tags/tag156.xml><?xml version="1.0" encoding="utf-8"?>
<p:tagLst xmlns:a="http://schemas.openxmlformats.org/drawingml/2006/main" xmlns:r="http://schemas.openxmlformats.org/officeDocument/2006/relationships" xmlns:p="http://schemas.openxmlformats.org/presentationml/2006/main">
  <p:tag name="THEMECOLOR" val="5"/>
</p:tagLst>
</file>

<file path=ppt/tags/tag157.xml><?xml version="1.0" encoding="utf-8"?>
<p:tagLst xmlns:a="http://schemas.openxmlformats.org/drawingml/2006/main" xmlns:r="http://schemas.openxmlformats.org/officeDocument/2006/relationships" xmlns:p="http://schemas.openxmlformats.org/presentationml/2006/main">
  <p:tag name="THEMECOLOR" val="6"/>
</p:tagLst>
</file>

<file path=ppt/tags/tag158.xml><?xml version="1.0" encoding="utf-8"?>
<p:tagLst xmlns:a="http://schemas.openxmlformats.org/drawingml/2006/main" xmlns:r="http://schemas.openxmlformats.org/officeDocument/2006/relationships" xmlns:p="http://schemas.openxmlformats.org/presentationml/2006/main">
  <p:tag name="THEMECOLOR" val="7"/>
</p:tagLst>
</file>

<file path=ppt/tags/tag159.xml><?xml version="1.0" encoding="utf-8"?>
<p:tagLst xmlns:a="http://schemas.openxmlformats.org/drawingml/2006/main" xmlns:r="http://schemas.openxmlformats.org/officeDocument/2006/relationships" xmlns:p="http://schemas.openxmlformats.org/presentationml/2006/main">
  <p:tag name="THEMECOLOR" val="8"/>
</p:tagLst>
</file>

<file path=ppt/tags/tag160.xml><?xml version="1.0" encoding="utf-8"?>
<p:tagLst xmlns:a="http://schemas.openxmlformats.org/drawingml/2006/main" xmlns:r="http://schemas.openxmlformats.org/officeDocument/2006/relationships" xmlns:p="http://schemas.openxmlformats.org/presentationml/2006/main">
  <p:tag name="THEMECOLOR" val="9"/>
</p:tagLst>
</file>

<file path=ppt/tags/tag161.xml><?xml version="1.0" encoding="utf-8"?>
<p:tagLst xmlns:a="http://schemas.openxmlformats.org/drawingml/2006/main" xmlns:r="http://schemas.openxmlformats.org/officeDocument/2006/relationships" xmlns:p="http://schemas.openxmlformats.org/presentationml/2006/main">
  <p:tag name="THEMECOLOR" val="10"/>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EMECOLOR" val="1"/>
</p:tagLst>
</file>

<file path=ppt/tags/tag164.xml><?xml version="1.0" encoding="utf-8"?>
<p:tagLst xmlns:a="http://schemas.openxmlformats.org/drawingml/2006/main" xmlns:r="http://schemas.openxmlformats.org/officeDocument/2006/relationships" xmlns:p="http://schemas.openxmlformats.org/presentationml/2006/main">
  <p:tag name="THEMECOLOR" val="2"/>
</p:tagLst>
</file>

<file path=ppt/tags/tag165.xml><?xml version="1.0" encoding="utf-8"?>
<p:tagLst xmlns:a="http://schemas.openxmlformats.org/drawingml/2006/main" xmlns:r="http://schemas.openxmlformats.org/officeDocument/2006/relationships" xmlns:p="http://schemas.openxmlformats.org/presentationml/2006/main">
  <p:tag name="THEMECOLOR" val="3"/>
</p:tagLst>
</file>

<file path=ppt/tags/tag166.xml><?xml version="1.0" encoding="utf-8"?>
<p:tagLst xmlns:a="http://schemas.openxmlformats.org/drawingml/2006/main" xmlns:r="http://schemas.openxmlformats.org/officeDocument/2006/relationships" xmlns:p="http://schemas.openxmlformats.org/presentationml/2006/main">
  <p:tag name="THEMECOLOR" val="4"/>
</p:tagLst>
</file>

<file path=ppt/tags/tag167.xml><?xml version="1.0" encoding="utf-8"?>
<p:tagLst xmlns:a="http://schemas.openxmlformats.org/drawingml/2006/main" xmlns:r="http://schemas.openxmlformats.org/officeDocument/2006/relationships" xmlns:p="http://schemas.openxmlformats.org/presentationml/2006/main">
  <p:tag name="THEMECOLOR" val="5"/>
</p:tagLst>
</file>

<file path=ppt/tags/tag168.xml><?xml version="1.0" encoding="utf-8"?>
<p:tagLst xmlns:a="http://schemas.openxmlformats.org/drawingml/2006/main" xmlns:r="http://schemas.openxmlformats.org/officeDocument/2006/relationships" xmlns:p="http://schemas.openxmlformats.org/presentationml/2006/main">
  <p:tag name="THEMECOLOR" val="6"/>
</p:tagLst>
</file>

<file path=ppt/tags/tag169.xml><?xml version="1.0" encoding="utf-8"?>
<p:tagLst xmlns:a="http://schemas.openxmlformats.org/drawingml/2006/main" xmlns:r="http://schemas.openxmlformats.org/officeDocument/2006/relationships" xmlns:p="http://schemas.openxmlformats.org/presentationml/2006/main">
  <p:tag name="THEMECOLOR" val="7"/>
</p:tagLst>
</file>

<file path=ppt/tags/tag170.xml><?xml version="1.0" encoding="utf-8"?>
<p:tagLst xmlns:a="http://schemas.openxmlformats.org/drawingml/2006/main" xmlns:r="http://schemas.openxmlformats.org/officeDocument/2006/relationships" xmlns:p="http://schemas.openxmlformats.org/presentationml/2006/main">
  <p:tag name="THEMECOLOR" val="8"/>
</p:tagLst>
</file>

<file path=ppt/tags/tag171.xml><?xml version="1.0" encoding="utf-8"?>
<p:tagLst xmlns:a="http://schemas.openxmlformats.org/drawingml/2006/main" xmlns:r="http://schemas.openxmlformats.org/officeDocument/2006/relationships" xmlns:p="http://schemas.openxmlformats.org/presentationml/2006/main">
  <p:tag name="THEMECOLOR" val="9"/>
</p:tagLst>
</file>

<file path=ppt/tags/tag172.xml><?xml version="1.0" encoding="utf-8"?>
<p:tagLst xmlns:a="http://schemas.openxmlformats.org/drawingml/2006/main" xmlns:r="http://schemas.openxmlformats.org/officeDocument/2006/relationships" xmlns:p="http://schemas.openxmlformats.org/presentationml/2006/main">
  <p:tag name="THEMECOLOR" val="10"/>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EMECOLOR" val="1"/>
</p:tagLst>
</file>

<file path=ppt/tags/tag175.xml><?xml version="1.0" encoding="utf-8"?>
<p:tagLst xmlns:a="http://schemas.openxmlformats.org/drawingml/2006/main" xmlns:r="http://schemas.openxmlformats.org/officeDocument/2006/relationships" xmlns:p="http://schemas.openxmlformats.org/presentationml/2006/main">
  <p:tag name="THEMECOLOR" val="2"/>
</p:tagLst>
</file>

<file path=ppt/tags/tag176.xml><?xml version="1.0" encoding="utf-8"?>
<p:tagLst xmlns:a="http://schemas.openxmlformats.org/drawingml/2006/main" xmlns:r="http://schemas.openxmlformats.org/officeDocument/2006/relationships" xmlns:p="http://schemas.openxmlformats.org/presentationml/2006/main">
  <p:tag name="THEMECOLOR" val="3"/>
</p:tagLst>
</file>

<file path=ppt/tags/tag177.xml><?xml version="1.0" encoding="utf-8"?>
<p:tagLst xmlns:a="http://schemas.openxmlformats.org/drawingml/2006/main" xmlns:r="http://schemas.openxmlformats.org/officeDocument/2006/relationships" xmlns:p="http://schemas.openxmlformats.org/presentationml/2006/main">
  <p:tag name="THEMECOLOR" val="4"/>
</p:tagLst>
</file>

<file path=ppt/tags/tag178.xml><?xml version="1.0" encoding="utf-8"?>
<p:tagLst xmlns:a="http://schemas.openxmlformats.org/drawingml/2006/main" xmlns:r="http://schemas.openxmlformats.org/officeDocument/2006/relationships" xmlns:p="http://schemas.openxmlformats.org/presentationml/2006/main">
  <p:tag name="THEMECOLOR" val="5"/>
</p:tagLst>
</file>

<file path=ppt/tags/tag179.xml><?xml version="1.0" encoding="utf-8"?>
<p:tagLst xmlns:a="http://schemas.openxmlformats.org/drawingml/2006/main" xmlns:r="http://schemas.openxmlformats.org/officeDocument/2006/relationships" xmlns:p="http://schemas.openxmlformats.org/presentationml/2006/main">
  <p:tag name="THEMECOLOR" val="6"/>
</p:tagLst>
</file>

<file path=ppt/tags/tag180.xml><?xml version="1.0" encoding="utf-8"?>
<p:tagLst xmlns:a="http://schemas.openxmlformats.org/drawingml/2006/main" xmlns:r="http://schemas.openxmlformats.org/officeDocument/2006/relationships" xmlns:p="http://schemas.openxmlformats.org/presentationml/2006/main">
  <p:tag name="THEMECOLOR" val="7"/>
</p:tagLst>
</file>

<file path=ppt/tags/tag181.xml><?xml version="1.0" encoding="utf-8"?>
<p:tagLst xmlns:a="http://schemas.openxmlformats.org/drawingml/2006/main" xmlns:r="http://schemas.openxmlformats.org/officeDocument/2006/relationships" xmlns:p="http://schemas.openxmlformats.org/presentationml/2006/main">
  <p:tag name="THEMECOLOR" val="8"/>
</p:tagLst>
</file>

<file path=ppt/tags/tag182.xml><?xml version="1.0" encoding="utf-8"?>
<p:tagLst xmlns:a="http://schemas.openxmlformats.org/drawingml/2006/main" xmlns:r="http://schemas.openxmlformats.org/officeDocument/2006/relationships" xmlns:p="http://schemas.openxmlformats.org/presentationml/2006/main">
  <p:tag name="THEMECOLOR" val="9"/>
</p:tagLst>
</file>

<file path=ppt/tags/tag183.xml><?xml version="1.0" encoding="utf-8"?>
<p:tagLst xmlns:a="http://schemas.openxmlformats.org/drawingml/2006/main" xmlns:r="http://schemas.openxmlformats.org/officeDocument/2006/relationships" xmlns:p="http://schemas.openxmlformats.org/presentationml/2006/main">
  <p:tag name="THEMECOLOR" val="10"/>
</p:tagLst>
</file>

<file path=ppt/theme/theme1.xml><?xml version="1.0" encoding="utf-8"?>
<a:theme xmlns:a="http://schemas.openxmlformats.org/drawingml/2006/main" name="Office 主题​​">
  <a:themeElements>
    <a:clrScheme name="自定义 15">
      <a:dk1>
        <a:srgbClr val="000000"/>
      </a:dk1>
      <a:lt1>
        <a:srgbClr val="FFFFFF"/>
      </a:lt1>
      <a:dk2>
        <a:srgbClr val="44546A"/>
      </a:dk2>
      <a:lt2>
        <a:srgbClr val="E7E6E6"/>
      </a:lt2>
      <a:accent1>
        <a:srgbClr val="8B2D1D"/>
      </a:accent1>
      <a:accent2>
        <a:srgbClr val="D5513B"/>
      </a:accent2>
      <a:accent3>
        <a:srgbClr val="242424"/>
      </a:accent3>
      <a:accent4>
        <a:srgbClr val="E6E7E8"/>
      </a:accent4>
      <a:accent5>
        <a:srgbClr val="A2B9CC"/>
      </a:accent5>
      <a:accent6>
        <a:srgbClr val="DDAC6F"/>
      </a:accent6>
      <a:hlink>
        <a:srgbClr val="A5A5A5"/>
      </a:hlink>
      <a:folHlink>
        <a:srgbClr val="D8D8D8"/>
      </a:folHlink>
    </a:clrScheme>
    <a:fontScheme name="自定义 2">
      <a:majorFont>
        <a:latin typeface="OPPOSans B"/>
        <a:ea typeface="OPPOSans B"/>
        <a:cs typeface=""/>
      </a:majorFont>
      <a:minorFont>
        <a:latin typeface="OPPOSans R"/>
        <a:ea typeface="OPPOSans 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ith sidebar">
  <a:themeElements>
    <a:clrScheme name="苍岭绿">
      <a:dk1>
        <a:sysClr val="windowText" lastClr="000000"/>
      </a:dk1>
      <a:lt1>
        <a:sysClr val="window" lastClr="FFFFFF"/>
      </a:lt1>
      <a:dk2>
        <a:srgbClr val="000000"/>
      </a:dk2>
      <a:lt2>
        <a:srgbClr val="FFFFFF"/>
      </a:lt2>
      <a:accent1>
        <a:srgbClr val="1E4123"/>
      </a:accent1>
      <a:accent2>
        <a:srgbClr val="3E8749"/>
      </a:accent2>
      <a:accent3>
        <a:srgbClr val="306534"/>
      </a:accent3>
      <a:accent4>
        <a:srgbClr val="244B27"/>
      </a:accent4>
      <a:accent5>
        <a:srgbClr val="3E8749"/>
      </a:accent5>
      <a:accent6>
        <a:srgbClr val="18321A"/>
      </a:accent6>
      <a:hlink>
        <a:srgbClr val="18321A"/>
      </a:hlink>
      <a:folHlink>
        <a:srgbClr val="B26B0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with sidebar">
  <a:themeElements>
    <a:clrScheme name="商务蓝">
      <a:dk1>
        <a:sysClr val="windowText" lastClr="000000"/>
      </a:dk1>
      <a:lt1>
        <a:sysClr val="window" lastClr="FFFFFF"/>
      </a:lt1>
      <a:dk2>
        <a:srgbClr val="171616"/>
      </a:dk2>
      <a:lt2>
        <a:srgbClr val="FFFFFF"/>
      </a:lt2>
      <a:accent1>
        <a:srgbClr val="0061FF"/>
      </a:accent1>
      <a:accent2>
        <a:srgbClr val="0061FF"/>
      </a:accent2>
      <a:accent3>
        <a:srgbClr val="0061FF"/>
      </a:accent3>
      <a:accent4>
        <a:srgbClr val="0061FF"/>
      </a:accent4>
      <a:accent5>
        <a:srgbClr val="40C9FF"/>
      </a:accent5>
      <a:accent6>
        <a:srgbClr val="0061FF"/>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2_Custom Design">
  <a:themeElements>
    <a:clrScheme name="上海外服">
      <a:dk1>
        <a:sysClr val="windowText" lastClr="000000"/>
      </a:dk1>
      <a:lt1>
        <a:sysClr val="window" lastClr="FFFFFF"/>
      </a:lt1>
      <a:dk2>
        <a:srgbClr val="44546A"/>
      </a:dk2>
      <a:lt2>
        <a:srgbClr val="E7E6E6"/>
      </a:lt2>
      <a:accent1>
        <a:srgbClr val="006BBB"/>
      </a:accent1>
      <a:accent2>
        <a:srgbClr val="30A0E0"/>
      </a:accent2>
      <a:accent3>
        <a:srgbClr val="FFC872"/>
      </a:accent3>
      <a:accent4>
        <a:srgbClr val="FFE3B3"/>
      </a:accent4>
      <a:accent5>
        <a:srgbClr val="5CCED4"/>
      </a:accent5>
      <a:accent6>
        <a:srgbClr val="70AD47"/>
      </a:accent6>
      <a:hlink>
        <a:srgbClr val="0563C1"/>
      </a:hlink>
      <a:folHlink>
        <a:srgbClr val="954F72"/>
      </a:folHlink>
    </a:clrScheme>
    <a:fontScheme name="lhh">
      <a:majorFont>
        <a:latin typeface="Arial"/>
        <a:ea typeface="微软雅黑"/>
        <a:cs typeface=""/>
      </a:majorFont>
      <a:minorFont>
        <a:latin typeface="Arial Nova Light"/>
        <a:ea typeface="微软雅黑 Light"/>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cmpd="sng" algn="ctr">
          <a:noFill/>
          <a:prstDash val="solid"/>
          <a:miter lim="800000"/>
        </a:ln>
        <a:effectLst>
          <a:outerShdw blurRad="190500" sx="102000" sy="102000" algn="ctr" rotWithShape="0">
            <a:schemeClr val="accent1">
              <a:alpha val="21000"/>
            </a:schemeClr>
          </a:outerShdw>
        </a:effectLst>
      </a:spPr>
      <a:bodyPr wrap="square" lIns="0" tIns="0" rIns="0" bIns="0" rtlCol="0" anchor="ctr">
        <a:noAutofit/>
      </a:bodyPr>
      <a:lstStyle>
        <a:defPPr algn="ctr">
          <a:defRPr kumimoji="0" b="1" i="0" u="none" strike="noStrike" kern="100" cap="none" spc="0" normalizeH="0" baseline="0" noProof="0" dirty="0" smtClean="0">
            <a:ln>
              <a:noFill/>
            </a:ln>
            <a:solidFill>
              <a:schemeClr val="bg1"/>
            </a:solidFill>
            <a:effectLst/>
            <a:uLnTx/>
            <a:uFillTx/>
            <a:latin typeface="+mj-lt"/>
            <a:ea typeface="等线" panose="02010600030101010101" pitchFamily="2" charset="-122"/>
            <a:cs typeface="Times New Roman" panose="02020603050405020304" pitchFamily="18" charset="0"/>
          </a:defRPr>
        </a:defPPr>
      </a:lstStyle>
    </a:spDef>
    <a:lnDef>
      <a:spPr>
        <a:ln w="12700">
          <a:solidFill>
            <a:schemeClr val="accent2"/>
          </a:solidFill>
        </a:ln>
      </a:spPr>
      <a:bodyPr/>
      <a:lstStyle/>
      <a:style>
        <a:lnRef idx="2">
          <a:schemeClr val="accent1"/>
        </a:lnRef>
        <a:fillRef idx="0">
          <a:schemeClr val="accent1"/>
        </a:fillRef>
        <a:effectRef idx="1">
          <a:schemeClr val="accent1"/>
        </a:effectRef>
        <a:fontRef idx="minor">
          <a:schemeClr val="tx1"/>
        </a:fontRef>
      </a:style>
    </a:lnDef>
    <a:txDef>
      <a:spPr>
        <a:ln>
          <a:noFill/>
        </a:ln>
      </a:spPr>
      <a:bodyPr vert="horz" lIns="91440" tIns="45720" rIns="91440" bIns="45720" rtlCol="0" anchor="t">
        <a:normAutofit/>
      </a:bodyP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Office 主题​​">
  <a:themeElements>
    <a:clrScheme name="">
      <a:dk1>
        <a:srgbClr val="000000"/>
      </a:dk1>
      <a:lt1>
        <a:srgbClr val="FFFFFF"/>
      </a:lt1>
      <a:dk2>
        <a:srgbClr val="44546A"/>
      </a:dk2>
      <a:lt2>
        <a:srgbClr val="E7E6E6"/>
      </a:lt2>
      <a:accent1>
        <a:srgbClr val="FDDD07"/>
      </a:accent1>
      <a:accent2>
        <a:srgbClr val="D5513B"/>
      </a:accent2>
      <a:accent3>
        <a:srgbClr val="242424"/>
      </a:accent3>
      <a:accent4>
        <a:srgbClr val="E6E7E8"/>
      </a:accent4>
      <a:accent5>
        <a:srgbClr val="A2B9CC"/>
      </a:accent5>
      <a:accent6>
        <a:srgbClr val="DDAC6F"/>
      </a:accent6>
      <a:hlink>
        <a:srgbClr val="A5A5A5"/>
      </a:hlink>
      <a:folHlink>
        <a:srgbClr val="D8D8D8"/>
      </a:folHlink>
    </a:clrScheme>
    <a:fontScheme name="自定义 2">
      <a:majorFont>
        <a:latin typeface="OPPOSans B"/>
        <a:ea typeface="OPPOSans B"/>
        <a:cs typeface=""/>
      </a:majorFont>
      <a:minorFont>
        <a:latin typeface="OPPOSans R"/>
        <a:ea typeface="OPPOSans 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Office 主题​​">
  <a:themeElements>
    <a:clrScheme name="">
      <a:dk1>
        <a:srgbClr val="000000"/>
      </a:dk1>
      <a:lt1>
        <a:srgbClr val="FFFFFF"/>
      </a:lt1>
      <a:dk2>
        <a:srgbClr val="44546A"/>
      </a:dk2>
      <a:lt2>
        <a:srgbClr val="E7E6E6"/>
      </a:lt2>
      <a:accent1>
        <a:srgbClr val="FCCB08"/>
      </a:accent1>
      <a:accent2>
        <a:srgbClr val="D5513B"/>
      </a:accent2>
      <a:accent3>
        <a:srgbClr val="242424"/>
      </a:accent3>
      <a:accent4>
        <a:srgbClr val="E6E7E8"/>
      </a:accent4>
      <a:accent5>
        <a:srgbClr val="A2B9CC"/>
      </a:accent5>
      <a:accent6>
        <a:srgbClr val="DDAC6F"/>
      </a:accent6>
      <a:hlink>
        <a:srgbClr val="A5A5A5"/>
      </a:hlink>
      <a:folHlink>
        <a:srgbClr val="D8D8D8"/>
      </a:folHlink>
    </a:clrScheme>
    <a:fontScheme name="自定义 2">
      <a:majorFont>
        <a:latin typeface="OPPOSans B"/>
        <a:ea typeface="OPPOSans B"/>
        <a:cs typeface=""/>
      </a:majorFont>
      <a:minorFont>
        <a:latin typeface="OPPOSans R"/>
        <a:ea typeface="OPPOSans 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w="25400" cap="rnd" cmpd="sng" algn="ctr">
          <a:solidFill>
            <a:srgbClr val="D40000"/>
          </a:solidFill>
          <a:prstDash val="lgDash"/>
          <a:round/>
        </a:ln>
      </a:spPr>
      <a:bodyPr wrap="square" rtlCol="0" anchor="ctr" anchorCtr="0">
        <a:noAutofit/>
      </a:bodyPr>
      <a:lstStyle>
        <a:defPPr algn="ctr">
          <a:lnSpc>
            <a:spcPct val="100000"/>
          </a:lnSpc>
          <a:defRPr lang="zh-CN" altLang="en-US" sz="2400"/>
        </a:defPPr>
      </a:lstStyle>
      <a:style>
        <a:lnRef idx="0">
          <a:schemeClr val="accent1"/>
        </a:lnRef>
        <a:fillRef idx="0">
          <a:srgbClr val="FFFFFF"/>
        </a:fillRef>
        <a:effectRef idx="0">
          <a:srgbClr val="FFFFFF"/>
        </a:effectRef>
        <a:fontRef idx="minor">
          <a:schemeClr val="tx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3022</TotalTime>
  <Words>1112</Words>
  <Application>Microsoft Office PowerPoint</Application>
  <PresentationFormat>宽屏</PresentationFormat>
  <Paragraphs>267</Paragraphs>
  <Slides>16</Slides>
  <Notes>0</Notes>
  <HiddenSlides>0</HiddenSlides>
  <MMClips>1</MMClips>
  <ScaleCrop>false</ScaleCrop>
  <HeadingPairs>
    <vt:vector size="8" baseType="variant">
      <vt:variant>
        <vt:lpstr>已用的字体</vt:lpstr>
      </vt:variant>
      <vt:variant>
        <vt:i4>10</vt:i4>
      </vt:variant>
      <vt:variant>
        <vt:lpstr>主题</vt:lpstr>
      </vt:variant>
      <vt:variant>
        <vt:i4>6</vt:i4>
      </vt:variant>
      <vt:variant>
        <vt:lpstr>嵌入 OLE 服务器</vt:lpstr>
      </vt:variant>
      <vt:variant>
        <vt:i4>1</vt:i4>
      </vt:variant>
      <vt:variant>
        <vt:lpstr>幻灯片标题</vt:lpstr>
      </vt:variant>
      <vt:variant>
        <vt:i4>16</vt:i4>
      </vt:variant>
    </vt:vector>
  </HeadingPairs>
  <TitlesOfParts>
    <vt:vector size="33" baseType="lpstr">
      <vt:lpstr>汉仪粗仿宋简</vt:lpstr>
      <vt:lpstr>Century Gothic</vt:lpstr>
      <vt:lpstr>汉仪劲楷简</vt:lpstr>
      <vt:lpstr>OPPOSans R</vt:lpstr>
      <vt:lpstr>Calibri</vt:lpstr>
      <vt:lpstr>OPPOSans B</vt:lpstr>
      <vt:lpstr>Roboto Regular</vt:lpstr>
      <vt:lpstr>Helvetica Neue</vt:lpstr>
      <vt:lpstr>Arial</vt:lpstr>
      <vt:lpstr>思源黑体 CN Bold</vt:lpstr>
      <vt:lpstr>Office 主题​​</vt:lpstr>
      <vt:lpstr>1_with sidebar</vt:lpstr>
      <vt:lpstr>2_with sidebar</vt:lpstr>
      <vt:lpstr>12_Custom Design</vt:lpstr>
      <vt:lpstr>1_Office 主题​​</vt:lpstr>
      <vt:lpstr>2_Office 主题​​</vt:lpstr>
      <vt:lpstr>think-cell 幻灯片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kira</dc:creator>
  <cp:lastModifiedBy>Terry Ethan Lin</cp:lastModifiedBy>
  <cp:revision>3116</cp:revision>
  <dcterms:created xsi:type="dcterms:W3CDTF">2024-07-01T12:03:00Z</dcterms:created>
  <dcterms:modified xsi:type="dcterms:W3CDTF">2025-11-16T14:55:49Z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34FABAE3D0C8499E80A20727EFDFD01A_13</vt:lpwstr>
  </property>
  <property fmtid="{D5CDD505-2E9C-101B-9397-08002B2CF9AE}" pid="3" name="KSOProductBuildVer">
    <vt:lpwstr>2052-12.1.0.20784</vt:lpwstr>
  </property>
</Properties>
</file>